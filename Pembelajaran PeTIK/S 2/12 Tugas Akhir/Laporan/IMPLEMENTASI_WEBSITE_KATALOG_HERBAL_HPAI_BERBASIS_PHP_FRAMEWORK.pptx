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Lst>
  <p:sldSz cx="9144000" cy="5143500" type="screen16x9"/>
  <p:notesSz cx="6858000" cy="9144000"/>
  <p:embeddedFontLst>
    <p:embeddedFont>
      <p:font typeface="Crimson Text" panose="020B0604020202020204" charset="0"/>
      <p:regular r:id="rId23"/>
      <p:bold r:id="rId24"/>
      <p:italic r:id="rId25"/>
      <p:boldItalic r:id="rId26"/>
    </p:embeddedFont>
    <p:embeddedFont>
      <p:font typeface="Josefin Sans" pitchFamily="2" charset="0"/>
      <p:regular r:id="rId27"/>
      <p:bold r:id="rId28"/>
    </p:embeddedFont>
    <p:embeddedFont>
      <p:font typeface="Lato" panose="020F0502020204030203" pitchFamily="34" charset="0"/>
      <p:regular r:id="rId29"/>
      <p:bold r:id="rId30"/>
      <p:italic r:id="rId31"/>
      <p:boldItalic r:id="rId32"/>
    </p:embeddedFont>
    <p:embeddedFont>
      <p:font typeface="Merriweather Light" panose="00000400000000000000" pitchFamily="2" charset="0"/>
      <p:regular r:id="rId33"/>
      <p:bold r:id="rId34"/>
      <p:italic r:id="rId35"/>
      <p:boldItalic r:id="rId36"/>
    </p:embeddedFont>
    <p:embeddedFont>
      <p:font typeface="Montserrat" panose="00000500000000000000" pitchFamily="2" charset="0"/>
      <p:regular r:id="rId37"/>
      <p:bold r:id="rId38"/>
      <p:italic r:id="rId39"/>
      <p:boldItalic r:id="rId40"/>
    </p:embeddedFont>
    <p:embeddedFont>
      <p:font typeface="Vidaloka" panose="020B0604020202020204"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90238E-E9DC-45F2-A840-5499240B0D93}">
  <a:tblStyle styleId="{7690238E-E9DC-45F2-A840-5499240B0D9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63" autoAdjust="0"/>
  </p:normalViewPr>
  <p:slideViewPr>
    <p:cSldViewPr snapToGrid="0">
      <p:cViewPr varScale="1">
        <p:scale>
          <a:sx n="76" d="100"/>
          <a:sy n="76" d="100"/>
        </p:scale>
        <p:origin x="288" y="54"/>
      </p:cViewPr>
      <p:guideLst>
        <p:guide orient="horz" pos="162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8.xml"/><Relationship Id="rId41"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5a13d6f066_2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25a13d6f066_2_1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dirty="0"/>
              <a:t>Salam, selamat pagi kepada…Pada pagi hari ini saya akan mempresentasikan terkait tugas akhir dengan judul ….,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5a13d6f066_2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25a13d6f066_2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5a13d6f066_2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g25a13d6f066_2_1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ID" noProof="1"/>
              <a:t>latar belakang pada penelitian ini saya mengambil objek berupa HPAI yang merupakan </a:t>
            </a:r>
            <a:r>
              <a:rPr lang="en-ID" noProof="1">
                <a:solidFill>
                  <a:schemeClr val="dk1"/>
                </a:solidFill>
              </a:rPr>
              <a:t>organisasi yang bergerak dalam bidang produk herbal..</a:t>
            </a:r>
            <a:r>
              <a:rPr lang="en-ID" noProof="1"/>
              <a:t>. di era digital saat ini banyak pebisnis yang mulai memanfaatkan teknologi digital untuk memperluas jangkauan pasar serta pemberian kemudahan akses bagi customer… dari hal itu saya mengimplementasikan sebuah website katalog berbasis PHP framework laravel.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5a13d6f066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25a13d6f066_2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a:t>Dilihat dri latar belakang yg telah saya jelaskan, maka saya mengambil 2 rumusan masalah yg pertama untuk mengetahui Bagaimana melakukan implementasi website katalog herbal untuk HPAI menggunakan framework Laravel berbasis PHP? </a:t>
            </a:r>
            <a:endParaRPr/>
          </a:p>
          <a:p>
            <a:pPr marL="0" lvl="0" indent="0" algn="l" rtl="0">
              <a:lnSpc>
                <a:spcPct val="100000"/>
              </a:lnSpc>
              <a:spcBef>
                <a:spcPts val="0"/>
              </a:spcBef>
              <a:spcAft>
                <a:spcPts val="0"/>
              </a:spcAft>
              <a:buSzPts val="1100"/>
              <a:buNone/>
            </a:pPr>
            <a:endParaRPr/>
          </a:p>
          <a:p>
            <a:pPr marL="0" marR="0" lvl="0" indent="0" algn="l" rtl="0">
              <a:lnSpc>
                <a:spcPct val="100000"/>
              </a:lnSpc>
              <a:spcBef>
                <a:spcPts val="0"/>
              </a:spcBef>
              <a:spcAft>
                <a:spcPts val="0"/>
              </a:spcAft>
              <a:buClr>
                <a:srgbClr val="000000"/>
              </a:buClr>
              <a:buSzPts val="1100"/>
              <a:buFont typeface="Arial"/>
              <a:buNone/>
            </a:pPr>
            <a:r>
              <a:rPr lang="id"/>
              <a:t>Dan yg kedua Bagaimana kita merancang suatu struktur database yang efisien dan sesuai untuk menyimpan informasi sebuah produk dalam website katalog?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5a13d6f066_2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25a13d6f066_2_1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dirty="0"/>
              <a:t>Tujuan saya dalam perancangan penelitian kali ini yaitu menerapkan framework laravel berbasis php pada website katalog dengan fitur fitur yang dibutuhkan, serta merancang dan mengembangkan struktur database untuk penyimpanan dan pengelolaan suatu informasi produk dalam sebuah website katalog.</a:t>
            </a:r>
            <a:endParaRP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5a13d6f066_2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25a13d6f066_2_2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id"/>
              <a:t>Adapun manfaat dari perancangan tugas akhir saya adalah …</a:t>
            </a: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r>
              <a:rPr lang="id"/>
              <a:t>Manfaat 1</a:t>
            </a:r>
            <a:endParaRPr/>
          </a:p>
          <a:p>
            <a:pPr marL="0" marR="0" lvl="0" indent="0" algn="l" rtl="0">
              <a:lnSpc>
                <a:spcPct val="100000"/>
              </a:lnSpc>
              <a:spcBef>
                <a:spcPts val="0"/>
              </a:spcBef>
              <a:spcAft>
                <a:spcPts val="0"/>
              </a:spcAft>
              <a:buClr>
                <a:srgbClr val="000000"/>
              </a:buClr>
              <a:buSzPts val="1100"/>
              <a:buFont typeface="Arial"/>
              <a:buNone/>
            </a:pPr>
            <a:r>
              <a:rPr lang="id"/>
              <a:t>Memberikan manfaat kepada pengguna dengan menyediakan akses mudah dan cepat untuk menemukan informasi lengkap tentang produk herbal yang ditawarkan oleh HPAI</a:t>
            </a:r>
            <a:endParaRPr/>
          </a:p>
          <a:p>
            <a:pPr marL="0" marR="0" lvl="0" indent="0" algn="l" rtl="0">
              <a:lnSpc>
                <a:spcPct val="100000"/>
              </a:lnSpc>
              <a:spcBef>
                <a:spcPts val="0"/>
              </a:spcBef>
              <a:spcAft>
                <a:spcPts val="0"/>
              </a:spcAft>
              <a:buClr>
                <a:srgbClr val="000000"/>
              </a:buClr>
              <a:buSzPts val="1100"/>
              <a:buFont typeface="Arial"/>
              <a:buNone/>
            </a:pPr>
            <a:endParaRPr/>
          </a:p>
          <a:p>
            <a:pPr marL="0" marR="0" lvl="0" indent="0" algn="l" rtl="0">
              <a:lnSpc>
                <a:spcPct val="100000"/>
              </a:lnSpc>
              <a:spcBef>
                <a:spcPts val="0"/>
              </a:spcBef>
              <a:spcAft>
                <a:spcPts val="0"/>
              </a:spcAft>
              <a:buClr>
                <a:srgbClr val="000000"/>
              </a:buClr>
              <a:buSzPts val="1100"/>
              <a:buFont typeface="Arial"/>
              <a:buNone/>
            </a:pPr>
            <a:r>
              <a:rPr lang="id"/>
              <a:t>Manfaat 2</a:t>
            </a:r>
            <a:endParaRPr/>
          </a:p>
          <a:p>
            <a:pPr marL="0" marR="0" lvl="0" indent="0" algn="l" rtl="0">
              <a:lnSpc>
                <a:spcPct val="100000"/>
              </a:lnSpc>
              <a:spcBef>
                <a:spcPts val="0"/>
              </a:spcBef>
              <a:spcAft>
                <a:spcPts val="0"/>
              </a:spcAft>
              <a:buClr>
                <a:srgbClr val="000000"/>
              </a:buClr>
              <a:buSzPts val="1100"/>
              <a:buFont typeface="Arial"/>
              <a:buNone/>
            </a:pPr>
            <a:r>
              <a:rPr lang="id"/>
              <a:t>Dengan adanya website katalog herbal, HPAI dapat meningkatkan kehadiran mereka di ranah digital dan memperluas jangkauan pasar sehingga lebih banyak orang dapat mengakses dan memanfaatkan produk-produk herbal yang disediakan oleh HPAI</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id"/>
              <a:t>Ekspansi : Suatu kegiatan yg dilakukan oleh perusahaan &amp; sejenis nya untuk mepromosikan suatu produk yg dimiliki dengan tujuan memperluas pasar.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5a13d6f066_2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g25a13d6f066_2_2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5a13d6f066_2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25a13d6f066_2_2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a:t>Adapun beberapa cara yg saya lakukan dalam penelitian tugas akhir yaitu dgn cara mencari informasi diberbagai studi literatur, kemudian melakukan observasi terkait “implementasi website katalog herbal (HPAI) berbasis PHP framework Laravel”, kemudian penerapan perancangan system dengan metode Extreme Programming, kemudian mengimplementasikan dengan sebuah website berbasis PHP Framework Laravel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5a13d6f066_2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25a13d6f066_2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a:t>pada penelitian ini saya menggunakan metode extreme programming yang merupakan sebuah metode dari pendekatan agile software Development ….. yang berfokus pada coding sebagai aktivitas utama disemua tahap pada siklus pengembangan yang lebih responsif .. terhadap kebutuhan customer dan membangun suatu software dengan kualitas yang lebih baik.</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id"/>
              <a:t>di dalam metode ini terdapat siklus looping yang terdiri dari planning, desain, coding, dan test. untuk design pada penelitian kali ini saya menerapkan uml desain.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5a13d6f066_2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25a13d6f066_2_2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5a13d6f066_2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g25a13d6f066_2_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d" dirty="0">
                <a:solidFill>
                  <a:schemeClr val="dk1"/>
                </a:solidFill>
              </a:rPr>
              <a:t>dilihat dari era saat ini yang memanfaatkan teknologi digital hampir sepenuhnya membuat pebisnis mengambil langkah untuk memulai usaha dengan bantuan digital berupa katalog maupun e-commerce. oleh karena itu saya membuat rancangan website katalog berbasis php framework laravel dengan tujuan memperluas jaringan serta jangkauan pasar pada HPAI</a:t>
            </a:r>
            <a:r>
              <a:rPr lang="id">
                <a:solidFill>
                  <a:schemeClr val="dk1"/>
                </a:solidFill>
              </a:rPr>
              <a:t>. </a:t>
            </a:r>
            <a:endParaRPr dirty="0">
              <a:solidFill>
                <a:schemeClr val="dk1"/>
              </a:solidFill>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5a13d6f066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g25a13d6f066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id" dirty="0"/>
              <a:t>gambaran umum yang menjelaskan interaksi diantara pengguna dengan sistem (admin) itu sendiri. Hasilnya berupa skema sederhana untuk memudahkan user membaca dan memahami informasi yang diberikan oleh admin. </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5a13d6f066_2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g25a13d6f066_2_3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noProof="1"/>
              <a:t>Selanjutnya activity diagram, activity diagram menjelaskan terkait alur kerja yang melibatkan user dengan system dalam aktivitas yang terjadi di katalog.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5a13d6f066_2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g25a13d6f066_2_3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JELASIN GAMBAR</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a13d6f066_2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g25a13d6f066_2_3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GAMBARNYA YANG DIPERJELASIN</a:t>
            </a:r>
          </a:p>
          <a:p>
            <a:pPr marL="0" lvl="0" indent="0" algn="l" rtl="0">
              <a:lnSpc>
                <a:spcPct val="100000"/>
              </a:lnSpc>
              <a:spcBef>
                <a:spcPts val="0"/>
              </a:spcBef>
              <a:spcAft>
                <a:spcPts val="0"/>
              </a:spcAft>
              <a:buSzPts val="1100"/>
              <a:buNone/>
            </a:pPr>
            <a:r>
              <a:rPr lang="en-US" dirty="0"/>
              <a:t>TULISANNYA DIRINGKAS AJA NANTI YAA</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5a13d6f066_2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g25a13d6f066_2_3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10 FITUR JANGAN LUPA DI PELAJARI YA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5a13d6f066_2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25a13d6f066_2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5a13d6f066_2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6" name="Google Shape;426;g25a13d6f066_2_3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5a13d6f066_2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g25a13d6f066_2_3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1039975" y="1248300"/>
            <a:ext cx="7064100" cy="205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5" name="Google Shape;55;p14"/>
          <p:cNvSpPr txBox="1">
            <a:spLocks noGrp="1"/>
          </p:cNvSpPr>
          <p:nvPr>
            <p:ph type="subTitle" idx="1"/>
          </p:nvPr>
        </p:nvSpPr>
        <p:spPr>
          <a:xfrm>
            <a:off x="1040000" y="3300900"/>
            <a:ext cx="7064100" cy="441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56" name="Google Shape;56;p1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7" name="Google Shape;57;p14"/>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58" name="Google Shape;58;p1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59" name="Google Shape;59;p14"/>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3742850" y="1549875"/>
            <a:ext cx="4545000" cy="129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9000"/>
              <a:buNone/>
              <a:defRPr sz="9000"/>
            </a:lvl1pPr>
            <a:lvl2pPr lvl="1" algn="l">
              <a:lnSpc>
                <a:spcPct val="100000"/>
              </a:lnSpc>
              <a:spcBef>
                <a:spcPts val="0"/>
              </a:spcBef>
              <a:spcAft>
                <a:spcPts val="0"/>
              </a:spcAft>
              <a:buSzPts val="9000"/>
              <a:buNone/>
              <a:defRPr sz="9000"/>
            </a:lvl2pPr>
            <a:lvl3pPr lvl="2" algn="l">
              <a:lnSpc>
                <a:spcPct val="100000"/>
              </a:lnSpc>
              <a:spcBef>
                <a:spcPts val="0"/>
              </a:spcBef>
              <a:spcAft>
                <a:spcPts val="0"/>
              </a:spcAft>
              <a:buSzPts val="9000"/>
              <a:buNone/>
              <a:defRPr sz="9000"/>
            </a:lvl3pPr>
            <a:lvl4pPr lvl="3" algn="l">
              <a:lnSpc>
                <a:spcPct val="100000"/>
              </a:lnSpc>
              <a:spcBef>
                <a:spcPts val="0"/>
              </a:spcBef>
              <a:spcAft>
                <a:spcPts val="0"/>
              </a:spcAft>
              <a:buSzPts val="9000"/>
              <a:buNone/>
              <a:defRPr sz="9000"/>
            </a:lvl4pPr>
            <a:lvl5pPr lvl="4" algn="l">
              <a:lnSpc>
                <a:spcPct val="100000"/>
              </a:lnSpc>
              <a:spcBef>
                <a:spcPts val="0"/>
              </a:spcBef>
              <a:spcAft>
                <a:spcPts val="0"/>
              </a:spcAft>
              <a:buSzPts val="9000"/>
              <a:buNone/>
              <a:defRPr sz="9000"/>
            </a:lvl5pPr>
            <a:lvl6pPr lvl="5" algn="l">
              <a:lnSpc>
                <a:spcPct val="100000"/>
              </a:lnSpc>
              <a:spcBef>
                <a:spcPts val="0"/>
              </a:spcBef>
              <a:spcAft>
                <a:spcPts val="0"/>
              </a:spcAft>
              <a:buSzPts val="9000"/>
              <a:buNone/>
              <a:defRPr sz="9000"/>
            </a:lvl6pPr>
            <a:lvl7pPr lvl="6" algn="l">
              <a:lnSpc>
                <a:spcPct val="100000"/>
              </a:lnSpc>
              <a:spcBef>
                <a:spcPts val="0"/>
              </a:spcBef>
              <a:spcAft>
                <a:spcPts val="0"/>
              </a:spcAft>
              <a:buSzPts val="9000"/>
              <a:buNone/>
              <a:defRPr sz="9000"/>
            </a:lvl7pPr>
            <a:lvl8pPr lvl="7" algn="l">
              <a:lnSpc>
                <a:spcPct val="100000"/>
              </a:lnSpc>
              <a:spcBef>
                <a:spcPts val="0"/>
              </a:spcBef>
              <a:spcAft>
                <a:spcPts val="0"/>
              </a:spcAft>
              <a:buSzPts val="9000"/>
              <a:buNone/>
              <a:defRPr sz="9000"/>
            </a:lvl8pPr>
            <a:lvl9pPr lvl="8" algn="l">
              <a:lnSpc>
                <a:spcPct val="100000"/>
              </a:lnSpc>
              <a:spcBef>
                <a:spcPts val="0"/>
              </a:spcBef>
              <a:spcAft>
                <a:spcPts val="0"/>
              </a:spcAft>
              <a:buSzPts val="9000"/>
              <a:buNone/>
              <a:defRPr sz="9000"/>
            </a:lvl9pPr>
          </a:lstStyle>
          <a:p>
            <a:endParaRPr/>
          </a:p>
        </p:txBody>
      </p:sp>
      <p:sp>
        <p:nvSpPr>
          <p:cNvPr id="62" name="Google Shape;62;p15"/>
          <p:cNvSpPr txBox="1">
            <a:spLocks noGrp="1"/>
          </p:cNvSpPr>
          <p:nvPr>
            <p:ph type="subTitle" idx="1"/>
          </p:nvPr>
        </p:nvSpPr>
        <p:spPr>
          <a:xfrm>
            <a:off x="3742850" y="3039213"/>
            <a:ext cx="4545000" cy="55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cxnSp>
        <p:nvCxnSpPr>
          <p:cNvPr id="63" name="Google Shape;63;p1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64" name="Google Shape;64;p1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65" name="Google Shape;65;p1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66" name="Google Shape;66;p1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67" name="Google Shape;67;p1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68" name="Google Shape;68;p15"/>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713225" y="445025"/>
            <a:ext cx="4711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1" name="Google Shape;71;p16"/>
          <p:cNvSpPr txBox="1">
            <a:spLocks noGrp="1"/>
          </p:cNvSpPr>
          <p:nvPr>
            <p:ph type="body" idx="1"/>
          </p:nvPr>
        </p:nvSpPr>
        <p:spPr>
          <a:xfrm>
            <a:off x="713250" y="1272925"/>
            <a:ext cx="7717500" cy="32958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Clr>
                <a:schemeClr val="dk1"/>
              </a:buClr>
              <a:buSzPts val="1800"/>
              <a:buFont typeface="Lato"/>
              <a:buChar char="●"/>
              <a:defRPr sz="1100"/>
            </a:lvl1pPr>
            <a:lvl2pPr marL="914400" lvl="1" indent="-317500" algn="l">
              <a:lnSpc>
                <a:spcPct val="115000"/>
              </a:lnSpc>
              <a:spcBef>
                <a:spcPts val="0"/>
              </a:spcBef>
              <a:spcAft>
                <a:spcPts val="0"/>
              </a:spcAft>
              <a:buClr>
                <a:schemeClr val="dk1"/>
              </a:buClr>
              <a:buSzPts val="1400"/>
              <a:buFont typeface="Lato"/>
              <a:buChar char="○"/>
              <a:defRPr/>
            </a:lvl2pPr>
            <a:lvl3pPr marL="1371600" lvl="2" indent="-317500" algn="l">
              <a:lnSpc>
                <a:spcPct val="115000"/>
              </a:lnSpc>
              <a:spcBef>
                <a:spcPts val="0"/>
              </a:spcBef>
              <a:spcAft>
                <a:spcPts val="0"/>
              </a:spcAft>
              <a:buClr>
                <a:schemeClr val="dk1"/>
              </a:buClr>
              <a:buSzPts val="1400"/>
              <a:buFont typeface="Lato"/>
              <a:buChar char="■"/>
              <a:defRPr/>
            </a:lvl3pPr>
            <a:lvl4pPr marL="1828800" lvl="3" indent="-317500" algn="l">
              <a:lnSpc>
                <a:spcPct val="115000"/>
              </a:lnSpc>
              <a:spcBef>
                <a:spcPts val="0"/>
              </a:spcBef>
              <a:spcAft>
                <a:spcPts val="0"/>
              </a:spcAft>
              <a:buClr>
                <a:schemeClr val="dk1"/>
              </a:buClr>
              <a:buSzPts val="1400"/>
              <a:buFont typeface="Lato"/>
              <a:buChar char="●"/>
              <a:defRPr/>
            </a:lvl4pPr>
            <a:lvl5pPr marL="2286000" lvl="4" indent="-317500" algn="l">
              <a:lnSpc>
                <a:spcPct val="115000"/>
              </a:lnSpc>
              <a:spcBef>
                <a:spcPts val="0"/>
              </a:spcBef>
              <a:spcAft>
                <a:spcPts val="0"/>
              </a:spcAft>
              <a:buClr>
                <a:schemeClr val="dk1"/>
              </a:buClr>
              <a:buSzPts val="1400"/>
              <a:buFont typeface="Lato"/>
              <a:buChar char="○"/>
              <a:defRPr/>
            </a:lvl5pPr>
            <a:lvl6pPr marL="2743200" lvl="5" indent="-317500" algn="l">
              <a:lnSpc>
                <a:spcPct val="115000"/>
              </a:lnSpc>
              <a:spcBef>
                <a:spcPts val="0"/>
              </a:spcBef>
              <a:spcAft>
                <a:spcPts val="0"/>
              </a:spcAft>
              <a:buClr>
                <a:schemeClr val="dk1"/>
              </a:buClr>
              <a:buSzPts val="1400"/>
              <a:buFont typeface="Lato"/>
              <a:buChar char="■"/>
              <a:defRPr/>
            </a:lvl6pPr>
            <a:lvl7pPr marL="3200400" lvl="6" indent="-317500" algn="l">
              <a:lnSpc>
                <a:spcPct val="115000"/>
              </a:lnSpc>
              <a:spcBef>
                <a:spcPts val="0"/>
              </a:spcBef>
              <a:spcAft>
                <a:spcPts val="0"/>
              </a:spcAft>
              <a:buClr>
                <a:schemeClr val="dk1"/>
              </a:buClr>
              <a:buSzPts val="1400"/>
              <a:buFont typeface="Lato"/>
              <a:buChar char="●"/>
              <a:defRPr/>
            </a:lvl7pPr>
            <a:lvl8pPr marL="3657600" lvl="7" indent="-317500" algn="l">
              <a:lnSpc>
                <a:spcPct val="115000"/>
              </a:lnSpc>
              <a:spcBef>
                <a:spcPts val="0"/>
              </a:spcBef>
              <a:spcAft>
                <a:spcPts val="0"/>
              </a:spcAft>
              <a:buClr>
                <a:schemeClr val="dk1"/>
              </a:buClr>
              <a:buSzPts val="1400"/>
              <a:buFont typeface="Lato"/>
              <a:buChar char="○"/>
              <a:defRPr/>
            </a:lvl8pPr>
            <a:lvl9pPr marL="4114800" lvl="8" indent="-317500" algn="l">
              <a:lnSpc>
                <a:spcPct val="115000"/>
              </a:lnSpc>
              <a:spcBef>
                <a:spcPts val="0"/>
              </a:spcBef>
              <a:spcAft>
                <a:spcPts val="0"/>
              </a:spcAft>
              <a:buClr>
                <a:schemeClr val="dk1"/>
              </a:buClr>
              <a:buSzPts val="1400"/>
              <a:buFont typeface="Lato"/>
              <a:buChar char="■"/>
              <a:defRPr/>
            </a:lvl9pPr>
          </a:lstStyle>
          <a:p>
            <a:endParaRPr/>
          </a:p>
        </p:txBody>
      </p:sp>
      <p:cxnSp>
        <p:nvCxnSpPr>
          <p:cNvPr id="72" name="Google Shape;72;p1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73" name="Google Shape;73;p1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74" name="Google Shape;74;p16"/>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877475" y="445025"/>
            <a:ext cx="5389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7" name="Google Shape;77;p17"/>
          <p:cNvSpPr txBox="1">
            <a:spLocks noGrp="1"/>
          </p:cNvSpPr>
          <p:nvPr>
            <p:ph type="subTitle" idx="1"/>
          </p:nvPr>
        </p:nvSpPr>
        <p:spPr>
          <a:xfrm>
            <a:off x="3226708" y="1405390"/>
            <a:ext cx="2486100" cy="401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78" name="Google Shape;78;p17"/>
          <p:cNvSpPr txBox="1">
            <a:spLocks noGrp="1"/>
          </p:cNvSpPr>
          <p:nvPr>
            <p:ph type="subTitle" idx="2"/>
          </p:nvPr>
        </p:nvSpPr>
        <p:spPr>
          <a:xfrm>
            <a:off x="3226708" y="180641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9" name="Google Shape;79;p17"/>
          <p:cNvSpPr txBox="1">
            <a:spLocks noGrp="1"/>
          </p:cNvSpPr>
          <p:nvPr>
            <p:ph type="subTitle" idx="3"/>
          </p:nvPr>
        </p:nvSpPr>
        <p:spPr>
          <a:xfrm>
            <a:off x="719108" y="1405390"/>
            <a:ext cx="2486100" cy="401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80" name="Google Shape;80;p17"/>
          <p:cNvSpPr txBox="1">
            <a:spLocks noGrp="1"/>
          </p:cNvSpPr>
          <p:nvPr>
            <p:ph type="subTitle" idx="4"/>
          </p:nvPr>
        </p:nvSpPr>
        <p:spPr>
          <a:xfrm>
            <a:off x="719108" y="180641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 name="Google Shape;81;p17"/>
          <p:cNvSpPr txBox="1">
            <a:spLocks noGrp="1"/>
          </p:cNvSpPr>
          <p:nvPr>
            <p:ph type="subTitle" idx="5"/>
          </p:nvPr>
        </p:nvSpPr>
        <p:spPr>
          <a:xfrm>
            <a:off x="3226708" y="3171118"/>
            <a:ext cx="2486100" cy="461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82" name="Google Shape;82;p17"/>
          <p:cNvSpPr txBox="1">
            <a:spLocks noGrp="1"/>
          </p:cNvSpPr>
          <p:nvPr>
            <p:ph type="subTitle" idx="6"/>
          </p:nvPr>
        </p:nvSpPr>
        <p:spPr>
          <a:xfrm>
            <a:off x="3226708" y="356548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3" name="Google Shape;83;p17"/>
          <p:cNvSpPr txBox="1">
            <a:spLocks noGrp="1"/>
          </p:cNvSpPr>
          <p:nvPr>
            <p:ph type="subTitle" idx="7"/>
          </p:nvPr>
        </p:nvSpPr>
        <p:spPr>
          <a:xfrm>
            <a:off x="719108" y="3171118"/>
            <a:ext cx="2486100" cy="4614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lnSpc>
                <a:spcPct val="115000"/>
              </a:lnSpc>
              <a:spcBef>
                <a:spcPts val="0"/>
              </a:spcBef>
              <a:spcAft>
                <a:spcPts val="0"/>
              </a:spcAft>
              <a:buSzPts val="2100"/>
              <a:buNone/>
              <a:defRPr sz="2100" b="1"/>
            </a:lvl2pPr>
            <a:lvl3pPr lvl="2" algn="ctr">
              <a:lnSpc>
                <a:spcPct val="115000"/>
              </a:lnSpc>
              <a:spcBef>
                <a:spcPts val="0"/>
              </a:spcBef>
              <a:spcAft>
                <a:spcPts val="0"/>
              </a:spcAft>
              <a:buSzPts val="2100"/>
              <a:buNone/>
              <a:defRPr sz="2100" b="1"/>
            </a:lvl3pPr>
            <a:lvl4pPr lvl="3" algn="ctr">
              <a:lnSpc>
                <a:spcPct val="115000"/>
              </a:lnSpc>
              <a:spcBef>
                <a:spcPts val="0"/>
              </a:spcBef>
              <a:spcAft>
                <a:spcPts val="0"/>
              </a:spcAft>
              <a:buSzPts val="2100"/>
              <a:buNone/>
              <a:defRPr sz="2100" b="1"/>
            </a:lvl4pPr>
            <a:lvl5pPr lvl="4" algn="ctr">
              <a:lnSpc>
                <a:spcPct val="115000"/>
              </a:lnSpc>
              <a:spcBef>
                <a:spcPts val="0"/>
              </a:spcBef>
              <a:spcAft>
                <a:spcPts val="0"/>
              </a:spcAft>
              <a:buSzPts val="2100"/>
              <a:buNone/>
              <a:defRPr sz="2100" b="1"/>
            </a:lvl5pPr>
            <a:lvl6pPr lvl="5" algn="ctr">
              <a:lnSpc>
                <a:spcPct val="115000"/>
              </a:lnSpc>
              <a:spcBef>
                <a:spcPts val="0"/>
              </a:spcBef>
              <a:spcAft>
                <a:spcPts val="0"/>
              </a:spcAft>
              <a:buSzPts val="2100"/>
              <a:buNone/>
              <a:defRPr sz="2100" b="1"/>
            </a:lvl6pPr>
            <a:lvl7pPr lvl="6" algn="ctr">
              <a:lnSpc>
                <a:spcPct val="115000"/>
              </a:lnSpc>
              <a:spcBef>
                <a:spcPts val="0"/>
              </a:spcBef>
              <a:spcAft>
                <a:spcPts val="0"/>
              </a:spcAft>
              <a:buSzPts val="2100"/>
              <a:buNone/>
              <a:defRPr sz="2100" b="1"/>
            </a:lvl7pPr>
            <a:lvl8pPr lvl="7" algn="ctr">
              <a:lnSpc>
                <a:spcPct val="115000"/>
              </a:lnSpc>
              <a:spcBef>
                <a:spcPts val="0"/>
              </a:spcBef>
              <a:spcAft>
                <a:spcPts val="0"/>
              </a:spcAft>
              <a:buSzPts val="2100"/>
              <a:buNone/>
              <a:defRPr sz="2100" b="1"/>
            </a:lvl8pPr>
            <a:lvl9pPr lvl="8" algn="ctr">
              <a:lnSpc>
                <a:spcPct val="115000"/>
              </a:lnSpc>
              <a:spcBef>
                <a:spcPts val="0"/>
              </a:spcBef>
              <a:spcAft>
                <a:spcPts val="0"/>
              </a:spcAft>
              <a:buSzPts val="2100"/>
              <a:buNone/>
              <a:defRPr sz="2100" b="1"/>
            </a:lvl9pPr>
          </a:lstStyle>
          <a:p>
            <a:endParaRPr/>
          </a:p>
        </p:txBody>
      </p:sp>
      <p:sp>
        <p:nvSpPr>
          <p:cNvPr id="84" name="Google Shape;84;p17"/>
          <p:cNvSpPr txBox="1">
            <a:spLocks noGrp="1"/>
          </p:cNvSpPr>
          <p:nvPr>
            <p:ph type="subTitle" idx="8"/>
          </p:nvPr>
        </p:nvSpPr>
        <p:spPr>
          <a:xfrm>
            <a:off x="719158" y="3565487"/>
            <a:ext cx="2486100" cy="618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85" name="Google Shape;85;p1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86" name="Google Shape;86;p1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87"/>
        <p:cNvGrpSpPr/>
        <p:nvPr/>
      </p:nvGrpSpPr>
      <p:grpSpPr>
        <a:xfrm>
          <a:off x="0" y="0"/>
          <a:ext cx="0" cy="0"/>
          <a:chOff x="0" y="0"/>
          <a:chExt cx="0" cy="0"/>
        </a:xfrm>
      </p:grpSpPr>
      <p:cxnSp>
        <p:nvCxnSpPr>
          <p:cNvPr id="88" name="Google Shape;88;p1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89" name="Google Shape;89;p1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90" name="Google Shape;90;p1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91" name="Google Shape;91;p1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92" name="Google Shape;92;p1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93" name="Google Shape;93;p1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94" name="Google Shape;94;p18"/>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713225" y="445025"/>
            <a:ext cx="5681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97" name="Google Shape;97;p19"/>
          <p:cNvSpPr txBox="1">
            <a:spLocks noGrp="1"/>
          </p:cNvSpPr>
          <p:nvPr>
            <p:ph type="subTitle" idx="1"/>
          </p:nvPr>
        </p:nvSpPr>
        <p:spPr>
          <a:xfrm>
            <a:off x="5038975" y="2551449"/>
            <a:ext cx="2486100" cy="501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SzPts val="2400"/>
              <a:buFont typeface="Vidaloka"/>
              <a:buNone/>
              <a:defRPr sz="2400" b="1">
                <a:latin typeface="Vidaloka"/>
                <a:ea typeface="Vidaloka"/>
                <a:cs typeface="Vidaloka"/>
                <a:sym typeface="Vidaloka"/>
              </a:defRPr>
            </a:lvl2pPr>
            <a:lvl3pPr lvl="2" algn="ctr">
              <a:lnSpc>
                <a:spcPct val="115000"/>
              </a:lnSpc>
              <a:spcBef>
                <a:spcPts val="0"/>
              </a:spcBef>
              <a:spcAft>
                <a:spcPts val="0"/>
              </a:spcAft>
              <a:buSzPts val="2400"/>
              <a:buFont typeface="Vidaloka"/>
              <a:buNone/>
              <a:defRPr sz="2400" b="1">
                <a:latin typeface="Vidaloka"/>
                <a:ea typeface="Vidaloka"/>
                <a:cs typeface="Vidaloka"/>
                <a:sym typeface="Vidaloka"/>
              </a:defRPr>
            </a:lvl3pPr>
            <a:lvl4pPr lvl="3" algn="ctr">
              <a:lnSpc>
                <a:spcPct val="115000"/>
              </a:lnSpc>
              <a:spcBef>
                <a:spcPts val="0"/>
              </a:spcBef>
              <a:spcAft>
                <a:spcPts val="0"/>
              </a:spcAft>
              <a:buSzPts val="2400"/>
              <a:buFont typeface="Vidaloka"/>
              <a:buNone/>
              <a:defRPr sz="2400" b="1">
                <a:latin typeface="Vidaloka"/>
                <a:ea typeface="Vidaloka"/>
                <a:cs typeface="Vidaloka"/>
                <a:sym typeface="Vidaloka"/>
              </a:defRPr>
            </a:lvl4pPr>
            <a:lvl5pPr lvl="4" algn="ctr">
              <a:lnSpc>
                <a:spcPct val="115000"/>
              </a:lnSpc>
              <a:spcBef>
                <a:spcPts val="0"/>
              </a:spcBef>
              <a:spcAft>
                <a:spcPts val="0"/>
              </a:spcAft>
              <a:buSzPts val="2400"/>
              <a:buFont typeface="Vidaloka"/>
              <a:buNone/>
              <a:defRPr sz="2400" b="1">
                <a:latin typeface="Vidaloka"/>
                <a:ea typeface="Vidaloka"/>
                <a:cs typeface="Vidaloka"/>
                <a:sym typeface="Vidaloka"/>
              </a:defRPr>
            </a:lvl5pPr>
            <a:lvl6pPr lvl="5" algn="ctr">
              <a:lnSpc>
                <a:spcPct val="115000"/>
              </a:lnSpc>
              <a:spcBef>
                <a:spcPts val="0"/>
              </a:spcBef>
              <a:spcAft>
                <a:spcPts val="0"/>
              </a:spcAft>
              <a:buSzPts val="2400"/>
              <a:buFont typeface="Vidaloka"/>
              <a:buNone/>
              <a:defRPr sz="2400" b="1">
                <a:latin typeface="Vidaloka"/>
                <a:ea typeface="Vidaloka"/>
                <a:cs typeface="Vidaloka"/>
                <a:sym typeface="Vidaloka"/>
              </a:defRPr>
            </a:lvl6pPr>
            <a:lvl7pPr lvl="6" algn="ctr">
              <a:lnSpc>
                <a:spcPct val="115000"/>
              </a:lnSpc>
              <a:spcBef>
                <a:spcPts val="0"/>
              </a:spcBef>
              <a:spcAft>
                <a:spcPts val="0"/>
              </a:spcAft>
              <a:buSzPts val="2400"/>
              <a:buFont typeface="Vidaloka"/>
              <a:buNone/>
              <a:defRPr sz="2400" b="1">
                <a:latin typeface="Vidaloka"/>
                <a:ea typeface="Vidaloka"/>
                <a:cs typeface="Vidaloka"/>
                <a:sym typeface="Vidaloka"/>
              </a:defRPr>
            </a:lvl7pPr>
            <a:lvl8pPr lvl="7" algn="ctr">
              <a:lnSpc>
                <a:spcPct val="115000"/>
              </a:lnSpc>
              <a:spcBef>
                <a:spcPts val="0"/>
              </a:spcBef>
              <a:spcAft>
                <a:spcPts val="0"/>
              </a:spcAft>
              <a:buSzPts val="2400"/>
              <a:buFont typeface="Vidaloka"/>
              <a:buNone/>
              <a:defRPr sz="2400" b="1">
                <a:latin typeface="Vidaloka"/>
                <a:ea typeface="Vidaloka"/>
                <a:cs typeface="Vidaloka"/>
                <a:sym typeface="Vidaloka"/>
              </a:defRPr>
            </a:lvl8pPr>
            <a:lvl9pPr lvl="8" algn="ctr">
              <a:lnSpc>
                <a:spcPct val="115000"/>
              </a:lnSpc>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98" name="Google Shape;98;p19"/>
          <p:cNvSpPr txBox="1">
            <a:spLocks noGrp="1"/>
          </p:cNvSpPr>
          <p:nvPr>
            <p:ph type="subTitle" idx="2"/>
          </p:nvPr>
        </p:nvSpPr>
        <p:spPr>
          <a:xfrm>
            <a:off x="5038975" y="2961200"/>
            <a:ext cx="2486100" cy="902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99" name="Google Shape;99;p19"/>
          <p:cNvSpPr txBox="1">
            <a:spLocks noGrp="1"/>
          </p:cNvSpPr>
          <p:nvPr>
            <p:ph type="subTitle" idx="3"/>
          </p:nvPr>
        </p:nvSpPr>
        <p:spPr>
          <a:xfrm>
            <a:off x="1693175" y="2551449"/>
            <a:ext cx="2486100" cy="501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lnSpc>
                <a:spcPct val="115000"/>
              </a:lnSpc>
              <a:spcBef>
                <a:spcPts val="0"/>
              </a:spcBef>
              <a:spcAft>
                <a:spcPts val="0"/>
              </a:spcAft>
              <a:buSzPts val="2400"/>
              <a:buFont typeface="Vidaloka"/>
              <a:buNone/>
              <a:defRPr sz="2400" b="1">
                <a:latin typeface="Vidaloka"/>
                <a:ea typeface="Vidaloka"/>
                <a:cs typeface="Vidaloka"/>
                <a:sym typeface="Vidaloka"/>
              </a:defRPr>
            </a:lvl2pPr>
            <a:lvl3pPr lvl="2" algn="ctr">
              <a:lnSpc>
                <a:spcPct val="115000"/>
              </a:lnSpc>
              <a:spcBef>
                <a:spcPts val="0"/>
              </a:spcBef>
              <a:spcAft>
                <a:spcPts val="0"/>
              </a:spcAft>
              <a:buSzPts val="2400"/>
              <a:buFont typeface="Vidaloka"/>
              <a:buNone/>
              <a:defRPr sz="2400" b="1">
                <a:latin typeface="Vidaloka"/>
                <a:ea typeface="Vidaloka"/>
                <a:cs typeface="Vidaloka"/>
                <a:sym typeface="Vidaloka"/>
              </a:defRPr>
            </a:lvl3pPr>
            <a:lvl4pPr lvl="3" algn="ctr">
              <a:lnSpc>
                <a:spcPct val="115000"/>
              </a:lnSpc>
              <a:spcBef>
                <a:spcPts val="0"/>
              </a:spcBef>
              <a:spcAft>
                <a:spcPts val="0"/>
              </a:spcAft>
              <a:buSzPts val="2400"/>
              <a:buFont typeface="Vidaloka"/>
              <a:buNone/>
              <a:defRPr sz="2400" b="1">
                <a:latin typeface="Vidaloka"/>
                <a:ea typeface="Vidaloka"/>
                <a:cs typeface="Vidaloka"/>
                <a:sym typeface="Vidaloka"/>
              </a:defRPr>
            </a:lvl4pPr>
            <a:lvl5pPr lvl="4" algn="ctr">
              <a:lnSpc>
                <a:spcPct val="115000"/>
              </a:lnSpc>
              <a:spcBef>
                <a:spcPts val="0"/>
              </a:spcBef>
              <a:spcAft>
                <a:spcPts val="0"/>
              </a:spcAft>
              <a:buSzPts val="2400"/>
              <a:buFont typeface="Vidaloka"/>
              <a:buNone/>
              <a:defRPr sz="2400" b="1">
                <a:latin typeface="Vidaloka"/>
                <a:ea typeface="Vidaloka"/>
                <a:cs typeface="Vidaloka"/>
                <a:sym typeface="Vidaloka"/>
              </a:defRPr>
            </a:lvl5pPr>
            <a:lvl6pPr lvl="5" algn="ctr">
              <a:lnSpc>
                <a:spcPct val="115000"/>
              </a:lnSpc>
              <a:spcBef>
                <a:spcPts val="0"/>
              </a:spcBef>
              <a:spcAft>
                <a:spcPts val="0"/>
              </a:spcAft>
              <a:buSzPts val="2400"/>
              <a:buFont typeface="Vidaloka"/>
              <a:buNone/>
              <a:defRPr sz="2400" b="1">
                <a:latin typeface="Vidaloka"/>
                <a:ea typeface="Vidaloka"/>
                <a:cs typeface="Vidaloka"/>
                <a:sym typeface="Vidaloka"/>
              </a:defRPr>
            </a:lvl6pPr>
            <a:lvl7pPr lvl="6" algn="ctr">
              <a:lnSpc>
                <a:spcPct val="115000"/>
              </a:lnSpc>
              <a:spcBef>
                <a:spcPts val="0"/>
              </a:spcBef>
              <a:spcAft>
                <a:spcPts val="0"/>
              </a:spcAft>
              <a:buSzPts val="2400"/>
              <a:buFont typeface="Vidaloka"/>
              <a:buNone/>
              <a:defRPr sz="2400" b="1">
                <a:latin typeface="Vidaloka"/>
                <a:ea typeface="Vidaloka"/>
                <a:cs typeface="Vidaloka"/>
                <a:sym typeface="Vidaloka"/>
              </a:defRPr>
            </a:lvl7pPr>
            <a:lvl8pPr lvl="7" algn="ctr">
              <a:lnSpc>
                <a:spcPct val="115000"/>
              </a:lnSpc>
              <a:spcBef>
                <a:spcPts val="0"/>
              </a:spcBef>
              <a:spcAft>
                <a:spcPts val="0"/>
              </a:spcAft>
              <a:buSzPts val="2400"/>
              <a:buFont typeface="Vidaloka"/>
              <a:buNone/>
              <a:defRPr sz="2400" b="1">
                <a:latin typeface="Vidaloka"/>
                <a:ea typeface="Vidaloka"/>
                <a:cs typeface="Vidaloka"/>
                <a:sym typeface="Vidaloka"/>
              </a:defRPr>
            </a:lvl8pPr>
            <a:lvl9pPr lvl="8" algn="ctr">
              <a:lnSpc>
                <a:spcPct val="115000"/>
              </a:lnSpc>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100" name="Google Shape;100;p19"/>
          <p:cNvSpPr txBox="1">
            <a:spLocks noGrp="1"/>
          </p:cNvSpPr>
          <p:nvPr>
            <p:ph type="subTitle" idx="4"/>
          </p:nvPr>
        </p:nvSpPr>
        <p:spPr>
          <a:xfrm>
            <a:off x="1693175" y="2961200"/>
            <a:ext cx="2486100" cy="902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01" name="Google Shape;101;p1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02" name="Google Shape;102;p1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03" name="Google Shape;103;p19"/>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104"/>
        <p:cNvGrpSpPr/>
        <p:nvPr/>
      </p:nvGrpSpPr>
      <p:grpSpPr>
        <a:xfrm>
          <a:off x="0" y="0"/>
          <a:ext cx="0" cy="0"/>
          <a:chOff x="0" y="0"/>
          <a:chExt cx="0" cy="0"/>
        </a:xfrm>
      </p:grpSpPr>
      <p:sp>
        <p:nvSpPr>
          <p:cNvPr id="105" name="Google Shape;105;p20"/>
          <p:cNvSpPr txBox="1">
            <a:spLocks noGrp="1"/>
          </p:cNvSpPr>
          <p:nvPr>
            <p:ph type="subTitle" idx="1"/>
          </p:nvPr>
        </p:nvSpPr>
        <p:spPr>
          <a:xfrm>
            <a:off x="4750175" y="1632746"/>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06" name="Google Shape;106;p20"/>
          <p:cNvSpPr txBox="1">
            <a:spLocks noGrp="1"/>
          </p:cNvSpPr>
          <p:nvPr>
            <p:ph type="subTitle" idx="2"/>
          </p:nvPr>
        </p:nvSpPr>
        <p:spPr>
          <a:xfrm>
            <a:off x="4750184" y="2035022"/>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07" name="Google Shape;107;p20"/>
          <p:cNvSpPr txBox="1">
            <a:spLocks noGrp="1"/>
          </p:cNvSpPr>
          <p:nvPr>
            <p:ph type="subTitle" idx="3"/>
          </p:nvPr>
        </p:nvSpPr>
        <p:spPr>
          <a:xfrm>
            <a:off x="2306450" y="1632746"/>
            <a:ext cx="20148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08" name="Google Shape;108;p20"/>
          <p:cNvSpPr txBox="1">
            <a:spLocks noGrp="1"/>
          </p:cNvSpPr>
          <p:nvPr>
            <p:ph type="subTitle" idx="4"/>
          </p:nvPr>
        </p:nvSpPr>
        <p:spPr>
          <a:xfrm>
            <a:off x="2306462" y="2035022"/>
            <a:ext cx="2014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09" name="Google Shape;109;p20"/>
          <p:cNvSpPr txBox="1">
            <a:spLocks noGrp="1"/>
          </p:cNvSpPr>
          <p:nvPr>
            <p:ph type="subTitle" idx="5"/>
          </p:nvPr>
        </p:nvSpPr>
        <p:spPr>
          <a:xfrm>
            <a:off x="4750175" y="3062273"/>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10" name="Google Shape;110;p20"/>
          <p:cNvSpPr txBox="1">
            <a:spLocks noGrp="1"/>
          </p:cNvSpPr>
          <p:nvPr>
            <p:ph type="subTitle" idx="6"/>
          </p:nvPr>
        </p:nvSpPr>
        <p:spPr>
          <a:xfrm>
            <a:off x="4750184" y="3471047"/>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11" name="Google Shape;111;p20"/>
          <p:cNvSpPr txBox="1">
            <a:spLocks noGrp="1"/>
          </p:cNvSpPr>
          <p:nvPr>
            <p:ph type="subTitle" idx="7"/>
          </p:nvPr>
        </p:nvSpPr>
        <p:spPr>
          <a:xfrm>
            <a:off x="2306450" y="3062273"/>
            <a:ext cx="2014800" cy="49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12" name="Google Shape;112;p20"/>
          <p:cNvSpPr txBox="1">
            <a:spLocks noGrp="1"/>
          </p:cNvSpPr>
          <p:nvPr>
            <p:ph type="subTitle" idx="8"/>
          </p:nvPr>
        </p:nvSpPr>
        <p:spPr>
          <a:xfrm>
            <a:off x="2306462" y="3471047"/>
            <a:ext cx="2014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13" name="Google Shape;113;p20"/>
          <p:cNvSpPr txBox="1">
            <a:spLocks noGrp="1"/>
          </p:cNvSpPr>
          <p:nvPr>
            <p:ph type="title"/>
          </p:nvPr>
        </p:nvSpPr>
        <p:spPr>
          <a:xfrm>
            <a:off x="713225" y="445025"/>
            <a:ext cx="27858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l">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l">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l">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l">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l">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l">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l">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114" name="Google Shape;114;p2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15" name="Google Shape;115;p2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6"/>
        <p:cNvGrpSpPr/>
        <p:nvPr/>
      </p:nvGrpSpPr>
      <p:grpSpPr>
        <a:xfrm>
          <a:off x="0" y="0"/>
          <a:ext cx="0" cy="0"/>
          <a:chOff x="0" y="0"/>
          <a:chExt cx="0" cy="0"/>
        </a:xfrm>
      </p:grpSpPr>
      <p:sp>
        <p:nvSpPr>
          <p:cNvPr id="117" name="Google Shape;117;p21"/>
          <p:cNvSpPr txBox="1">
            <a:spLocks noGrp="1"/>
          </p:cNvSpPr>
          <p:nvPr>
            <p:ph type="subTitle" idx="1"/>
          </p:nvPr>
        </p:nvSpPr>
        <p:spPr>
          <a:xfrm>
            <a:off x="895950" y="1682000"/>
            <a:ext cx="3847200" cy="237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sp>
        <p:nvSpPr>
          <p:cNvPr id="118" name="Google Shape;118;p21"/>
          <p:cNvSpPr txBox="1">
            <a:spLocks noGrp="1"/>
          </p:cNvSpPr>
          <p:nvPr>
            <p:ph type="title"/>
          </p:nvPr>
        </p:nvSpPr>
        <p:spPr>
          <a:xfrm>
            <a:off x="713225" y="445025"/>
            <a:ext cx="5679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119" name="Google Shape;119;p2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0" name="Google Shape;120;p2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1" name="Google Shape;121;p21"/>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124" name="Google Shape;124;p22"/>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25" name="Google Shape;125;p22"/>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803750" y="2040496"/>
            <a:ext cx="4087500" cy="67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28" name="Google Shape;128;p23"/>
          <p:cNvSpPr txBox="1">
            <a:spLocks noGrp="1"/>
          </p:cNvSpPr>
          <p:nvPr>
            <p:ph type="subTitle" idx="1"/>
          </p:nvPr>
        </p:nvSpPr>
        <p:spPr>
          <a:xfrm>
            <a:off x="803750" y="2693525"/>
            <a:ext cx="3159300" cy="55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Font typeface="Josefin Sans"/>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cxnSp>
        <p:nvCxnSpPr>
          <p:cNvPr id="129" name="Google Shape;129;p2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30" name="Google Shape;130;p2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31"/>
        <p:cNvGrpSpPr/>
        <p:nvPr/>
      </p:nvGrpSpPr>
      <p:grpSpPr>
        <a:xfrm>
          <a:off x="0" y="0"/>
          <a:ext cx="0" cy="0"/>
          <a:chOff x="0" y="0"/>
          <a:chExt cx="0" cy="0"/>
        </a:xfrm>
      </p:grpSpPr>
      <p:sp>
        <p:nvSpPr>
          <p:cNvPr id="132" name="Google Shape;132;p24"/>
          <p:cNvSpPr txBox="1">
            <a:spLocks noGrp="1"/>
          </p:cNvSpPr>
          <p:nvPr>
            <p:ph type="subTitle" idx="1"/>
          </p:nvPr>
        </p:nvSpPr>
        <p:spPr>
          <a:xfrm>
            <a:off x="2648400" y="1682000"/>
            <a:ext cx="3847200" cy="237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400"/>
              <a:buChar char="●"/>
              <a:defRPr sz="1400"/>
            </a:lvl1pPr>
            <a:lvl2pPr lvl="1" algn="ctr">
              <a:lnSpc>
                <a:spcPct val="115000"/>
              </a:lnSpc>
              <a:spcBef>
                <a:spcPts val="0"/>
              </a:spcBef>
              <a:spcAft>
                <a:spcPts val="0"/>
              </a:spcAft>
              <a:buClr>
                <a:schemeClr val="dk1"/>
              </a:buClr>
              <a:buSzPts val="1400"/>
              <a:buChar char="○"/>
              <a:defRPr/>
            </a:lvl2pPr>
            <a:lvl3pPr lvl="2" algn="ctr">
              <a:lnSpc>
                <a:spcPct val="115000"/>
              </a:lnSpc>
              <a:spcBef>
                <a:spcPts val="0"/>
              </a:spcBef>
              <a:spcAft>
                <a:spcPts val="0"/>
              </a:spcAft>
              <a:buClr>
                <a:schemeClr val="dk1"/>
              </a:buClr>
              <a:buSzPts val="1400"/>
              <a:buChar char="■"/>
              <a:defRPr/>
            </a:lvl3pPr>
            <a:lvl4pPr lvl="3" algn="ctr">
              <a:lnSpc>
                <a:spcPct val="115000"/>
              </a:lnSpc>
              <a:spcBef>
                <a:spcPts val="0"/>
              </a:spcBef>
              <a:spcAft>
                <a:spcPts val="0"/>
              </a:spcAft>
              <a:buClr>
                <a:schemeClr val="dk1"/>
              </a:buClr>
              <a:buSzPts val="1400"/>
              <a:buChar char="●"/>
              <a:defRPr/>
            </a:lvl4pPr>
            <a:lvl5pPr lvl="4" algn="ctr">
              <a:lnSpc>
                <a:spcPct val="115000"/>
              </a:lnSpc>
              <a:spcBef>
                <a:spcPts val="0"/>
              </a:spcBef>
              <a:spcAft>
                <a:spcPts val="0"/>
              </a:spcAft>
              <a:buClr>
                <a:schemeClr val="dk1"/>
              </a:buClr>
              <a:buSzPts val="1400"/>
              <a:buChar char="○"/>
              <a:defRPr/>
            </a:lvl5pPr>
            <a:lvl6pPr lvl="5" algn="ctr">
              <a:lnSpc>
                <a:spcPct val="115000"/>
              </a:lnSpc>
              <a:spcBef>
                <a:spcPts val="0"/>
              </a:spcBef>
              <a:spcAft>
                <a:spcPts val="0"/>
              </a:spcAft>
              <a:buClr>
                <a:schemeClr val="dk1"/>
              </a:buClr>
              <a:buSzPts val="1400"/>
              <a:buChar char="■"/>
              <a:defRPr/>
            </a:lvl6pPr>
            <a:lvl7pPr lvl="6" algn="ctr">
              <a:lnSpc>
                <a:spcPct val="115000"/>
              </a:lnSpc>
              <a:spcBef>
                <a:spcPts val="0"/>
              </a:spcBef>
              <a:spcAft>
                <a:spcPts val="0"/>
              </a:spcAft>
              <a:buClr>
                <a:schemeClr val="dk1"/>
              </a:buClr>
              <a:buSzPts val="1400"/>
              <a:buChar char="●"/>
              <a:defRPr/>
            </a:lvl7pPr>
            <a:lvl8pPr lvl="7" algn="ctr">
              <a:lnSpc>
                <a:spcPct val="115000"/>
              </a:lnSpc>
              <a:spcBef>
                <a:spcPts val="0"/>
              </a:spcBef>
              <a:spcAft>
                <a:spcPts val="0"/>
              </a:spcAft>
              <a:buClr>
                <a:schemeClr val="dk1"/>
              </a:buClr>
              <a:buSzPts val="1400"/>
              <a:buChar char="○"/>
              <a:defRPr/>
            </a:lvl8pPr>
            <a:lvl9pPr lvl="8" algn="ctr">
              <a:lnSpc>
                <a:spcPct val="115000"/>
              </a:lnSpc>
              <a:spcBef>
                <a:spcPts val="0"/>
              </a:spcBef>
              <a:spcAft>
                <a:spcPts val="0"/>
              </a:spcAft>
              <a:buClr>
                <a:schemeClr val="dk1"/>
              </a:buClr>
              <a:buSzPts val="1400"/>
              <a:buChar char="■"/>
              <a:defRPr/>
            </a:lvl9pPr>
          </a:lstStyle>
          <a:p>
            <a:endParaRPr/>
          </a:p>
        </p:txBody>
      </p:sp>
      <p:sp>
        <p:nvSpPr>
          <p:cNvPr id="133" name="Google Shape;133;p24"/>
          <p:cNvSpPr txBox="1">
            <a:spLocks noGrp="1"/>
          </p:cNvSpPr>
          <p:nvPr>
            <p:ph type="title"/>
          </p:nvPr>
        </p:nvSpPr>
        <p:spPr>
          <a:xfrm>
            <a:off x="1732050" y="445025"/>
            <a:ext cx="567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cxnSp>
        <p:nvCxnSpPr>
          <p:cNvPr id="134" name="Google Shape;134;p2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35" name="Google Shape;135;p2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36" name="Google Shape;136;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37" name="Google Shape;137;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716225" y="1073000"/>
            <a:ext cx="5640600" cy="2856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sz="9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cxnSp>
        <p:nvCxnSpPr>
          <p:cNvPr id="140" name="Google Shape;140;p2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41" name="Google Shape;141;p2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42" name="Google Shape;142;p2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3" name="Google Shape;143;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4" name="Google Shape;144;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45" name="Google Shape;145;p25"/>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2410500" y="2808253"/>
            <a:ext cx="4323000" cy="497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800"/>
              <a:buNone/>
              <a:defRPr/>
            </a:lvl1pPr>
            <a:lvl2pPr lvl="1"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2pPr>
            <a:lvl3pPr lvl="2"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3pPr>
            <a:lvl4pPr lvl="3"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4pPr>
            <a:lvl5pPr lvl="4"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5pPr>
            <a:lvl6pPr lvl="5"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6pPr>
            <a:lvl7pPr lvl="6"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7pPr>
            <a:lvl8pPr lvl="7"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8pPr>
            <a:lvl9pPr lvl="8"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48" name="Google Shape;148;p26"/>
          <p:cNvSpPr txBox="1">
            <a:spLocks noGrp="1"/>
          </p:cNvSpPr>
          <p:nvPr>
            <p:ph type="subTitle" idx="1"/>
          </p:nvPr>
        </p:nvSpPr>
        <p:spPr>
          <a:xfrm>
            <a:off x="1842900" y="1661963"/>
            <a:ext cx="5458200" cy="997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20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49" name="Google Shape;149;p2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0" name="Google Shape;150;p2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699900" y="2821263"/>
            <a:ext cx="4323000" cy="49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2pPr>
            <a:lvl3pPr lvl="2"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3pPr>
            <a:lvl4pPr lvl="3"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4pPr>
            <a:lvl5pPr lvl="4"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5pPr>
            <a:lvl6pPr lvl="5"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6pPr>
            <a:lvl7pPr lvl="6"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7pPr>
            <a:lvl8pPr lvl="7"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8pPr>
            <a:lvl9pPr lvl="8" algn="ctr">
              <a:lnSpc>
                <a:spcPct val="100000"/>
              </a:lnSpc>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53" name="Google Shape;153;p27"/>
          <p:cNvSpPr txBox="1">
            <a:spLocks noGrp="1"/>
          </p:cNvSpPr>
          <p:nvPr>
            <p:ph type="subTitle" idx="1"/>
          </p:nvPr>
        </p:nvSpPr>
        <p:spPr>
          <a:xfrm>
            <a:off x="699900" y="1675902"/>
            <a:ext cx="5458200" cy="99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0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54" name="Google Shape;154;p27"/>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5" name="Google Shape;155;p27"/>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56" name="Google Shape;156;p2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57" name="Google Shape;157;p2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1994850" y="1482825"/>
            <a:ext cx="5154300" cy="1291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60" name="Google Shape;160;p28"/>
          <p:cNvSpPr txBox="1">
            <a:spLocks noGrp="1"/>
          </p:cNvSpPr>
          <p:nvPr>
            <p:ph type="subTitle" idx="1"/>
          </p:nvPr>
        </p:nvSpPr>
        <p:spPr>
          <a:xfrm>
            <a:off x="2299500" y="2972150"/>
            <a:ext cx="4545000" cy="554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cxnSp>
        <p:nvCxnSpPr>
          <p:cNvPr id="161" name="Google Shape;161;p28"/>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62" name="Google Shape;162;p28"/>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163"/>
        <p:cNvGrpSpPr/>
        <p:nvPr/>
      </p:nvGrpSpPr>
      <p:grpSpPr>
        <a:xfrm>
          <a:off x="0" y="0"/>
          <a:ext cx="0" cy="0"/>
          <a:chOff x="0" y="0"/>
          <a:chExt cx="0" cy="0"/>
        </a:xfrm>
      </p:grpSpPr>
      <p:sp>
        <p:nvSpPr>
          <p:cNvPr id="164" name="Google Shape;164;p29"/>
          <p:cNvSpPr txBox="1">
            <a:spLocks noGrp="1"/>
          </p:cNvSpPr>
          <p:nvPr>
            <p:ph type="subTitle" idx="1"/>
          </p:nvPr>
        </p:nvSpPr>
        <p:spPr>
          <a:xfrm>
            <a:off x="3509000"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5" name="Google Shape;165;p29"/>
          <p:cNvSpPr txBox="1">
            <a:spLocks noGrp="1"/>
          </p:cNvSpPr>
          <p:nvPr>
            <p:ph type="subTitle" idx="2"/>
          </p:nvPr>
        </p:nvSpPr>
        <p:spPr>
          <a:xfrm>
            <a:off x="350902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66" name="Google Shape;166;p29"/>
          <p:cNvSpPr txBox="1">
            <a:spLocks noGrp="1"/>
          </p:cNvSpPr>
          <p:nvPr>
            <p:ph type="subTitle" idx="3"/>
          </p:nvPr>
        </p:nvSpPr>
        <p:spPr>
          <a:xfrm>
            <a:off x="953025"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7" name="Google Shape;167;p29"/>
          <p:cNvSpPr txBox="1">
            <a:spLocks noGrp="1"/>
          </p:cNvSpPr>
          <p:nvPr>
            <p:ph type="subTitle" idx="4"/>
          </p:nvPr>
        </p:nvSpPr>
        <p:spPr>
          <a:xfrm>
            <a:off x="95312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68" name="Google Shape;168;p29"/>
          <p:cNvSpPr txBox="1">
            <a:spLocks noGrp="1"/>
          </p:cNvSpPr>
          <p:nvPr>
            <p:ph type="subTitle" idx="5"/>
          </p:nvPr>
        </p:nvSpPr>
        <p:spPr>
          <a:xfrm>
            <a:off x="6064875" y="16938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69" name="Google Shape;169;p29"/>
          <p:cNvSpPr txBox="1">
            <a:spLocks noGrp="1"/>
          </p:cNvSpPr>
          <p:nvPr>
            <p:ph type="subTitle" idx="6"/>
          </p:nvPr>
        </p:nvSpPr>
        <p:spPr>
          <a:xfrm>
            <a:off x="6064875" y="21100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0" name="Google Shape;170;p29"/>
          <p:cNvSpPr txBox="1">
            <a:spLocks noGrp="1"/>
          </p:cNvSpPr>
          <p:nvPr>
            <p:ph type="title"/>
          </p:nvPr>
        </p:nvSpPr>
        <p:spPr>
          <a:xfrm>
            <a:off x="1244250" y="445025"/>
            <a:ext cx="6655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171" name="Google Shape;171;p29"/>
          <p:cNvSpPr txBox="1">
            <a:spLocks noGrp="1"/>
          </p:cNvSpPr>
          <p:nvPr>
            <p:ph type="subTitle" idx="7"/>
          </p:nvPr>
        </p:nvSpPr>
        <p:spPr>
          <a:xfrm>
            <a:off x="3509000"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72" name="Google Shape;172;p29"/>
          <p:cNvSpPr txBox="1">
            <a:spLocks noGrp="1"/>
          </p:cNvSpPr>
          <p:nvPr>
            <p:ph type="subTitle" idx="8"/>
          </p:nvPr>
        </p:nvSpPr>
        <p:spPr>
          <a:xfrm>
            <a:off x="350902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3" name="Google Shape;173;p29"/>
          <p:cNvSpPr txBox="1">
            <a:spLocks noGrp="1"/>
          </p:cNvSpPr>
          <p:nvPr>
            <p:ph type="subTitle" idx="9"/>
          </p:nvPr>
        </p:nvSpPr>
        <p:spPr>
          <a:xfrm>
            <a:off x="95302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74" name="Google Shape;174;p29"/>
          <p:cNvSpPr txBox="1">
            <a:spLocks noGrp="1"/>
          </p:cNvSpPr>
          <p:nvPr>
            <p:ph type="subTitle" idx="13"/>
          </p:nvPr>
        </p:nvSpPr>
        <p:spPr>
          <a:xfrm>
            <a:off x="95312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5" name="Google Shape;175;p29"/>
          <p:cNvSpPr txBox="1">
            <a:spLocks noGrp="1"/>
          </p:cNvSpPr>
          <p:nvPr>
            <p:ph type="subTitle" idx="14"/>
          </p:nvPr>
        </p:nvSpPr>
        <p:spPr>
          <a:xfrm>
            <a:off x="6064875" y="3398751"/>
            <a:ext cx="2126100" cy="44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76" name="Google Shape;176;p29"/>
          <p:cNvSpPr txBox="1">
            <a:spLocks noGrp="1"/>
          </p:cNvSpPr>
          <p:nvPr>
            <p:ph type="subTitle" idx="15"/>
          </p:nvPr>
        </p:nvSpPr>
        <p:spPr>
          <a:xfrm>
            <a:off x="6064875" y="3814949"/>
            <a:ext cx="21261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cxnSp>
        <p:nvCxnSpPr>
          <p:cNvPr id="177" name="Google Shape;177;p29"/>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78" name="Google Shape;178;p29"/>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79" name="Google Shape;179;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80" name="Google Shape;180;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181"/>
        <p:cNvGrpSpPr/>
        <p:nvPr/>
      </p:nvGrpSpPr>
      <p:grpSpPr>
        <a:xfrm>
          <a:off x="0" y="0"/>
          <a:ext cx="0" cy="0"/>
          <a:chOff x="0" y="0"/>
          <a:chExt cx="0" cy="0"/>
        </a:xfrm>
      </p:grpSpPr>
      <p:cxnSp>
        <p:nvCxnSpPr>
          <p:cNvPr id="182" name="Google Shape;182;p30"/>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83" name="Google Shape;183;p30"/>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84" name="Google Shape;184;p3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85" name="Google Shape;185;p3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86" name="Google Shape;186;p3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187" name="Google Shape;187;p3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
        <p:nvSpPr>
          <p:cNvPr id="188" name="Google Shape;188;p30"/>
          <p:cNvSpPr txBox="1">
            <a:spLocks noGrp="1"/>
          </p:cNvSpPr>
          <p:nvPr>
            <p:ph type="subTitle" idx="1"/>
          </p:nvPr>
        </p:nvSpPr>
        <p:spPr>
          <a:xfrm>
            <a:off x="728750" y="1112872"/>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89" name="Google Shape;189;p30"/>
          <p:cNvSpPr txBox="1">
            <a:spLocks noGrp="1"/>
          </p:cNvSpPr>
          <p:nvPr>
            <p:ph type="subTitle" idx="2"/>
          </p:nvPr>
        </p:nvSpPr>
        <p:spPr>
          <a:xfrm>
            <a:off x="728762" y="1515149"/>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90" name="Google Shape;190;p30"/>
          <p:cNvSpPr txBox="1">
            <a:spLocks noGrp="1"/>
          </p:cNvSpPr>
          <p:nvPr>
            <p:ph type="subTitle" idx="3"/>
          </p:nvPr>
        </p:nvSpPr>
        <p:spPr>
          <a:xfrm>
            <a:off x="728750" y="2036386"/>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91" name="Google Shape;191;p30"/>
          <p:cNvSpPr txBox="1">
            <a:spLocks noGrp="1"/>
          </p:cNvSpPr>
          <p:nvPr>
            <p:ph type="subTitle" idx="4"/>
          </p:nvPr>
        </p:nvSpPr>
        <p:spPr>
          <a:xfrm>
            <a:off x="728762" y="2445160"/>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92" name="Google Shape;192;p30"/>
          <p:cNvSpPr txBox="1">
            <a:spLocks noGrp="1"/>
          </p:cNvSpPr>
          <p:nvPr>
            <p:ph type="title"/>
          </p:nvPr>
        </p:nvSpPr>
        <p:spPr>
          <a:xfrm>
            <a:off x="1531650" y="445025"/>
            <a:ext cx="6080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atin typeface="Merriweather Light"/>
                <a:ea typeface="Merriweather Light"/>
                <a:cs typeface="Merriweather Light"/>
                <a:sym typeface="Merriweather Light"/>
              </a:defRPr>
            </a:lvl2pPr>
            <a:lvl3pPr lvl="2" algn="ctr">
              <a:lnSpc>
                <a:spcPct val="100000"/>
              </a:lnSpc>
              <a:spcBef>
                <a:spcPts val="0"/>
              </a:spcBef>
              <a:spcAft>
                <a:spcPts val="0"/>
              </a:spcAft>
              <a:buSzPts val="3000"/>
              <a:buNone/>
              <a:defRPr>
                <a:latin typeface="Merriweather Light"/>
                <a:ea typeface="Merriweather Light"/>
                <a:cs typeface="Merriweather Light"/>
                <a:sym typeface="Merriweather Light"/>
              </a:defRPr>
            </a:lvl3pPr>
            <a:lvl4pPr lvl="3" algn="ctr">
              <a:lnSpc>
                <a:spcPct val="100000"/>
              </a:lnSpc>
              <a:spcBef>
                <a:spcPts val="0"/>
              </a:spcBef>
              <a:spcAft>
                <a:spcPts val="0"/>
              </a:spcAft>
              <a:buSzPts val="3000"/>
              <a:buNone/>
              <a:defRPr>
                <a:latin typeface="Merriweather Light"/>
                <a:ea typeface="Merriweather Light"/>
                <a:cs typeface="Merriweather Light"/>
                <a:sym typeface="Merriweather Light"/>
              </a:defRPr>
            </a:lvl4pPr>
            <a:lvl5pPr lvl="4" algn="ctr">
              <a:lnSpc>
                <a:spcPct val="100000"/>
              </a:lnSpc>
              <a:spcBef>
                <a:spcPts val="0"/>
              </a:spcBef>
              <a:spcAft>
                <a:spcPts val="0"/>
              </a:spcAft>
              <a:buSzPts val="3000"/>
              <a:buNone/>
              <a:defRPr>
                <a:latin typeface="Merriweather Light"/>
                <a:ea typeface="Merriweather Light"/>
                <a:cs typeface="Merriweather Light"/>
                <a:sym typeface="Merriweather Light"/>
              </a:defRPr>
            </a:lvl5pPr>
            <a:lvl6pPr lvl="5" algn="ctr">
              <a:lnSpc>
                <a:spcPct val="100000"/>
              </a:lnSpc>
              <a:spcBef>
                <a:spcPts val="0"/>
              </a:spcBef>
              <a:spcAft>
                <a:spcPts val="0"/>
              </a:spcAft>
              <a:buSzPts val="3000"/>
              <a:buNone/>
              <a:defRPr>
                <a:latin typeface="Merriweather Light"/>
                <a:ea typeface="Merriweather Light"/>
                <a:cs typeface="Merriweather Light"/>
                <a:sym typeface="Merriweather Light"/>
              </a:defRPr>
            </a:lvl6pPr>
            <a:lvl7pPr lvl="6" algn="ctr">
              <a:lnSpc>
                <a:spcPct val="100000"/>
              </a:lnSpc>
              <a:spcBef>
                <a:spcPts val="0"/>
              </a:spcBef>
              <a:spcAft>
                <a:spcPts val="0"/>
              </a:spcAft>
              <a:buSzPts val="3000"/>
              <a:buNone/>
              <a:defRPr>
                <a:latin typeface="Merriweather Light"/>
                <a:ea typeface="Merriweather Light"/>
                <a:cs typeface="Merriweather Light"/>
                <a:sym typeface="Merriweather Light"/>
              </a:defRPr>
            </a:lvl7pPr>
            <a:lvl8pPr lvl="7" algn="ctr">
              <a:lnSpc>
                <a:spcPct val="100000"/>
              </a:lnSpc>
              <a:spcBef>
                <a:spcPts val="0"/>
              </a:spcBef>
              <a:spcAft>
                <a:spcPts val="0"/>
              </a:spcAft>
              <a:buSzPts val="3000"/>
              <a:buNone/>
              <a:defRPr>
                <a:latin typeface="Merriweather Light"/>
                <a:ea typeface="Merriweather Light"/>
                <a:cs typeface="Merriweather Light"/>
                <a:sym typeface="Merriweather Light"/>
              </a:defRPr>
            </a:lvl8pPr>
            <a:lvl9pPr lvl="8" algn="ctr">
              <a:lnSpc>
                <a:spcPct val="100000"/>
              </a:lnSpc>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193" name="Google Shape;193;p30"/>
          <p:cNvSpPr txBox="1">
            <a:spLocks noGrp="1"/>
          </p:cNvSpPr>
          <p:nvPr>
            <p:ph type="subTitle" idx="5"/>
          </p:nvPr>
        </p:nvSpPr>
        <p:spPr>
          <a:xfrm>
            <a:off x="728750" y="2997225"/>
            <a:ext cx="2014800" cy="499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lnSpc>
                <a:spcPct val="115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194" name="Google Shape;194;p30"/>
          <p:cNvSpPr txBox="1">
            <a:spLocks noGrp="1"/>
          </p:cNvSpPr>
          <p:nvPr>
            <p:ph type="subTitle" idx="6"/>
          </p:nvPr>
        </p:nvSpPr>
        <p:spPr>
          <a:xfrm>
            <a:off x="728762" y="3405999"/>
            <a:ext cx="20148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cxnSp>
        <p:nvCxnSpPr>
          <p:cNvPr id="197" name="Google Shape;197;p31"/>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8" name="Google Shape;198;p31"/>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199" name="Google Shape;199;p3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00"/>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01"/>
        <p:cNvGrpSpPr/>
        <p:nvPr/>
      </p:nvGrpSpPr>
      <p:grpSpPr>
        <a:xfrm>
          <a:off x="0" y="0"/>
          <a:ext cx="0" cy="0"/>
          <a:chOff x="0" y="0"/>
          <a:chExt cx="0" cy="0"/>
        </a:xfrm>
      </p:grpSpPr>
      <p:cxnSp>
        <p:nvCxnSpPr>
          <p:cNvPr id="202" name="Google Shape;202;p33"/>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3" name="Google Shape;203;p33"/>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04"/>
        <p:cNvGrpSpPr/>
        <p:nvPr/>
      </p:nvGrpSpPr>
      <p:grpSpPr>
        <a:xfrm>
          <a:off x="0" y="0"/>
          <a:ext cx="0" cy="0"/>
          <a:chOff x="0" y="0"/>
          <a:chExt cx="0" cy="0"/>
        </a:xfrm>
      </p:grpSpPr>
      <p:cxnSp>
        <p:nvCxnSpPr>
          <p:cNvPr id="205" name="Google Shape;205;p34"/>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6" name="Google Shape;206;p34"/>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07" name="Google Shape;207;p34"/>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08" name="Google Shape;208;p34"/>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09"/>
        <p:cNvGrpSpPr/>
        <p:nvPr/>
      </p:nvGrpSpPr>
      <p:grpSpPr>
        <a:xfrm>
          <a:off x="0" y="0"/>
          <a:ext cx="0" cy="0"/>
          <a:chOff x="0" y="0"/>
          <a:chExt cx="0" cy="0"/>
        </a:xfrm>
      </p:grpSpPr>
      <p:cxnSp>
        <p:nvCxnSpPr>
          <p:cNvPr id="210" name="Google Shape;210;p35"/>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1" name="Google Shape;211;p35"/>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2" name="Google Shape;212;p35"/>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213"/>
        <p:cNvGrpSpPr/>
        <p:nvPr/>
      </p:nvGrpSpPr>
      <p:grpSpPr>
        <a:xfrm>
          <a:off x="0" y="0"/>
          <a:ext cx="0" cy="0"/>
          <a:chOff x="0" y="0"/>
          <a:chExt cx="0" cy="0"/>
        </a:xfrm>
      </p:grpSpPr>
      <p:cxnSp>
        <p:nvCxnSpPr>
          <p:cNvPr id="214" name="Google Shape;214;p36"/>
          <p:cNvCxnSpPr/>
          <p:nvPr/>
        </p:nvCxnSpPr>
        <p:spPr>
          <a:xfrm>
            <a:off x="-72550" y="27410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5" name="Google Shape;215;p36"/>
          <p:cNvCxnSpPr/>
          <p:nvPr/>
        </p:nvCxnSpPr>
        <p:spPr>
          <a:xfrm>
            <a:off x="-72550" y="4877450"/>
            <a:ext cx="9287400" cy="0"/>
          </a:xfrm>
          <a:prstGeom prst="straightConnector1">
            <a:avLst/>
          </a:prstGeom>
          <a:noFill/>
          <a:ln w="28575" cap="flat" cmpd="sng">
            <a:solidFill>
              <a:schemeClr val="accent1"/>
            </a:solidFill>
            <a:prstDash val="solid"/>
            <a:round/>
            <a:headEnd type="none" w="sm" len="sm"/>
            <a:tailEnd type="none" w="sm" len="sm"/>
          </a:ln>
        </p:spPr>
      </p:cxnSp>
      <p:cxnSp>
        <p:nvCxnSpPr>
          <p:cNvPr id="216" name="Google Shape;216;p3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17" name="Google Shape;217;p3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18" name="Google Shape;218;p3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cxnSp>
        <p:nvCxnSpPr>
          <p:cNvPr id="219" name="Google Shape;219;p3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Montserrat"/>
              <a:buChar char="●"/>
              <a:defRPr sz="1800" b="0" i="0" u="none" strike="noStrike" cap="none">
                <a:solidFill>
                  <a:schemeClr val="dk2"/>
                </a:solidFill>
                <a:latin typeface="Montserrat"/>
                <a:ea typeface="Montserrat"/>
                <a:cs typeface="Montserrat"/>
                <a:sym typeface="Montserrat"/>
              </a:defRPr>
            </a:lvl1pPr>
            <a:lvl2pPr marL="914400" marR="0" lvl="1"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l"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7"/>
          <p:cNvSpPr txBox="1">
            <a:spLocks noGrp="1"/>
          </p:cNvSpPr>
          <p:nvPr>
            <p:ph type="ctrTitle"/>
          </p:nvPr>
        </p:nvSpPr>
        <p:spPr>
          <a:xfrm>
            <a:off x="686770" y="1248300"/>
            <a:ext cx="7770510" cy="205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200"/>
              <a:buNone/>
            </a:pPr>
            <a:r>
              <a:rPr lang="id" sz="3600"/>
              <a:t>IMPLEMENTASI WEBSITE KATALOG HERBAL (HPAI) BERBASIS PHP FRAMEWORK LARAVEL</a:t>
            </a:r>
            <a:endParaRPr sz="3600"/>
          </a:p>
        </p:txBody>
      </p:sp>
      <p:sp>
        <p:nvSpPr>
          <p:cNvPr id="225" name="Google Shape;225;p37"/>
          <p:cNvSpPr txBox="1">
            <a:spLocks noGrp="1"/>
          </p:cNvSpPr>
          <p:nvPr>
            <p:ph type="subTitle" idx="1"/>
          </p:nvPr>
        </p:nvSpPr>
        <p:spPr>
          <a:xfrm>
            <a:off x="1918319" y="3072300"/>
            <a:ext cx="5307363" cy="1156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id">
                <a:solidFill>
                  <a:schemeClr val="dk1"/>
                </a:solidFill>
              </a:rPr>
              <a:t>Sidang Tugas Akhir </a:t>
            </a:r>
            <a:endParaRPr/>
          </a:p>
          <a:p>
            <a:pPr marL="0" lvl="0" indent="0" algn="ctr"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None/>
            </a:pPr>
            <a:r>
              <a:rPr lang="id"/>
              <a:t>Penguji		: Ustadz Dedy Widjaya, S.SI</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id">
                <a:solidFill>
                  <a:schemeClr val="dk1"/>
                </a:solidFill>
              </a:rPr>
              <a:t>Pembimbing	: Ustadz Ahmad Fauzan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8"/>
          <p:cNvSpPr txBox="1">
            <a:spLocks noGrp="1"/>
          </p:cNvSpPr>
          <p:nvPr>
            <p:ph type="title"/>
          </p:nvPr>
        </p:nvSpPr>
        <p:spPr>
          <a:xfrm>
            <a:off x="3742850" y="932925"/>
            <a:ext cx="4907664" cy="106533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000"/>
              <a:buNone/>
            </a:pPr>
            <a:r>
              <a:rPr lang="id" sz="3600"/>
              <a:t>Abdullah Qa’id Mu’aadz</a:t>
            </a:r>
            <a:br>
              <a:rPr lang="id" sz="3600"/>
            </a:br>
            <a:r>
              <a:rPr lang="id" sz="2000"/>
              <a:t>Tugas Akhir</a:t>
            </a:r>
            <a:br>
              <a:rPr lang="id" sz="2000"/>
            </a:br>
            <a:endParaRPr sz="2000"/>
          </a:p>
        </p:txBody>
      </p:sp>
      <p:sp>
        <p:nvSpPr>
          <p:cNvPr id="231" name="Google Shape;231;p38"/>
          <p:cNvSpPr txBox="1">
            <a:spLocks noGrp="1"/>
          </p:cNvSpPr>
          <p:nvPr>
            <p:ph type="subTitle" idx="1"/>
          </p:nvPr>
        </p:nvSpPr>
        <p:spPr>
          <a:xfrm>
            <a:off x="3742849" y="3039219"/>
            <a:ext cx="5270521" cy="114698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id"/>
              <a:t>Pesantrent Teknologi Informasi Komunikasi (PeTIK)</a:t>
            </a:r>
            <a:endParaRPr/>
          </a:p>
          <a:p>
            <a:pPr marL="0" lvl="0" indent="0" algn="l" rtl="0">
              <a:lnSpc>
                <a:spcPct val="100000"/>
              </a:lnSpc>
              <a:spcBef>
                <a:spcPts val="0"/>
              </a:spcBef>
              <a:spcAft>
                <a:spcPts val="0"/>
              </a:spcAft>
              <a:buSzPts val="1800"/>
              <a:buNone/>
            </a:pPr>
            <a:endParaRPr sz="600"/>
          </a:p>
          <a:p>
            <a:pPr marL="0" lvl="0" indent="0" algn="l" rtl="0">
              <a:lnSpc>
                <a:spcPct val="100000"/>
              </a:lnSpc>
              <a:spcBef>
                <a:spcPts val="0"/>
              </a:spcBef>
              <a:spcAft>
                <a:spcPts val="0"/>
              </a:spcAft>
              <a:buSzPts val="1800"/>
              <a:buNone/>
            </a:pPr>
            <a:r>
              <a:rPr lang="id"/>
              <a:t>JURUSAN	: Pengembangan Perangkat Lunak (PPL)</a:t>
            </a:r>
            <a:endParaRPr/>
          </a:p>
          <a:p>
            <a:pPr marL="0" lvl="0" indent="0" algn="l" rtl="0">
              <a:lnSpc>
                <a:spcPct val="100000"/>
              </a:lnSpc>
              <a:spcBef>
                <a:spcPts val="0"/>
              </a:spcBef>
              <a:spcAft>
                <a:spcPts val="0"/>
              </a:spcAft>
              <a:buSzPts val="1800"/>
              <a:buNone/>
            </a:pPr>
            <a:r>
              <a:rPr lang="id"/>
              <a:t>Kelas	: Mekkah</a:t>
            </a:r>
            <a:endParaRPr/>
          </a:p>
          <a:p>
            <a:pPr marL="0" lvl="0" indent="0" algn="l" rtl="0">
              <a:lnSpc>
                <a:spcPct val="100000"/>
              </a:lnSpc>
              <a:spcBef>
                <a:spcPts val="0"/>
              </a:spcBef>
              <a:spcAft>
                <a:spcPts val="0"/>
              </a:spcAft>
              <a:buSzPts val="1800"/>
              <a:buNone/>
            </a:pPr>
            <a:r>
              <a:rPr lang="id"/>
              <a:t>NIM	: 22255601001</a:t>
            </a:r>
            <a:endParaRPr/>
          </a:p>
          <a:p>
            <a:pPr marL="0" lvl="0" indent="0" algn="l" rtl="0">
              <a:lnSpc>
                <a:spcPct val="100000"/>
              </a:lnSpc>
              <a:spcBef>
                <a:spcPts val="0"/>
              </a:spcBef>
              <a:spcAft>
                <a:spcPts val="0"/>
              </a:spcAft>
              <a:buSzPts val="1800"/>
              <a:buNone/>
            </a:pPr>
            <a:endParaRPr/>
          </a:p>
        </p:txBody>
      </p:sp>
      <p:pic>
        <p:nvPicPr>
          <p:cNvPr id="232" name="Google Shape;232;p38"/>
          <p:cNvPicPr preferRelativeResize="0"/>
          <p:nvPr/>
        </p:nvPicPr>
        <p:blipFill rotWithShape="1">
          <a:blip r:embed="rId3">
            <a:alphaModFix/>
          </a:blip>
          <a:srcRect t="398" r="11115" b="2724"/>
          <a:stretch/>
        </p:blipFill>
        <p:spPr>
          <a:xfrm>
            <a:off x="856150" y="932925"/>
            <a:ext cx="2255350" cy="3277650"/>
          </a:xfrm>
          <a:prstGeom prst="rect">
            <a:avLst/>
          </a:prstGeom>
          <a:noFill/>
          <a:ln w="28575" cap="flat" cmpd="sng">
            <a:solidFill>
              <a:schemeClr val="accent1"/>
            </a:solidFill>
            <a:prstDash val="solid"/>
            <a:round/>
            <a:headEnd type="none" w="sm" len="sm"/>
            <a:tailEnd type="none" w="sm" len="sm"/>
          </a:ln>
        </p:spPr>
      </p:pic>
      <p:sp>
        <p:nvSpPr>
          <p:cNvPr id="233" name="Google Shape;233;p38"/>
          <p:cNvSpPr txBox="1"/>
          <p:nvPr/>
        </p:nvSpPr>
        <p:spPr>
          <a:xfrm>
            <a:off x="3831772" y="1998259"/>
            <a:ext cx="4818742" cy="114698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9000"/>
              <a:buFont typeface="Vidaloka"/>
              <a:buNone/>
            </a:pPr>
            <a:r>
              <a:rPr lang="id" sz="2000" b="0" i="0" u="none" strike="noStrike" cap="none">
                <a:solidFill>
                  <a:schemeClr val="dk1"/>
                </a:solidFill>
                <a:latin typeface="Vidaloka"/>
                <a:ea typeface="Vidaloka"/>
                <a:cs typeface="Vidaloka"/>
                <a:sym typeface="Vidaloka"/>
              </a:rPr>
              <a:t>IMPLEMENTASI WEBSITE KATALOG HERBAL (HPAI) BERBASIS PHP FRAMEWORK LARAVEL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9"/>
          <p:cNvSpPr txBox="1">
            <a:spLocks noGrp="1"/>
          </p:cNvSpPr>
          <p:nvPr>
            <p:ph type="title"/>
          </p:nvPr>
        </p:nvSpPr>
        <p:spPr>
          <a:xfrm>
            <a:off x="2216250" y="394921"/>
            <a:ext cx="47115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Latar Belakang</a:t>
            </a:r>
            <a:endParaRPr/>
          </a:p>
        </p:txBody>
      </p:sp>
      <p:pic>
        <p:nvPicPr>
          <p:cNvPr id="239" name="Google Shape;239;p39"/>
          <p:cNvPicPr preferRelativeResize="0"/>
          <p:nvPr/>
        </p:nvPicPr>
        <p:blipFill rotWithShape="1">
          <a:blip r:embed="rId3">
            <a:alphaModFix/>
          </a:blip>
          <a:srcRect l="29196"/>
          <a:stretch/>
        </p:blipFill>
        <p:spPr>
          <a:xfrm>
            <a:off x="5606053" y="2172294"/>
            <a:ext cx="3123615" cy="1423259"/>
          </a:xfrm>
          <a:prstGeom prst="rect">
            <a:avLst/>
          </a:prstGeom>
          <a:noFill/>
          <a:ln>
            <a:noFill/>
          </a:ln>
        </p:spPr>
      </p:pic>
      <p:pic>
        <p:nvPicPr>
          <p:cNvPr id="240" name="Google Shape;240;p39"/>
          <p:cNvPicPr preferRelativeResize="0"/>
          <p:nvPr/>
        </p:nvPicPr>
        <p:blipFill rotWithShape="1">
          <a:blip r:embed="rId4">
            <a:alphaModFix/>
          </a:blip>
          <a:srcRect/>
          <a:stretch/>
        </p:blipFill>
        <p:spPr>
          <a:xfrm>
            <a:off x="973952" y="1769774"/>
            <a:ext cx="4301633" cy="20447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1358400" y="523929"/>
            <a:ext cx="6427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id"/>
              <a:t>Rumusan Masalah</a:t>
            </a:r>
            <a:endParaRPr/>
          </a:p>
        </p:txBody>
      </p:sp>
      <p:sp>
        <p:nvSpPr>
          <p:cNvPr id="246" name="Google Shape;246;p40"/>
          <p:cNvSpPr txBox="1">
            <a:spLocks noGrp="1"/>
          </p:cNvSpPr>
          <p:nvPr>
            <p:ph type="subTitle" idx="3"/>
          </p:nvPr>
        </p:nvSpPr>
        <p:spPr>
          <a:xfrm>
            <a:off x="719108" y="1405390"/>
            <a:ext cx="5072042" cy="401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100"/>
              <a:buNone/>
            </a:pPr>
            <a:r>
              <a:rPr lang="id"/>
              <a:t>Rumusan 1</a:t>
            </a:r>
            <a:endParaRPr/>
          </a:p>
        </p:txBody>
      </p:sp>
      <p:sp>
        <p:nvSpPr>
          <p:cNvPr id="247" name="Google Shape;247;p40"/>
          <p:cNvSpPr txBox="1">
            <a:spLocks noGrp="1"/>
          </p:cNvSpPr>
          <p:nvPr>
            <p:ph type="subTitle" idx="4"/>
          </p:nvPr>
        </p:nvSpPr>
        <p:spPr>
          <a:xfrm>
            <a:off x="719108" y="1806416"/>
            <a:ext cx="5072042" cy="90020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None/>
            </a:pPr>
            <a:r>
              <a:rPr lang="id"/>
              <a:t>Bagaimana melakukan implementasi website katalog herbal untuk HPAI menggunakan framework Laravel berbasis PHP? </a:t>
            </a:r>
            <a:endParaRPr/>
          </a:p>
        </p:txBody>
      </p:sp>
      <p:sp>
        <p:nvSpPr>
          <p:cNvPr id="248" name="Google Shape;248;p40"/>
          <p:cNvSpPr txBox="1">
            <a:spLocks noGrp="1"/>
          </p:cNvSpPr>
          <p:nvPr>
            <p:ph type="subTitle" idx="7"/>
          </p:nvPr>
        </p:nvSpPr>
        <p:spPr>
          <a:xfrm>
            <a:off x="2997851" y="2899100"/>
            <a:ext cx="5072042" cy="46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100"/>
              <a:buNone/>
            </a:pPr>
            <a:r>
              <a:rPr lang="id"/>
              <a:t>Rumusan 2</a:t>
            </a:r>
            <a:endParaRPr/>
          </a:p>
        </p:txBody>
      </p:sp>
      <p:sp>
        <p:nvSpPr>
          <p:cNvPr id="249" name="Google Shape;249;p40"/>
          <p:cNvSpPr txBox="1">
            <a:spLocks noGrp="1"/>
          </p:cNvSpPr>
          <p:nvPr>
            <p:ph type="subTitle" idx="8"/>
          </p:nvPr>
        </p:nvSpPr>
        <p:spPr>
          <a:xfrm>
            <a:off x="2997901" y="3337010"/>
            <a:ext cx="5072042" cy="79607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None/>
            </a:pPr>
            <a:r>
              <a:rPr lang="id"/>
              <a:t>Bagaimana merancang struktur database yang efisien dan sesuai untuk menyimpan informasi produk herbal dalam website katalog?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1"/>
          <p:cNvSpPr txBox="1"/>
          <p:nvPr/>
        </p:nvSpPr>
        <p:spPr>
          <a:xfrm>
            <a:off x="1408500" y="407447"/>
            <a:ext cx="6327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id" sz="3000" b="0" i="0" u="none" strike="noStrike" cap="none">
                <a:solidFill>
                  <a:schemeClr val="dk1"/>
                </a:solidFill>
                <a:latin typeface="Vidaloka"/>
                <a:ea typeface="Vidaloka"/>
                <a:cs typeface="Vidaloka"/>
                <a:sym typeface="Vidaloka"/>
              </a:rPr>
              <a:t>Tujuan Penelitian</a:t>
            </a:r>
            <a:endParaRPr sz="3000" b="0" i="0" u="none" strike="noStrike" cap="none">
              <a:solidFill>
                <a:schemeClr val="dk1"/>
              </a:solidFill>
              <a:latin typeface="Vidaloka"/>
              <a:ea typeface="Vidaloka"/>
              <a:cs typeface="Vidaloka"/>
              <a:sym typeface="Vidaloka"/>
            </a:endParaRPr>
          </a:p>
        </p:txBody>
      </p:sp>
      <p:sp>
        <p:nvSpPr>
          <p:cNvPr id="255" name="Google Shape;255;p41"/>
          <p:cNvSpPr txBox="1"/>
          <p:nvPr/>
        </p:nvSpPr>
        <p:spPr>
          <a:xfrm>
            <a:off x="5459881" y="2551449"/>
            <a:ext cx="2486100" cy="501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id" sz="1400" b="0" i="0" u="none" strike="noStrike" cap="none">
                <a:solidFill>
                  <a:srgbClr val="000000"/>
                </a:solidFill>
                <a:latin typeface="Arial"/>
                <a:ea typeface="Arial"/>
                <a:cs typeface="Arial"/>
                <a:sym typeface="Arial"/>
              </a:rPr>
              <a:t>Tujuan 2</a:t>
            </a:r>
            <a:endParaRPr/>
          </a:p>
        </p:txBody>
      </p:sp>
      <p:sp>
        <p:nvSpPr>
          <p:cNvPr id="256" name="Google Shape;256;p41"/>
          <p:cNvSpPr txBox="1"/>
          <p:nvPr/>
        </p:nvSpPr>
        <p:spPr>
          <a:xfrm>
            <a:off x="4882982" y="2961200"/>
            <a:ext cx="3639899" cy="902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id" sz="1400" b="0" i="0" u="none" strike="noStrike" cap="none">
                <a:solidFill>
                  <a:srgbClr val="000000"/>
                </a:solidFill>
                <a:latin typeface="Arial"/>
                <a:ea typeface="Arial"/>
                <a:cs typeface="Arial"/>
                <a:sym typeface="Arial"/>
              </a:rPr>
              <a:t>Merancang dan mengembangkan struktur database yang efisien untuk menyimpan dan mengelola informasi produk herbal dalam website katalog</a:t>
            </a:r>
            <a:endParaRPr/>
          </a:p>
        </p:txBody>
      </p:sp>
      <p:sp>
        <p:nvSpPr>
          <p:cNvPr id="257" name="Google Shape;257;p41"/>
          <p:cNvSpPr txBox="1"/>
          <p:nvPr/>
        </p:nvSpPr>
        <p:spPr>
          <a:xfrm>
            <a:off x="1272269" y="2551449"/>
            <a:ext cx="2486100" cy="501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id" sz="1400" b="0" i="0" u="none" strike="noStrike" cap="none">
                <a:solidFill>
                  <a:srgbClr val="000000"/>
                </a:solidFill>
                <a:latin typeface="Arial"/>
                <a:ea typeface="Arial"/>
                <a:cs typeface="Arial"/>
                <a:sym typeface="Arial"/>
              </a:rPr>
              <a:t>Tujuan 1</a:t>
            </a:r>
            <a:endParaRPr sz="1400" b="0" i="0" u="none" strike="noStrike" cap="none">
              <a:solidFill>
                <a:srgbClr val="000000"/>
              </a:solidFill>
              <a:latin typeface="Arial"/>
              <a:ea typeface="Arial"/>
              <a:cs typeface="Arial"/>
              <a:sym typeface="Arial"/>
            </a:endParaRPr>
          </a:p>
        </p:txBody>
      </p:sp>
      <p:sp>
        <p:nvSpPr>
          <p:cNvPr id="258" name="Google Shape;258;p41"/>
          <p:cNvSpPr txBox="1"/>
          <p:nvPr/>
        </p:nvSpPr>
        <p:spPr>
          <a:xfrm>
            <a:off x="513375" y="2961200"/>
            <a:ext cx="4003889" cy="902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id" sz="1400" b="0" i="0" u="none" strike="noStrike" cap="none">
                <a:solidFill>
                  <a:srgbClr val="000000"/>
                </a:solidFill>
                <a:latin typeface="Arial"/>
                <a:ea typeface="Arial"/>
                <a:cs typeface="Arial"/>
                <a:sym typeface="Arial"/>
              </a:rPr>
              <a:t>Menerapkan framework Laravel berbasis PHP untuk mengimplementasikan website katalog herbal HPAI dengan fitur-fitur yang dibutuhkan</a:t>
            </a:r>
            <a:endParaRPr/>
          </a:p>
        </p:txBody>
      </p:sp>
      <p:grpSp>
        <p:nvGrpSpPr>
          <p:cNvPr id="259" name="Google Shape;259;p41"/>
          <p:cNvGrpSpPr/>
          <p:nvPr/>
        </p:nvGrpSpPr>
        <p:grpSpPr>
          <a:xfrm>
            <a:off x="2317104" y="2092918"/>
            <a:ext cx="396433" cy="393649"/>
            <a:chOff x="-63250675" y="3744075"/>
            <a:chExt cx="320350" cy="318100"/>
          </a:xfrm>
        </p:grpSpPr>
        <p:sp>
          <p:nvSpPr>
            <p:cNvPr id="260" name="Google Shape;260;p41"/>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41"/>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41"/>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3" name="Google Shape;263;p41"/>
          <p:cNvGrpSpPr/>
          <p:nvPr/>
        </p:nvGrpSpPr>
        <p:grpSpPr>
          <a:xfrm>
            <a:off x="6503738" y="2079534"/>
            <a:ext cx="396433" cy="393649"/>
            <a:chOff x="-63250675" y="3744075"/>
            <a:chExt cx="320350" cy="318100"/>
          </a:xfrm>
        </p:grpSpPr>
        <p:sp>
          <p:nvSpPr>
            <p:cNvPr id="264" name="Google Shape;264;p41"/>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41"/>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41"/>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2"/>
          <p:cNvSpPr txBox="1">
            <a:spLocks noGrp="1"/>
          </p:cNvSpPr>
          <p:nvPr>
            <p:ph type="title"/>
          </p:nvPr>
        </p:nvSpPr>
        <p:spPr>
          <a:xfrm>
            <a:off x="1408500" y="482603"/>
            <a:ext cx="6327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id"/>
              <a:t>Manfaat</a:t>
            </a:r>
            <a:endParaRPr/>
          </a:p>
        </p:txBody>
      </p:sp>
      <p:sp>
        <p:nvSpPr>
          <p:cNvPr id="272" name="Google Shape;272;p42"/>
          <p:cNvSpPr txBox="1">
            <a:spLocks noGrp="1"/>
          </p:cNvSpPr>
          <p:nvPr>
            <p:ph type="subTitle" idx="1"/>
          </p:nvPr>
        </p:nvSpPr>
        <p:spPr>
          <a:xfrm>
            <a:off x="5038975" y="2551449"/>
            <a:ext cx="2486100" cy="501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id"/>
              <a:t>Manfaat 2</a:t>
            </a:r>
            <a:endParaRPr/>
          </a:p>
        </p:txBody>
      </p:sp>
      <p:sp>
        <p:nvSpPr>
          <p:cNvPr id="273" name="Google Shape;273;p42"/>
          <p:cNvSpPr txBox="1">
            <a:spLocks noGrp="1"/>
          </p:cNvSpPr>
          <p:nvPr>
            <p:ph type="subTitle" idx="2"/>
          </p:nvPr>
        </p:nvSpPr>
        <p:spPr>
          <a:xfrm>
            <a:off x="4777935" y="2961200"/>
            <a:ext cx="3008181" cy="139172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a:t>Melakukan ekspansi pasar dengan memanfaatkan teknologi digital.</a:t>
            </a:r>
            <a:endParaRPr/>
          </a:p>
        </p:txBody>
      </p:sp>
      <p:sp>
        <p:nvSpPr>
          <p:cNvPr id="274" name="Google Shape;274;p42"/>
          <p:cNvSpPr txBox="1">
            <a:spLocks noGrp="1"/>
          </p:cNvSpPr>
          <p:nvPr>
            <p:ph type="subTitle" idx="3"/>
          </p:nvPr>
        </p:nvSpPr>
        <p:spPr>
          <a:xfrm>
            <a:off x="1693175" y="2551449"/>
            <a:ext cx="2486100" cy="501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id"/>
              <a:t>Manfaat 1</a:t>
            </a:r>
            <a:endParaRPr/>
          </a:p>
        </p:txBody>
      </p:sp>
      <p:sp>
        <p:nvSpPr>
          <p:cNvPr id="275" name="Google Shape;275;p42"/>
          <p:cNvSpPr txBox="1">
            <a:spLocks noGrp="1"/>
          </p:cNvSpPr>
          <p:nvPr>
            <p:ph type="subTitle" idx="4"/>
          </p:nvPr>
        </p:nvSpPr>
        <p:spPr>
          <a:xfrm>
            <a:off x="1281726" y="2961199"/>
            <a:ext cx="3308999" cy="139172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a:t>Penyediaan akses kepada pengguna terkait produk herbal yang ditawarkan oleh HPAI</a:t>
            </a:r>
            <a:endParaRPr/>
          </a:p>
        </p:txBody>
      </p:sp>
      <p:grpSp>
        <p:nvGrpSpPr>
          <p:cNvPr id="276" name="Google Shape;276;p42"/>
          <p:cNvGrpSpPr/>
          <p:nvPr/>
        </p:nvGrpSpPr>
        <p:grpSpPr>
          <a:xfrm>
            <a:off x="2768411" y="2131585"/>
            <a:ext cx="354616" cy="354586"/>
            <a:chOff x="-30354000" y="3569100"/>
            <a:chExt cx="292250" cy="292225"/>
          </a:xfrm>
        </p:grpSpPr>
        <p:sp>
          <p:nvSpPr>
            <p:cNvPr id="277" name="Google Shape;277;p42"/>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42"/>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42"/>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42"/>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42"/>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42"/>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3" name="Google Shape;283;p42"/>
          <p:cNvGrpSpPr/>
          <p:nvPr/>
        </p:nvGrpSpPr>
        <p:grpSpPr>
          <a:xfrm>
            <a:off x="6070661" y="2079430"/>
            <a:ext cx="420775" cy="393561"/>
            <a:chOff x="-4118225" y="3990475"/>
            <a:chExt cx="292225" cy="273325"/>
          </a:xfrm>
        </p:grpSpPr>
        <p:sp>
          <p:nvSpPr>
            <p:cNvPr id="284" name="Google Shape;284;p42"/>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2"/>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42"/>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42"/>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3F353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3"/>
          <p:cNvSpPr txBox="1">
            <a:spLocks noGrp="1"/>
          </p:cNvSpPr>
          <p:nvPr>
            <p:ph type="title"/>
          </p:nvPr>
        </p:nvSpPr>
        <p:spPr>
          <a:xfrm>
            <a:off x="3034498" y="393978"/>
            <a:ext cx="3075004"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Batasan Masalah</a:t>
            </a:r>
            <a:endParaRPr/>
          </a:p>
        </p:txBody>
      </p:sp>
      <p:sp>
        <p:nvSpPr>
          <p:cNvPr id="293" name="Google Shape;293;p43"/>
          <p:cNvSpPr txBox="1">
            <a:spLocks noGrp="1"/>
          </p:cNvSpPr>
          <p:nvPr>
            <p:ph type="subTitle" idx="1"/>
          </p:nvPr>
        </p:nvSpPr>
        <p:spPr>
          <a:xfrm>
            <a:off x="5908086" y="2180785"/>
            <a:ext cx="2437908" cy="49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id"/>
              <a:t>Batasan 3</a:t>
            </a:r>
            <a:endParaRPr/>
          </a:p>
        </p:txBody>
      </p:sp>
      <p:sp>
        <p:nvSpPr>
          <p:cNvPr id="294" name="Google Shape;294;p43"/>
          <p:cNvSpPr txBox="1">
            <a:spLocks noGrp="1"/>
          </p:cNvSpPr>
          <p:nvPr>
            <p:ph type="subTitle" idx="2"/>
          </p:nvPr>
        </p:nvSpPr>
        <p:spPr>
          <a:xfrm>
            <a:off x="5908086" y="2704421"/>
            <a:ext cx="2437908"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a:t>Database MySQL</a:t>
            </a:r>
            <a:endParaRPr/>
          </a:p>
        </p:txBody>
      </p:sp>
      <p:sp>
        <p:nvSpPr>
          <p:cNvPr id="295" name="Google Shape;295;p43"/>
          <p:cNvSpPr txBox="1">
            <a:spLocks noGrp="1"/>
          </p:cNvSpPr>
          <p:nvPr>
            <p:ph type="subTitle" idx="3"/>
          </p:nvPr>
        </p:nvSpPr>
        <p:spPr>
          <a:xfrm>
            <a:off x="788350" y="2180785"/>
            <a:ext cx="2437908" cy="49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id"/>
              <a:t>Batasan 1</a:t>
            </a:r>
            <a:endParaRPr/>
          </a:p>
        </p:txBody>
      </p:sp>
      <p:sp>
        <p:nvSpPr>
          <p:cNvPr id="296" name="Google Shape;296;p43"/>
          <p:cNvSpPr txBox="1">
            <a:spLocks noGrp="1"/>
          </p:cNvSpPr>
          <p:nvPr>
            <p:ph type="subTitle" idx="4"/>
          </p:nvPr>
        </p:nvSpPr>
        <p:spPr>
          <a:xfrm>
            <a:off x="788350" y="2708216"/>
            <a:ext cx="2437908" cy="56890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dirty="0"/>
              <a:t>Website katalog</a:t>
            </a:r>
            <a:endParaRPr dirty="0"/>
          </a:p>
          <a:p>
            <a:pPr marL="0" lvl="0" indent="0" algn="ctr" rtl="0">
              <a:lnSpc>
                <a:spcPct val="100000"/>
              </a:lnSpc>
              <a:spcBef>
                <a:spcPts val="0"/>
              </a:spcBef>
              <a:spcAft>
                <a:spcPts val="0"/>
              </a:spcAft>
              <a:buSzPts val="1400"/>
              <a:buNone/>
            </a:pPr>
            <a:r>
              <a:rPr lang="id" dirty="0"/>
              <a:t>herbal (HPAI)</a:t>
            </a:r>
            <a:endParaRPr dirty="0"/>
          </a:p>
        </p:txBody>
      </p:sp>
      <p:sp>
        <p:nvSpPr>
          <p:cNvPr id="297" name="Google Shape;297;p43"/>
          <p:cNvSpPr txBox="1">
            <a:spLocks noGrp="1"/>
          </p:cNvSpPr>
          <p:nvPr>
            <p:ph type="subTitle" idx="7"/>
          </p:nvPr>
        </p:nvSpPr>
        <p:spPr>
          <a:xfrm>
            <a:off x="3353046" y="2180785"/>
            <a:ext cx="2437908" cy="49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id"/>
              <a:t>Batasan 2</a:t>
            </a:r>
            <a:endParaRPr/>
          </a:p>
        </p:txBody>
      </p:sp>
      <p:sp>
        <p:nvSpPr>
          <p:cNvPr id="298" name="Google Shape;298;p43"/>
          <p:cNvSpPr txBox="1">
            <a:spLocks noGrp="1"/>
          </p:cNvSpPr>
          <p:nvPr>
            <p:ph type="subTitle" idx="8"/>
          </p:nvPr>
        </p:nvSpPr>
        <p:spPr>
          <a:xfrm>
            <a:off x="3353046" y="2706693"/>
            <a:ext cx="2437908"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a:t>Tidak mengimplementasi fitur E-Commerce</a:t>
            </a:r>
            <a:endParaRPr/>
          </a:p>
        </p:txBody>
      </p:sp>
      <p:grpSp>
        <p:nvGrpSpPr>
          <p:cNvPr id="299" name="Google Shape;299;p43"/>
          <p:cNvGrpSpPr/>
          <p:nvPr/>
        </p:nvGrpSpPr>
        <p:grpSpPr>
          <a:xfrm>
            <a:off x="4392463" y="1789210"/>
            <a:ext cx="359972" cy="365467"/>
            <a:chOff x="-59400775" y="4084200"/>
            <a:chExt cx="311125" cy="315875"/>
          </a:xfrm>
        </p:grpSpPr>
        <p:sp>
          <p:nvSpPr>
            <p:cNvPr id="300" name="Google Shape;300;p43"/>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43"/>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43"/>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43"/>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43"/>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43"/>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6" name="Google Shape;306;p43"/>
          <p:cNvGrpSpPr/>
          <p:nvPr/>
        </p:nvGrpSpPr>
        <p:grpSpPr>
          <a:xfrm>
            <a:off x="1852697" y="1789210"/>
            <a:ext cx="359972" cy="365467"/>
            <a:chOff x="-59400775" y="4084200"/>
            <a:chExt cx="311125" cy="315875"/>
          </a:xfrm>
        </p:grpSpPr>
        <p:sp>
          <p:nvSpPr>
            <p:cNvPr id="307" name="Google Shape;307;p43"/>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43"/>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43"/>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43"/>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43"/>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43"/>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3" name="Google Shape;313;p43"/>
          <p:cNvGrpSpPr/>
          <p:nvPr/>
        </p:nvGrpSpPr>
        <p:grpSpPr>
          <a:xfrm>
            <a:off x="6947503" y="1795548"/>
            <a:ext cx="359972" cy="365467"/>
            <a:chOff x="-59400775" y="4084200"/>
            <a:chExt cx="311125" cy="315875"/>
          </a:xfrm>
        </p:grpSpPr>
        <p:sp>
          <p:nvSpPr>
            <p:cNvPr id="314" name="Google Shape;314;p43"/>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43"/>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43"/>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43"/>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43"/>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43"/>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4"/>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Alur Penelitian</a:t>
            </a:r>
            <a:endParaRPr/>
          </a:p>
        </p:txBody>
      </p:sp>
      <p:sp>
        <p:nvSpPr>
          <p:cNvPr id="325" name="Google Shape;325;p44"/>
          <p:cNvSpPr txBox="1"/>
          <p:nvPr/>
        </p:nvSpPr>
        <p:spPr>
          <a:xfrm>
            <a:off x="4371820" y="2707857"/>
            <a:ext cx="2084709" cy="930687"/>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Perancangan S</a:t>
            </a:r>
            <a:r>
              <a:rPr lang="id" sz="2400">
                <a:solidFill>
                  <a:schemeClr val="dk1"/>
                </a:solidFill>
                <a:latin typeface="Vidaloka"/>
                <a:ea typeface="Vidaloka"/>
                <a:cs typeface="Vidaloka"/>
                <a:sym typeface="Vidaloka"/>
              </a:rPr>
              <a:t>i</a:t>
            </a:r>
            <a:r>
              <a:rPr lang="id" sz="2400" b="0" i="0" u="none" strike="noStrike" cap="none">
                <a:solidFill>
                  <a:schemeClr val="dk1"/>
                </a:solidFill>
                <a:latin typeface="Vidaloka"/>
                <a:ea typeface="Vidaloka"/>
                <a:cs typeface="Vidaloka"/>
                <a:sym typeface="Vidaloka"/>
              </a:rPr>
              <a:t>stem</a:t>
            </a:r>
            <a:endParaRPr sz="2400" b="0" i="0" u="none" strike="noStrike" cap="none">
              <a:solidFill>
                <a:schemeClr val="dk1"/>
              </a:solidFill>
              <a:latin typeface="Vidaloka"/>
              <a:ea typeface="Vidaloka"/>
              <a:cs typeface="Vidaloka"/>
              <a:sym typeface="Vidaloka"/>
            </a:endParaRPr>
          </a:p>
        </p:txBody>
      </p:sp>
      <p:sp>
        <p:nvSpPr>
          <p:cNvPr id="326" name="Google Shape;326;p44"/>
          <p:cNvSpPr txBox="1"/>
          <p:nvPr/>
        </p:nvSpPr>
        <p:spPr>
          <a:xfrm>
            <a:off x="536079" y="2705316"/>
            <a:ext cx="1722900" cy="847507"/>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Studi Literatur</a:t>
            </a:r>
            <a:endParaRPr sz="2400" b="0" i="0" u="none" strike="noStrike" cap="none">
              <a:solidFill>
                <a:schemeClr val="dk1"/>
              </a:solidFill>
              <a:latin typeface="Vidaloka"/>
              <a:ea typeface="Vidaloka"/>
              <a:cs typeface="Vidaloka"/>
              <a:sym typeface="Vidaloka"/>
            </a:endParaRPr>
          </a:p>
        </p:txBody>
      </p:sp>
      <p:grpSp>
        <p:nvGrpSpPr>
          <p:cNvPr id="327" name="Google Shape;327;p44"/>
          <p:cNvGrpSpPr/>
          <p:nvPr/>
        </p:nvGrpSpPr>
        <p:grpSpPr>
          <a:xfrm>
            <a:off x="902200" y="2047283"/>
            <a:ext cx="7013349" cy="667500"/>
            <a:chOff x="1061626" y="2700425"/>
            <a:chExt cx="7013349" cy="667500"/>
          </a:xfrm>
        </p:grpSpPr>
        <p:cxnSp>
          <p:nvCxnSpPr>
            <p:cNvPr id="328" name="Google Shape;328;p44"/>
            <p:cNvCxnSpPr>
              <a:stCxn id="329" idx="3"/>
              <a:endCxn id="330" idx="1"/>
            </p:cNvCxnSpPr>
            <p:nvPr/>
          </p:nvCxnSpPr>
          <p:spPr>
            <a:xfrm>
              <a:off x="2072626" y="3034175"/>
              <a:ext cx="1006800" cy="0"/>
            </a:xfrm>
            <a:prstGeom prst="straightConnector1">
              <a:avLst/>
            </a:prstGeom>
            <a:noFill/>
            <a:ln w="28575" cap="flat" cmpd="sng">
              <a:solidFill>
                <a:schemeClr val="accent2"/>
              </a:solidFill>
              <a:prstDash val="solid"/>
              <a:round/>
              <a:headEnd type="none" w="sm" len="sm"/>
              <a:tailEnd type="none" w="sm" len="sm"/>
            </a:ln>
          </p:spPr>
        </p:cxnSp>
        <p:cxnSp>
          <p:nvCxnSpPr>
            <p:cNvPr id="331" name="Google Shape;331;p44"/>
            <p:cNvCxnSpPr>
              <a:stCxn id="330" idx="3"/>
              <a:endCxn id="332" idx="1"/>
            </p:cNvCxnSpPr>
            <p:nvPr/>
          </p:nvCxnSpPr>
          <p:spPr>
            <a:xfrm>
              <a:off x="4061175" y="3034175"/>
              <a:ext cx="1021500" cy="0"/>
            </a:xfrm>
            <a:prstGeom prst="straightConnector1">
              <a:avLst/>
            </a:prstGeom>
            <a:noFill/>
            <a:ln w="28575" cap="flat" cmpd="sng">
              <a:solidFill>
                <a:schemeClr val="accent2"/>
              </a:solidFill>
              <a:prstDash val="solid"/>
              <a:round/>
              <a:headEnd type="none" w="sm" len="sm"/>
              <a:tailEnd type="none" w="sm" len="sm"/>
            </a:ln>
          </p:spPr>
        </p:cxnSp>
        <p:cxnSp>
          <p:nvCxnSpPr>
            <p:cNvPr id="333" name="Google Shape;333;p44"/>
            <p:cNvCxnSpPr>
              <a:stCxn id="332" idx="3"/>
              <a:endCxn id="334" idx="1"/>
            </p:cNvCxnSpPr>
            <p:nvPr/>
          </p:nvCxnSpPr>
          <p:spPr>
            <a:xfrm>
              <a:off x="6064400" y="3034175"/>
              <a:ext cx="1014300" cy="0"/>
            </a:xfrm>
            <a:prstGeom prst="straightConnector1">
              <a:avLst/>
            </a:prstGeom>
            <a:noFill/>
            <a:ln w="28575" cap="flat" cmpd="sng">
              <a:solidFill>
                <a:schemeClr val="accent2"/>
              </a:solidFill>
              <a:prstDash val="solid"/>
              <a:round/>
              <a:headEnd type="none" w="sm" len="sm"/>
              <a:tailEnd type="none" w="sm" len="sm"/>
            </a:ln>
          </p:spPr>
        </p:cxnSp>
        <p:sp>
          <p:nvSpPr>
            <p:cNvPr id="329" name="Google Shape;329;p44"/>
            <p:cNvSpPr txBox="1"/>
            <p:nvPr/>
          </p:nvSpPr>
          <p:spPr>
            <a:xfrm>
              <a:off x="1061626" y="2700425"/>
              <a:ext cx="10110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01</a:t>
              </a:r>
              <a:endParaRPr sz="3500" b="0" i="0" u="none" strike="noStrike" cap="none">
                <a:solidFill>
                  <a:schemeClr val="accent1"/>
                </a:solidFill>
                <a:latin typeface="Vidaloka"/>
                <a:ea typeface="Vidaloka"/>
                <a:cs typeface="Vidaloka"/>
                <a:sym typeface="Vidaloka"/>
              </a:endParaRPr>
            </a:p>
          </p:txBody>
        </p:sp>
        <p:sp>
          <p:nvSpPr>
            <p:cNvPr id="330" name="Google Shape;330;p44"/>
            <p:cNvSpPr txBox="1"/>
            <p:nvPr/>
          </p:nvSpPr>
          <p:spPr>
            <a:xfrm>
              <a:off x="3079575" y="2700425"/>
              <a:ext cx="9816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02</a:t>
              </a:r>
              <a:endParaRPr sz="3500" b="0" i="0" u="none" strike="noStrike" cap="none">
                <a:solidFill>
                  <a:schemeClr val="accent1"/>
                </a:solidFill>
                <a:latin typeface="Vidaloka"/>
                <a:ea typeface="Vidaloka"/>
                <a:cs typeface="Vidaloka"/>
                <a:sym typeface="Vidaloka"/>
              </a:endParaRPr>
            </a:p>
          </p:txBody>
        </p:sp>
        <p:sp>
          <p:nvSpPr>
            <p:cNvPr id="332" name="Google Shape;332;p44"/>
            <p:cNvSpPr txBox="1"/>
            <p:nvPr/>
          </p:nvSpPr>
          <p:spPr>
            <a:xfrm>
              <a:off x="5082800" y="2700425"/>
              <a:ext cx="9816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03</a:t>
              </a:r>
              <a:endParaRPr sz="3500" b="0" i="0" u="none" strike="noStrike" cap="none">
                <a:solidFill>
                  <a:schemeClr val="accent1"/>
                </a:solidFill>
                <a:latin typeface="Vidaloka"/>
                <a:ea typeface="Vidaloka"/>
                <a:cs typeface="Vidaloka"/>
                <a:sym typeface="Vidaloka"/>
              </a:endParaRPr>
            </a:p>
          </p:txBody>
        </p:sp>
        <p:sp>
          <p:nvSpPr>
            <p:cNvPr id="334" name="Google Shape;334;p44"/>
            <p:cNvSpPr txBox="1"/>
            <p:nvPr/>
          </p:nvSpPr>
          <p:spPr>
            <a:xfrm>
              <a:off x="7078675" y="2700425"/>
              <a:ext cx="9963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04</a:t>
              </a:r>
              <a:endParaRPr sz="3500" b="0" i="0" u="none" strike="noStrike" cap="none">
                <a:solidFill>
                  <a:schemeClr val="accent1"/>
                </a:solidFill>
                <a:latin typeface="Vidaloka"/>
                <a:ea typeface="Vidaloka"/>
                <a:cs typeface="Vidaloka"/>
                <a:sym typeface="Vidaloka"/>
              </a:endParaRPr>
            </a:p>
          </p:txBody>
        </p:sp>
      </p:grpSp>
      <p:sp>
        <p:nvSpPr>
          <p:cNvPr id="335" name="Google Shape;335;p44"/>
          <p:cNvSpPr txBox="1"/>
          <p:nvPr/>
        </p:nvSpPr>
        <p:spPr>
          <a:xfrm>
            <a:off x="2604757" y="2714783"/>
            <a:ext cx="1722900"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Observasi</a:t>
            </a:r>
            <a:endParaRPr sz="2400" b="0" i="0" u="none" strike="noStrike" cap="none">
              <a:solidFill>
                <a:schemeClr val="dk1"/>
              </a:solidFill>
              <a:latin typeface="Vidaloka"/>
              <a:ea typeface="Vidaloka"/>
              <a:cs typeface="Vidaloka"/>
              <a:sym typeface="Vidaloka"/>
            </a:endParaRPr>
          </a:p>
        </p:txBody>
      </p:sp>
      <p:sp>
        <p:nvSpPr>
          <p:cNvPr id="336" name="Google Shape;336;p44"/>
          <p:cNvSpPr txBox="1"/>
          <p:nvPr/>
        </p:nvSpPr>
        <p:spPr>
          <a:xfrm>
            <a:off x="6375044" y="2714783"/>
            <a:ext cx="2084709"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Implementasi</a:t>
            </a:r>
            <a:endParaRPr sz="2400" b="0" i="0" u="none" strike="noStrike" cap="none">
              <a:solidFill>
                <a:schemeClr val="dk1"/>
              </a:solidFill>
              <a:latin typeface="Vidaloka"/>
              <a:ea typeface="Vidaloka"/>
              <a:cs typeface="Vidaloka"/>
              <a:sym typeface="Vidalok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5"/>
          <p:cNvSpPr txBox="1">
            <a:spLocks noGrp="1"/>
          </p:cNvSpPr>
          <p:nvPr>
            <p:ph type="title"/>
          </p:nvPr>
        </p:nvSpPr>
        <p:spPr>
          <a:xfrm>
            <a:off x="400617" y="389750"/>
            <a:ext cx="36333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id"/>
              <a:t>Metode Penelitian</a:t>
            </a:r>
            <a:endParaRPr/>
          </a:p>
        </p:txBody>
      </p:sp>
      <p:pic>
        <p:nvPicPr>
          <p:cNvPr id="342" name="Google Shape;342;p45"/>
          <p:cNvPicPr preferRelativeResize="0"/>
          <p:nvPr/>
        </p:nvPicPr>
        <p:blipFill>
          <a:blip r:embed="rId3">
            <a:alphaModFix/>
          </a:blip>
          <a:stretch>
            <a:fillRect/>
          </a:stretch>
        </p:blipFill>
        <p:spPr>
          <a:xfrm>
            <a:off x="1755750" y="1190661"/>
            <a:ext cx="5632500" cy="3308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Metode Penelitian</a:t>
            </a:r>
            <a:endParaRPr/>
          </a:p>
        </p:txBody>
      </p:sp>
      <p:sp>
        <p:nvSpPr>
          <p:cNvPr id="348" name="Google Shape;348;p46"/>
          <p:cNvSpPr txBox="1"/>
          <p:nvPr/>
        </p:nvSpPr>
        <p:spPr>
          <a:xfrm>
            <a:off x="522784" y="2024539"/>
            <a:ext cx="1895100" cy="357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Perencanaan</a:t>
            </a:r>
            <a:endParaRPr sz="2400" b="0" i="0" u="none" strike="noStrike" cap="none">
              <a:solidFill>
                <a:schemeClr val="dk1"/>
              </a:solidFill>
              <a:latin typeface="Vidaloka"/>
              <a:ea typeface="Vidaloka"/>
              <a:cs typeface="Vidaloka"/>
              <a:sym typeface="Vidaloka"/>
            </a:endParaRPr>
          </a:p>
        </p:txBody>
      </p:sp>
      <p:grpSp>
        <p:nvGrpSpPr>
          <p:cNvPr id="349" name="Google Shape;349;p46"/>
          <p:cNvGrpSpPr/>
          <p:nvPr/>
        </p:nvGrpSpPr>
        <p:grpSpPr>
          <a:xfrm>
            <a:off x="1022534" y="1379510"/>
            <a:ext cx="7013349" cy="667500"/>
            <a:chOff x="1061626" y="2700425"/>
            <a:chExt cx="7013349" cy="667500"/>
          </a:xfrm>
        </p:grpSpPr>
        <p:cxnSp>
          <p:nvCxnSpPr>
            <p:cNvPr id="350" name="Google Shape;350;p46"/>
            <p:cNvCxnSpPr>
              <a:stCxn id="351" idx="3"/>
              <a:endCxn id="352" idx="1"/>
            </p:cNvCxnSpPr>
            <p:nvPr/>
          </p:nvCxnSpPr>
          <p:spPr>
            <a:xfrm>
              <a:off x="2072626" y="3034175"/>
              <a:ext cx="1006800" cy="0"/>
            </a:xfrm>
            <a:prstGeom prst="straightConnector1">
              <a:avLst/>
            </a:prstGeom>
            <a:noFill/>
            <a:ln w="28575" cap="flat" cmpd="sng">
              <a:solidFill>
                <a:schemeClr val="accent2"/>
              </a:solidFill>
              <a:prstDash val="solid"/>
              <a:round/>
              <a:headEnd type="none" w="sm" len="sm"/>
              <a:tailEnd type="none" w="sm" len="sm"/>
            </a:ln>
          </p:spPr>
        </p:cxnSp>
        <p:cxnSp>
          <p:nvCxnSpPr>
            <p:cNvPr id="353" name="Google Shape;353;p46"/>
            <p:cNvCxnSpPr>
              <a:stCxn id="352" idx="3"/>
              <a:endCxn id="354" idx="1"/>
            </p:cNvCxnSpPr>
            <p:nvPr/>
          </p:nvCxnSpPr>
          <p:spPr>
            <a:xfrm>
              <a:off x="4061175" y="3034175"/>
              <a:ext cx="1021500" cy="0"/>
            </a:xfrm>
            <a:prstGeom prst="straightConnector1">
              <a:avLst/>
            </a:prstGeom>
            <a:noFill/>
            <a:ln w="28575" cap="flat" cmpd="sng">
              <a:solidFill>
                <a:schemeClr val="accent2"/>
              </a:solidFill>
              <a:prstDash val="solid"/>
              <a:round/>
              <a:headEnd type="none" w="sm" len="sm"/>
              <a:tailEnd type="none" w="sm" len="sm"/>
            </a:ln>
          </p:spPr>
        </p:cxnSp>
        <p:cxnSp>
          <p:nvCxnSpPr>
            <p:cNvPr id="355" name="Google Shape;355;p46"/>
            <p:cNvCxnSpPr>
              <a:stCxn id="354" idx="3"/>
              <a:endCxn id="356" idx="1"/>
            </p:cNvCxnSpPr>
            <p:nvPr/>
          </p:nvCxnSpPr>
          <p:spPr>
            <a:xfrm>
              <a:off x="6064400" y="3034175"/>
              <a:ext cx="1014300" cy="0"/>
            </a:xfrm>
            <a:prstGeom prst="straightConnector1">
              <a:avLst/>
            </a:prstGeom>
            <a:noFill/>
            <a:ln w="28575" cap="flat" cmpd="sng">
              <a:solidFill>
                <a:schemeClr val="accent2"/>
              </a:solidFill>
              <a:prstDash val="solid"/>
              <a:round/>
              <a:headEnd type="none" w="sm" len="sm"/>
              <a:tailEnd type="none" w="sm" len="sm"/>
            </a:ln>
          </p:spPr>
        </p:cxnSp>
        <p:sp>
          <p:nvSpPr>
            <p:cNvPr id="351" name="Google Shape;351;p46"/>
            <p:cNvSpPr txBox="1"/>
            <p:nvPr/>
          </p:nvSpPr>
          <p:spPr>
            <a:xfrm>
              <a:off x="1061626" y="2700425"/>
              <a:ext cx="10110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01</a:t>
              </a:r>
              <a:endParaRPr sz="3500" b="0" i="0" u="none" strike="noStrike" cap="none">
                <a:solidFill>
                  <a:schemeClr val="accent1"/>
                </a:solidFill>
                <a:latin typeface="Vidaloka"/>
                <a:ea typeface="Vidaloka"/>
                <a:cs typeface="Vidaloka"/>
                <a:sym typeface="Vidaloka"/>
              </a:endParaRPr>
            </a:p>
          </p:txBody>
        </p:sp>
        <p:sp>
          <p:nvSpPr>
            <p:cNvPr id="352" name="Google Shape;352;p46"/>
            <p:cNvSpPr txBox="1"/>
            <p:nvPr/>
          </p:nvSpPr>
          <p:spPr>
            <a:xfrm>
              <a:off x="3079575" y="2700425"/>
              <a:ext cx="9816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02</a:t>
              </a:r>
              <a:endParaRPr sz="3500" b="0" i="0" u="none" strike="noStrike" cap="none">
                <a:solidFill>
                  <a:schemeClr val="accent1"/>
                </a:solidFill>
                <a:latin typeface="Vidaloka"/>
                <a:ea typeface="Vidaloka"/>
                <a:cs typeface="Vidaloka"/>
                <a:sym typeface="Vidaloka"/>
              </a:endParaRPr>
            </a:p>
          </p:txBody>
        </p:sp>
        <p:sp>
          <p:nvSpPr>
            <p:cNvPr id="354" name="Google Shape;354;p46"/>
            <p:cNvSpPr txBox="1"/>
            <p:nvPr/>
          </p:nvSpPr>
          <p:spPr>
            <a:xfrm>
              <a:off x="5082800" y="2700425"/>
              <a:ext cx="9816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03</a:t>
              </a:r>
              <a:endParaRPr sz="3500" b="0" i="0" u="none" strike="noStrike" cap="none">
                <a:solidFill>
                  <a:schemeClr val="accent1"/>
                </a:solidFill>
                <a:latin typeface="Vidaloka"/>
                <a:ea typeface="Vidaloka"/>
                <a:cs typeface="Vidaloka"/>
                <a:sym typeface="Vidaloka"/>
              </a:endParaRPr>
            </a:p>
          </p:txBody>
        </p:sp>
        <p:sp>
          <p:nvSpPr>
            <p:cNvPr id="356" name="Google Shape;356;p46"/>
            <p:cNvSpPr txBox="1"/>
            <p:nvPr/>
          </p:nvSpPr>
          <p:spPr>
            <a:xfrm>
              <a:off x="7078675" y="2700425"/>
              <a:ext cx="996300" cy="667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id" sz="3500" b="0" i="0" u="none" strike="noStrike" cap="none">
                  <a:solidFill>
                    <a:schemeClr val="accent1"/>
                  </a:solidFill>
                  <a:latin typeface="Vidaloka"/>
                  <a:ea typeface="Vidaloka"/>
                  <a:cs typeface="Vidaloka"/>
                  <a:sym typeface="Vidaloka"/>
                </a:rPr>
                <a:t>04</a:t>
              </a:r>
              <a:endParaRPr sz="3500" b="0" i="0" u="none" strike="noStrike" cap="none">
                <a:solidFill>
                  <a:schemeClr val="accent1"/>
                </a:solidFill>
                <a:latin typeface="Vidaloka"/>
                <a:ea typeface="Vidaloka"/>
                <a:cs typeface="Vidaloka"/>
                <a:sym typeface="Vidaloka"/>
              </a:endParaRPr>
            </a:p>
          </p:txBody>
        </p:sp>
      </p:grpSp>
      <p:sp>
        <p:nvSpPr>
          <p:cNvPr id="357" name="Google Shape;357;p46"/>
          <p:cNvSpPr txBox="1"/>
          <p:nvPr/>
        </p:nvSpPr>
        <p:spPr>
          <a:xfrm>
            <a:off x="6590138" y="2510422"/>
            <a:ext cx="1895190"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Memastikan bahwa</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semua bagian</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aplikasi sudah dites,</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hal ini dilakukan</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untuk meminimalisir</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error.</a:t>
            </a:r>
            <a:endParaRPr/>
          </a:p>
        </p:txBody>
      </p:sp>
      <p:sp>
        <p:nvSpPr>
          <p:cNvPr id="358" name="Google Shape;358;p46"/>
          <p:cNvSpPr txBox="1"/>
          <p:nvPr/>
        </p:nvSpPr>
        <p:spPr>
          <a:xfrm>
            <a:off x="2583688" y="2023760"/>
            <a:ext cx="1895190" cy="357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Desain</a:t>
            </a:r>
            <a:endParaRPr sz="2400" b="0" i="0" u="none" strike="noStrike" cap="none">
              <a:solidFill>
                <a:schemeClr val="dk1"/>
              </a:solidFill>
              <a:latin typeface="Vidaloka"/>
              <a:ea typeface="Vidaloka"/>
              <a:cs typeface="Vidaloka"/>
              <a:sym typeface="Vidaloka"/>
            </a:endParaRPr>
          </a:p>
        </p:txBody>
      </p:sp>
      <p:sp>
        <p:nvSpPr>
          <p:cNvPr id="359" name="Google Shape;359;p46"/>
          <p:cNvSpPr txBox="1"/>
          <p:nvPr/>
        </p:nvSpPr>
        <p:spPr>
          <a:xfrm>
            <a:off x="4586913" y="2023760"/>
            <a:ext cx="1895190" cy="357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Pengkodean</a:t>
            </a:r>
            <a:endParaRPr sz="2400" b="0" i="0" u="none" strike="noStrike" cap="none">
              <a:solidFill>
                <a:schemeClr val="dk1"/>
              </a:solidFill>
              <a:latin typeface="Vidaloka"/>
              <a:ea typeface="Vidaloka"/>
              <a:cs typeface="Vidaloka"/>
              <a:sym typeface="Vidaloka"/>
            </a:endParaRPr>
          </a:p>
        </p:txBody>
      </p:sp>
      <p:sp>
        <p:nvSpPr>
          <p:cNvPr id="360" name="Google Shape;360;p46"/>
          <p:cNvSpPr txBox="1"/>
          <p:nvPr/>
        </p:nvSpPr>
        <p:spPr>
          <a:xfrm>
            <a:off x="6590138" y="2023760"/>
            <a:ext cx="1895190" cy="357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id" sz="2400" b="0" i="0" u="none" strike="noStrike" cap="none">
                <a:solidFill>
                  <a:schemeClr val="dk1"/>
                </a:solidFill>
                <a:latin typeface="Vidaloka"/>
                <a:ea typeface="Vidaloka"/>
                <a:cs typeface="Vidaloka"/>
                <a:sym typeface="Vidaloka"/>
              </a:rPr>
              <a:t>Pengujian</a:t>
            </a:r>
            <a:endParaRPr sz="2400" b="0" i="0" u="none" strike="noStrike" cap="none">
              <a:solidFill>
                <a:schemeClr val="dk1"/>
              </a:solidFill>
              <a:latin typeface="Vidaloka"/>
              <a:ea typeface="Vidaloka"/>
              <a:cs typeface="Vidaloka"/>
              <a:sym typeface="Vidaloka"/>
            </a:endParaRPr>
          </a:p>
        </p:txBody>
      </p:sp>
      <p:sp>
        <p:nvSpPr>
          <p:cNvPr id="361" name="Google Shape;361;p46"/>
          <p:cNvSpPr txBox="1"/>
          <p:nvPr/>
        </p:nvSpPr>
        <p:spPr>
          <a:xfrm>
            <a:off x="4586913" y="2510422"/>
            <a:ext cx="1895190"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Aplikasi mobile yang</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sesuai dengan</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desain yang telah</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dibuat pada tahapan</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desain.</a:t>
            </a:r>
            <a:endParaRPr/>
          </a:p>
        </p:txBody>
      </p:sp>
      <p:sp>
        <p:nvSpPr>
          <p:cNvPr id="362" name="Google Shape;362;p46"/>
          <p:cNvSpPr txBox="1"/>
          <p:nvPr/>
        </p:nvSpPr>
        <p:spPr>
          <a:xfrm>
            <a:off x="2580869" y="2510422"/>
            <a:ext cx="1895190"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Proses multi langkah</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yang fokus pada</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desain pembuatan</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seperti desain antar</a:t>
            </a:r>
            <a:endParaRPr/>
          </a:p>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muka.</a:t>
            </a:r>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ontserrat"/>
              <a:ea typeface="Montserrat"/>
              <a:cs typeface="Montserrat"/>
              <a:sym typeface="Montserrat"/>
            </a:endParaRPr>
          </a:p>
        </p:txBody>
      </p:sp>
      <p:sp>
        <p:nvSpPr>
          <p:cNvPr id="363" name="Google Shape;363;p46"/>
          <p:cNvSpPr txBox="1"/>
          <p:nvPr/>
        </p:nvSpPr>
        <p:spPr>
          <a:xfrm>
            <a:off x="522784" y="2510422"/>
            <a:ext cx="1895100" cy="357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chemeClr val="dk1"/>
                </a:solidFill>
                <a:latin typeface="Montserrat"/>
                <a:ea typeface="Montserrat"/>
                <a:cs typeface="Montserrat"/>
                <a:sym typeface="Montserrat"/>
              </a:rPr>
              <a:t>Proses menetapkan tujuan, merumuskan strategi, dan mengintegrasikan pekerjaan organisasi untuk mencapai target secara efektif.</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7"/>
          <p:cNvSpPr txBox="1"/>
          <p:nvPr/>
        </p:nvSpPr>
        <p:spPr>
          <a:xfrm>
            <a:off x="-568540" y="262327"/>
            <a:ext cx="4087500" cy="67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000"/>
              <a:buFont typeface="Vidaloka"/>
              <a:buNone/>
            </a:pPr>
            <a:r>
              <a:rPr lang="id" sz="3000" b="0" i="0" u="none" strike="noStrike" cap="none">
                <a:solidFill>
                  <a:schemeClr val="dk1"/>
                </a:solidFill>
                <a:latin typeface="Vidaloka"/>
                <a:ea typeface="Vidaloka"/>
                <a:cs typeface="Vidaloka"/>
                <a:sym typeface="Vidaloka"/>
              </a:rPr>
              <a:t>Perencanaan</a:t>
            </a:r>
            <a:endParaRPr sz="3000" b="0" i="0" u="none" strike="noStrike" cap="none">
              <a:solidFill>
                <a:schemeClr val="dk1"/>
              </a:solidFill>
              <a:latin typeface="Vidaloka"/>
              <a:ea typeface="Vidaloka"/>
              <a:cs typeface="Vidaloka"/>
              <a:sym typeface="Vidaloka"/>
            </a:endParaRPr>
          </a:p>
        </p:txBody>
      </p:sp>
      <p:pic>
        <p:nvPicPr>
          <p:cNvPr id="369" name="Google Shape;369;p47"/>
          <p:cNvPicPr preferRelativeResize="0"/>
          <p:nvPr/>
        </p:nvPicPr>
        <p:blipFill rotWithShape="1">
          <a:blip r:embed="rId3">
            <a:alphaModFix/>
          </a:blip>
          <a:srcRect l="24155" r="27085"/>
          <a:stretch/>
        </p:blipFill>
        <p:spPr>
          <a:xfrm>
            <a:off x="419050" y="1206350"/>
            <a:ext cx="2958275" cy="2730825"/>
          </a:xfrm>
          <a:prstGeom prst="rect">
            <a:avLst/>
          </a:prstGeom>
          <a:noFill/>
          <a:ln>
            <a:noFill/>
          </a:ln>
        </p:spPr>
      </p:pic>
      <p:pic>
        <p:nvPicPr>
          <p:cNvPr id="370" name="Google Shape;370;p47"/>
          <p:cNvPicPr preferRelativeResize="0"/>
          <p:nvPr/>
        </p:nvPicPr>
        <p:blipFill>
          <a:blip r:embed="rId4">
            <a:alphaModFix/>
          </a:blip>
          <a:stretch>
            <a:fillRect/>
          </a:stretch>
        </p:blipFill>
        <p:spPr>
          <a:xfrm>
            <a:off x="4070925" y="1206338"/>
            <a:ext cx="4679799" cy="2730826"/>
          </a:xfrm>
          <a:prstGeom prst="rect">
            <a:avLst/>
          </a:prstGeom>
          <a:noFill/>
          <a:ln>
            <a:noFill/>
          </a:ln>
        </p:spPr>
      </p:pic>
      <p:cxnSp>
        <p:nvCxnSpPr>
          <p:cNvPr id="371" name="Google Shape;371;p47"/>
          <p:cNvCxnSpPr>
            <a:endCxn id="370" idx="1"/>
          </p:cNvCxnSpPr>
          <p:nvPr/>
        </p:nvCxnSpPr>
        <p:spPr>
          <a:xfrm>
            <a:off x="3377325" y="2571751"/>
            <a:ext cx="693600" cy="0"/>
          </a:xfrm>
          <a:prstGeom prst="straightConnector1">
            <a:avLst/>
          </a:prstGeom>
          <a:noFill/>
          <a:ln w="76200" cap="flat" cmpd="sng">
            <a:solidFill>
              <a:schemeClr val="dk2"/>
            </a:solidFill>
            <a:prstDash val="solid"/>
            <a:round/>
            <a:headEnd type="none" w="med" len="med"/>
            <a:tailEnd type="triangle" w="med" len="med"/>
          </a:ln>
        </p:spPr>
      </p:cxnSp>
      <p:sp>
        <p:nvSpPr>
          <p:cNvPr id="372" name="Google Shape;372;p47"/>
          <p:cNvSpPr txBox="1"/>
          <p:nvPr/>
        </p:nvSpPr>
        <p:spPr>
          <a:xfrm>
            <a:off x="367100" y="4185850"/>
            <a:ext cx="2958300" cy="27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
                <a:latin typeface="Montserrat"/>
                <a:ea typeface="Montserrat"/>
                <a:cs typeface="Montserrat"/>
                <a:sym typeface="Montserrat"/>
              </a:rPr>
              <a:t>Kemajuan Teknologi Digital</a:t>
            </a:r>
            <a:endParaRPr>
              <a:latin typeface="Montserrat"/>
              <a:ea typeface="Montserrat"/>
              <a:cs typeface="Montserrat"/>
              <a:sym typeface="Montserrat"/>
            </a:endParaRPr>
          </a:p>
        </p:txBody>
      </p:sp>
      <p:sp>
        <p:nvSpPr>
          <p:cNvPr id="373" name="Google Shape;373;p47"/>
          <p:cNvSpPr txBox="1"/>
          <p:nvPr/>
        </p:nvSpPr>
        <p:spPr>
          <a:xfrm>
            <a:off x="3994725" y="4185850"/>
            <a:ext cx="4679700" cy="27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
                <a:latin typeface="Montserrat"/>
                <a:ea typeface="Montserrat"/>
                <a:cs typeface="Montserrat"/>
                <a:sym typeface="Montserrat"/>
              </a:rPr>
              <a:t>Implementasi Kedalam Sebuah Website Katalog</a:t>
            </a:r>
            <a:endParaRPr>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8"/>
          <p:cNvSpPr txBox="1">
            <a:spLocks noGrp="1"/>
          </p:cNvSpPr>
          <p:nvPr>
            <p:ph type="title"/>
          </p:nvPr>
        </p:nvSpPr>
        <p:spPr>
          <a:xfrm>
            <a:off x="4572000" y="1756954"/>
            <a:ext cx="4354200" cy="430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sz="2400"/>
              <a:t>Use Case Diagram</a:t>
            </a:r>
            <a:endParaRPr sz="2400"/>
          </a:p>
        </p:txBody>
      </p:sp>
      <p:pic>
        <p:nvPicPr>
          <p:cNvPr id="379" name="Google Shape;379;p48"/>
          <p:cNvPicPr preferRelativeResize="0"/>
          <p:nvPr/>
        </p:nvPicPr>
        <p:blipFill rotWithShape="1">
          <a:blip r:embed="rId3">
            <a:alphaModFix/>
          </a:blip>
          <a:srcRect l="318" t="90" r="267" b="259"/>
          <a:stretch/>
        </p:blipFill>
        <p:spPr>
          <a:xfrm>
            <a:off x="327500" y="296650"/>
            <a:ext cx="5022424" cy="4550200"/>
          </a:xfrm>
          <a:prstGeom prst="rect">
            <a:avLst/>
          </a:prstGeom>
          <a:noFill/>
          <a:ln w="28575" cap="flat" cmpd="sng">
            <a:solidFill>
              <a:schemeClr val="accent1"/>
            </a:solidFill>
            <a:prstDash val="solid"/>
            <a:round/>
            <a:headEnd type="none" w="sm" len="sm"/>
            <a:tailEnd type="none" w="sm" len="sm"/>
          </a:ln>
        </p:spPr>
      </p:pic>
      <p:sp>
        <p:nvSpPr>
          <p:cNvPr id="380" name="Google Shape;380;p48"/>
          <p:cNvSpPr txBox="1"/>
          <p:nvPr/>
        </p:nvSpPr>
        <p:spPr>
          <a:xfrm>
            <a:off x="4377375" y="1107244"/>
            <a:ext cx="43542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000"/>
              <a:buFont typeface="Vidaloka"/>
              <a:buNone/>
            </a:pPr>
            <a:r>
              <a:rPr lang="id" sz="3000">
                <a:solidFill>
                  <a:schemeClr val="dk1"/>
                </a:solidFill>
                <a:latin typeface="Vidaloka"/>
                <a:ea typeface="Vidaloka"/>
                <a:cs typeface="Vidaloka"/>
                <a:sym typeface="Vidaloka"/>
              </a:rPr>
              <a:t>UML </a:t>
            </a:r>
            <a:r>
              <a:rPr lang="id" sz="3000" b="0" i="0" u="none" strike="noStrike" cap="none">
                <a:solidFill>
                  <a:schemeClr val="dk1"/>
                </a:solidFill>
                <a:latin typeface="Vidaloka"/>
                <a:ea typeface="Vidaloka"/>
                <a:cs typeface="Vidaloka"/>
                <a:sym typeface="Vidaloka"/>
              </a:rPr>
              <a:t>Des</a:t>
            </a:r>
            <a:r>
              <a:rPr lang="id" sz="3000">
                <a:solidFill>
                  <a:schemeClr val="dk1"/>
                </a:solidFill>
                <a:latin typeface="Vidaloka"/>
                <a:ea typeface="Vidaloka"/>
                <a:cs typeface="Vidaloka"/>
                <a:sym typeface="Vidaloka"/>
              </a:rPr>
              <a:t>ign</a:t>
            </a:r>
            <a:endParaRPr/>
          </a:p>
        </p:txBody>
      </p:sp>
      <p:sp>
        <p:nvSpPr>
          <p:cNvPr id="381" name="Google Shape;381;p48"/>
          <p:cNvSpPr txBox="1"/>
          <p:nvPr/>
        </p:nvSpPr>
        <p:spPr>
          <a:xfrm>
            <a:off x="5755975" y="2747700"/>
            <a:ext cx="2975700" cy="133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
                <a:latin typeface="Montserrat"/>
                <a:ea typeface="Montserrat"/>
                <a:cs typeface="Montserrat"/>
                <a:sym typeface="Montserrat"/>
              </a:rPr>
              <a:t>Skema sederhana yang menunjukkan interaksi antara user dengan admin</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9"/>
          <p:cNvSpPr txBox="1">
            <a:spLocks noGrp="1"/>
          </p:cNvSpPr>
          <p:nvPr>
            <p:ph type="subTitle" idx="1"/>
          </p:nvPr>
        </p:nvSpPr>
        <p:spPr>
          <a:xfrm>
            <a:off x="431352" y="2111580"/>
            <a:ext cx="3710393" cy="1153916"/>
          </a:xfrm>
          <a:prstGeom prst="rect">
            <a:avLst/>
          </a:prstGeom>
          <a:noFill/>
          <a:ln>
            <a:noFill/>
          </a:ln>
        </p:spPr>
        <p:txBody>
          <a:bodyPr spcFirstLastPara="1" wrap="square" lIns="91425" tIns="91425" rIns="91425" bIns="91425" anchor="t" anchorCtr="0">
            <a:noAutofit/>
          </a:bodyPr>
          <a:lstStyle/>
          <a:p>
            <a:pPr marL="0" lvl="0" indent="0">
              <a:buNone/>
            </a:pPr>
            <a:r>
              <a:rPr lang="id" dirty="0"/>
              <a:t>Gambaran yang mencakup semua langkah-langkah dalam alur kerja yang melibatkan aktivitas, tindakan pilihan, pengulangan, dan hasil dari aktivitas tersebut.</a:t>
            </a:r>
            <a:endParaRPr dirty="0"/>
          </a:p>
          <a:p>
            <a:pPr marL="0" lvl="0" indent="0" algn="ctr" rtl="0">
              <a:lnSpc>
                <a:spcPct val="100000"/>
              </a:lnSpc>
              <a:spcBef>
                <a:spcPts val="0"/>
              </a:spcBef>
              <a:spcAft>
                <a:spcPts val="0"/>
              </a:spcAft>
              <a:buSzPts val="1400"/>
              <a:buNone/>
            </a:pPr>
            <a:endParaRPr dirty="0"/>
          </a:p>
        </p:txBody>
      </p:sp>
      <p:sp>
        <p:nvSpPr>
          <p:cNvPr id="387" name="Google Shape;387;p49"/>
          <p:cNvSpPr txBox="1">
            <a:spLocks noGrp="1"/>
          </p:cNvSpPr>
          <p:nvPr>
            <p:ph type="title"/>
          </p:nvPr>
        </p:nvSpPr>
        <p:spPr>
          <a:xfrm>
            <a:off x="439240" y="1028098"/>
            <a:ext cx="3825755" cy="430277"/>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SzPts val="3000"/>
              <a:buNone/>
            </a:pPr>
            <a:r>
              <a:rPr lang="id" sz="2400" dirty="0"/>
              <a:t>Activity Diagram</a:t>
            </a:r>
            <a:endParaRPr sz="2400" dirty="0"/>
          </a:p>
        </p:txBody>
      </p:sp>
      <p:pic>
        <p:nvPicPr>
          <p:cNvPr id="388" name="Google Shape;388;p49"/>
          <p:cNvPicPr preferRelativeResize="0"/>
          <p:nvPr/>
        </p:nvPicPr>
        <p:blipFill rotWithShape="1">
          <a:blip r:embed="rId3">
            <a:alphaModFix/>
          </a:blip>
          <a:srcRect l="1" r="-407" b="-75"/>
          <a:stretch/>
        </p:blipFill>
        <p:spPr>
          <a:xfrm>
            <a:off x="4497659" y="45083"/>
            <a:ext cx="4319239" cy="5053334"/>
          </a:xfrm>
          <a:prstGeom prst="rect">
            <a:avLst/>
          </a:prstGeom>
          <a:noFill/>
          <a:ln w="28575" cap="flat" cmpd="sng">
            <a:solidFill>
              <a:schemeClr val="accent1"/>
            </a:solidFill>
            <a:prstDash val="solid"/>
            <a:round/>
            <a:headEnd type="none" w="sm" len="sm"/>
            <a:tailEnd type="none" w="sm" len="sm"/>
          </a:ln>
        </p:spPr>
      </p:pic>
      <p:sp>
        <p:nvSpPr>
          <p:cNvPr id="389" name="Google Shape;389;p49"/>
          <p:cNvSpPr txBox="1"/>
          <p:nvPr/>
        </p:nvSpPr>
        <p:spPr>
          <a:xfrm>
            <a:off x="431352" y="455398"/>
            <a:ext cx="3477959" cy="572700"/>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chemeClr val="dk1"/>
              </a:buClr>
              <a:buSzPts val="3000"/>
              <a:buFont typeface="Vidaloka"/>
              <a:buNone/>
            </a:pPr>
            <a:r>
              <a:rPr lang="id" sz="3000" b="0" i="0" u="none" strike="noStrike" cap="none" dirty="0">
                <a:solidFill>
                  <a:schemeClr val="dk1"/>
                </a:solidFill>
                <a:latin typeface="Vidaloka"/>
                <a:ea typeface="Vidaloka"/>
                <a:cs typeface="Vidaloka"/>
                <a:sym typeface="Vidaloka"/>
              </a:rPr>
              <a:t>Desain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0"/>
          <p:cNvSpPr txBox="1">
            <a:spLocks noGrp="1"/>
          </p:cNvSpPr>
          <p:nvPr>
            <p:ph type="subTitle" idx="1"/>
          </p:nvPr>
        </p:nvSpPr>
        <p:spPr>
          <a:xfrm>
            <a:off x="6097635" y="1994791"/>
            <a:ext cx="2978870" cy="1153916"/>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0"/>
              </a:spcBef>
              <a:spcAft>
                <a:spcPts val="0"/>
              </a:spcAft>
              <a:buSzPts val="1400"/>
              <a:buNone/>
            </a:pPr>
            <a:r>
              <a:rPr lang="id" dirty="0"/>
              <a:t>Diagram UML yang menggambarkan struktur kelas objek yang membentuk suatu sistem serta hubungan antara kelas-kelas tersebut dalam konteks aplikasi.</a:t>
            </a:r>
            <a:endParaRPr dirty="0"/>
          </a:p>
          <a:p>
            <a:pPr marL="0" lvl="0" indent="0" rtl="0">
              <a:lnSpc>
                <a:spcPct val="100000"/>
              </a:lnSpc>
              <a:spcBef>
                <a:spcPts val="0"/>
              </a:spcBef>
              <a:spcAft>
                <a:spcPts val="0"/>
              </a:spcAft>
              <a:buSzPts val="1400"/>
              <a:buNone/>
            </a:pPr>
            <a:endParaRPr dirty="0"/>
          </a:p>
          <a:p>
            <a:pPr marL="0" lvl="0" indent="0" rtl="0">
              <a:lnSpc>
                <a:spcPct val="100000"/>
              </a:lnSpc>
              <a:spcBef>
                <a:spcPts val="0"/>
              </a:spcBef>
              <a:spcAft>
                <a:spcPts val="0"/>
              </a:spcAft>
              <a:buSzPts val="1400"/>
              <a:buNone/>
            </a:pPr>
            <a:endParaRPr dirty="0"/>
          </a:p>
          <a:p>
            <a:pPr marL="0" lvl="0" indent="0" rtl="0">
              <a:lnSpc>
                <a:spcPct val="100000"/>
              </a:lnSpc>
              <a:spcBef>
                <a:spcPts val="0"/>
              </a:spcBef>
              <a:spcAft>
                <a:spcPts val="0"/>
              </a:spcAft>
              <a:buSzPts val="1400"/>
              <a:buNone/>
            </a:pPr>
            <a:endParaRPr dirty="0"/>
          </a:p>
          <a:p>
            <a:pPr marL="0" lvl="0" indent="0" rtl="0">
              <a:lnSpc>
                <a:spcPct val="100000"/>
              </a:lnSpc>
              <a:spcBef>
                <a:spcPts val="0"/>
              </a:spcBef>
              <a:spcAft>
                <a:spcPts val="0"/>
              </a:spcAft>
              <a:buSzPts val="1400"/>
              <a:buNone/>
            </a:pPr>
            <a:endParaRPr dirty="0"/>
          </a:p>
        </p:txBody>
      </p:sp>
      <p:sp>
        <p:nvSpPr>
          <p:cNvPr id="395" name="Google Shape;395;p50"/>
          <p:cNvSpPr txBox="1">
            <a:spLocks noGrp="1"/>
          </p:cNvSpPr>
          <p:nvPr>
            <p:ph type="title"/>
          </p:nvPr>
        </p:nvSpPr>
        <p:spPr>
          <a:xfrm>
            <a:off x="4182812" y="1301613"/>
            <a:ext cx="3996637" cy="430277"/>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3000"/>
              <a:buNone/>
            </a:pPr>
            <a:r>
              <a:rPr lang="id" sz="2400" dirty="0"/>
              <a:t>Class Diagram</a:t>
            </a:r>
            <a:endParaRPr sz="2400" dirty="0"/>
          </a:p>
        </p:txBody>
      </p:sp>
      <p:pic>
        <p:nvPicPr>
          <p:cNvPr id="396" name="Google Shape;396;p50"/>
          <p:cNvPicPr preferRelativeResize="0"/>
          <p:nvPr/>
        </p:nvPicPr>
        <p:blipFill rotWithShape="1">
          <a:blip r:embed="rId3">
            <a:alphaModFix/>
          </a:blip>
          <a:srcRect l="82" t="540" r="59" b="-539"/>
          <a:stretch/>
        </p:blipFill>
        <p:spPr>
          <a:xfrm>
            <a:off x="216818" y="906344"/>
            <a:ext cx="5693790" cy="3330811"/>
          </a:xfrm>
          <a:prstGeom prst="rect">
            <a:avLst/>
          </a:prstGeom>
          <a:noFill/>
          <a:ln w="28575" cap="flat" cmpd="sng">
            <a:solidFill>
              <a:schemeClr val="accent1"/>
            </a:solidFill>
            <a:prstDash val="solid"/>
            <a:round/>
            <a:headEnd type="none" w="sm" len="sm"/>
            <a:tailEnd type="none" w="sm" len="sm"/>
          </a:ln>
        </p:spPr>
      </p:pic>
      <p:sp>
        <p:nvSpPr>
          <p:cNvPr id="397" name="Google Shape;397;p50"/>
          <p:cNvSpPr txBox="1"/>
          <p:nvPr/>
        </p:nvSpPr>
        <p:spPr>
          <a:xfrm>
            <a:off x="-298278" y="687416"/>
            <a:ext cx="7685514" cy="5727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chemeClr val="dk1"/>
              </a:buClr>
              <a:buSzPts val="3000"/>
              <a:buFont typeface="Vidaloka"/>
              <a:buNone/>
            </a:pPr>
            <a:r>
              <a:rPr lang="id" sz="3000" b="0" i="0" u="none" strike="noStrike" cap="none" dirty="0">
                <a:solidFill>
                  <a:schemeClr val="dk1"/>
                </a:solidFill>
                <a:latin typeface="Vidaloka"/>
                <a:ea typeface="Vidaloka"/>
                <a:cs typeface="Vidaloka"/>
                <a:sym typeface="Vidaloka"/>
              </a:rPr>
              <a:t>Desain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1"/>
          <p:cNvSpPr txBox="1">
            <a:spLocks noGrp="1"/>
          </p:cNvSpPr>
          <p:nvPr>
            <p:ph type="subTitle" idx="1"/>
          </p:nvPr>
        </p:nvSpPr>
        <p:spPr>
          <a:xfrm>
            <a:off x="431351" y="2340845"/>
            <a:ext cx="3996637" cy="1153916"/>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id"/>
              <a:t>Diagram yang menggambarkan urutan tindakan dan pilihan yang diperlukan dalam menjalankan suatu proses dari sebuah program.</a:t>
            </a:r>
            <a:endParaRPr/>
          </a:p>
        </p:txBody>
      </p:sp>
      <p:sp>
        <p:nvSpPr>
          <p:cNvPr id="403" name="Google Shape;403;p51"/>
          <p:cNvSpPr txBox="1">
            <a:spLocks noGrp="1"/>
          </p:cNvSpPr>
          <p:nvPr>
            <p:ph type="title"/>
          </p:nvPr>
        </p:nvSpPr>
        <p:spPr>
          <a:xfrm>
            <a:off x="431351" y="1896388"/>
            <a:ext cx="3996637" cy="430277"/>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sz="2400"/>
              <a:t>Flowchart</a:t>
            </a:r>
            <a:endParaRPr sz="2400"/>
          </a:p>
        </p:txBody>
      </p:sp>
      <p:pic>
        <p:nvPicPr>
          <p:cNvPr id="404" name="Google Shape;404;p51"/>
          <p:cNvPicPr preferRelativeResize="0"/>
          <p:nvPr/>
        </p:nvPicPr>
        <p:blipFill rotWithShape="1">
          <a:blip r:embed="rId3">
            <a:alphaModFix/>
          </a:blip>
          <a:srcRect t="327" b="-4"/>
          <a:stretch/>
        </p:blipFill>
        <p:spPr>
          <a:xfrm>
            <a:off x="4897679" y="486785"/>
            <a:ext cx="3806534" cy="4169929"/>
          </a:xfrm>
          <a:prstGeom prst="rect">
            <a:avLst/>
          </a:prstGeom>
          <a:noFill/>
          <a:ln w="28575" cap="flat" cmpd="sng">
            <a:solidFill>
              <a:schemeClr val="accent1"/>
            </a:solidFill>
            <a:prstDash val="solid"/>
            <a:round/>
            <a:headEnd type="none" w="sm" len="sm"/>
            <a:tailEnd type="none" w="sm" len="sm"/>
          </a:ln>
        </p:spPr>
      </p:pic>
      <p:sp>
        <p:nvSpPr>
          <p:cNvPr id="405" name="Google Shape;405;p51"/>
          <p:cNvSpPr txBox="1"/>
          <p:nvPr/>
        </p:nvSpPr>
        <p:spPr>
          <a:xfrm>
            <a:off x="613017" y="514805"/>
            <a:ext cx="3633306"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000"/>
              <a:buFont typeface="Vidaloka"/>
              <a:buNone/>
            </a:pPr>
            <a:r>
              <a:rPr lang="id" sz="3000" b="0" i="0" u="none" strike="noStrike" cap="none">
                <a:solidFill>
                  <a:schemeClr val="dk1"/>
                </a:solidFill>
                <a:latin typeface="Vidaloka"/>
                <a:ea typeface="Vidaloka"/>
                <a:cs typeface="Vidaloka"/>
                <a:sym typeface="Vidaloka"/>
              </a:rPr>
              <a:t>Desain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2"/>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Hasil Pengujian Black Box</a:t>
            </a:r>
            <a:endParaRPr/>
          </a:p>
        </p:txBody>
      </p:sp>
      <p:graphicFrame>
        <p:nvGraphicFramePr>
          <p:cNvPr id="411" name="Google Shape;411;p52"/>
          <p:cNvGraphicFramePr/>
          <p:nvPr/>
        </p:nvGraphicFramePr>
        <p:xfrm>
          <a:off x="1524000" y="1937228"/>
          <a:ext cx="6096025" cy="1269075"/>
        </p:xfrm>
        <a:graphic>
          <a:graphicData uri="http://schemas.openxmlformats.org/drawingml/2006/table">
            <a:tbl>
              <a:tblPr firstRow="1" bandRow="1">
                <a:noFill/>
                <a:tableStyleId>{7690238E-E9DC-45F2-A840-5499240B0D93}</a:tableStyleId>
              </a:tblPr>
              <a:tblGrid>
                <a:gridCol w="1469725">
                  <a:extLst>
                    <a:ext uri="{9D8B030D-6E8A-4147-A177-3AD203B41FA5}">
                      <a16:colId xmlns:a16="http://schemas.microsoft.com/office/drawing/2014/main" val="20000"/>
                    </a:ext>
                  </a:extLst>
                </a:gridCol>
                <a:gridCol w="2304800">
                  <a:extLst>
                    <a:ext uri="{9D8B030D-6E8A-4147-A177-3AD203B41FA5}">
                      <a16:colId xmlns:a16="http://schemas.microsoft.com/office/drawing/2014/main" val="20001"/>
                    </a:ext>
                  </a:extLst>
                </a:gridCol>
                <a:gridCol w="2321500">
                  <a:extLst>
                    <a:ext uri="{9D8B030D-6E8A-4147-A177-3AD203B41FA5}">
                      <a16:colId xmlns:a16="http://schemas.microsoft.com/office/drawing/2014/main" val="20002"/>
                    </a:ext>
                  </a:extLst>
                </a:gridCol>
              </a:tblGrid>
              <a:tr h="527375">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Hasil</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Presentase</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Berhasil</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(10/10)*100%</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100%</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Tidak Berhasil</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(0/10)*100%</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id" sz="1200" b="0" i="0" u="none" strike="noStrike" cap="none">
                          <a:solidFill>
                            <a:schemeClr val="dk2"/>
                          </a:solidFill>
                          <a:latin typeface="Montserrat"/>
                          <a:ea typeface="Montserrat"/>
                          <a:cs typeface="Montserrat"/>
                          <a:sym typeface="Montserrat"/>
                        </a:rPr>
                        <a:t>0%</a:t>
                      </a:r>
                      <a:endParaRPr sz="1200" b="0" i="0" u="none" strike="noStrike" cap="none">
                        <a:solidFill>
                          <a:schemeClr val="dk2"/>
                        </a:solidFill>
                        <a:latin typeface="Montserrat"/>
                        <a:ea typeface="Montserrat"/>
                        <a:cs typeface="Montserrat"/>
                        <a:sym typeface="Montserra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3"/>
          <p:cNvSpPr txBox="1">
            <a:spLocks noGrp="1"/>
          </p:cNvSpPr>
          <p:nvPr>
            <p:ph type="subTitle" idx="1"/>
          </p:nvPr>
        </p:nvSpPr>
        <p:spPr>
          <a:xfrm>
            <a:off x="1564760" y="1653436"/>
            <a:ext cx="6502995" cy="2755726"/>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Clr>
                <a:schemeClr val="dk1"/>
              </a:buClr>
              <a:buSzPts val="1100"/>
              <a:buFont typeface="Arial"/>
              <a:buAutoNum type="arabicPeriod"/>
            </a:pPr>
            <a:r>
              <a:rPr lang="id" sz="1200" dirty="0"/>
              <a:t>Implementasi website katalog herbal HPAI berbasis PHP framework Laravel dapat meningkatkan aksesibilitas informasi produk herbal. Pengguna dapat dengan mudah mencari produk herbal yang diinginkan dan melihat informasi detail seperti kandungan, manfaat, dan cara penggunaan produk tersebut.</a:t>
            </a:r>
            <a:endParaRPr lang="en-US" sz="1200" dirty="0"/>
          </a:p>
          <a:p>
            <a:pPr marL="228600" lvl="0" indent="-228600" algn="l" rtl="0">
              <a:lnSpc>
                <a:spcPct val="100000"/>
              </a:lnSpc>
              <a:spcBef>
                <a:spcPts val="0"/>
              </a:spcBef>
              <a:spcAft>
                <a:spcPts val="0"/>
              </a:spcAft>
              <a:buClr>
                <a:schemeClr val="dk1"/>
              </a:buClr>
              <a:buSzPts val="1100"/>
              <a:buFont typeface="Arial"/>
              <a:buAutoNum type="arabicPeriod"/>
            </a:pPr>
            <a:endParaRPr lang="en-US" dirty="0"/>
          </a:p>
          <a:p>
            <a:pPr marL="228600" lvl="0" indent="-228600" algn="l" rtl="0">
              <a:lnSpc>
                <a:spcPct val="100000"/>
              </a:lnSpc>
              <a:spcBef>
                <a:spcPts val="0"/>
              </a:spcBef>
              <a:spcAft>
                <a:spcPts val="0"/>
              </a:spcAft>
              <a:buClr>
                <a:schemeClr val="dk1"/>
              </a:buClr>
              <a:buSzPts val="1100"/>
              <a:buFont typeface="Arial"/>
              <a:buAutoNum type="arabicPeriod"/>
            </a:pPr>
            <a:r>
              <a:rPr lang="id" sz="1200" dirty="0"/>
              <a:t>Implementasi website katalog herbal HPAI dapat memperluas jangkauan pasar HPAI secara online. Dengan kehadiran online yang kuat, HPAI dapat menjangkau calon konsumen yang lebih luas, baik secara geografis maupun demografis.</a:t>
            </a:r>
            <a:endParaRPr dirty="0"/>
          </a:p>
          <a:p>
            <a:pPr marL="0" lvl="0" indent="0" algn="l" rtl="0">
              <a:lnSpc>
                <a:spcPct val="100000"/>
              </a:lnSpc>
              <a:spcBef>
                <a:spcPts val="0"/>
              </a:spcBef>
              <a:spcAft>
                <a:spcPts val="0"/>
              </a:spcAft>
              <a:buClr>
                <a:schemeClr val="dk1"/>
              </a:buClr>
              <a:buSzPts val="1100"/>
              <a:buNone/>
            </a:pPr>
            <a:endParaRPr sz="1200" dirty="0"/>
          </a:p>
        </p:txBody>
      </p:sp>
      <p:sp>
        <p:nvSpPr>
          <p:cNvPr id="417" name="Google Shape;417;p53"/>
          <p:cNvSpPr txBox="1">
            <a:spLocks noGrp="1"/>
          </p:cNvSpPr>
          <p:nvPr>
            <p:ph type="title"/>
          </p:nvPr>
        </p:nvSpPr>
        <p:spPr>
          <a:xfrm>
            <a:off x="1732050" y="445025"/>
            <a:ext cx="5679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id"/>
              <a:t>Kesimpulan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5"/>
          <p:cNvSpPr txBox="1">
            <a:spLocks noGrp="1"/>
          </p:cNvSpPr>
          <p:nvPr>
            <p:ph type="title"/>
          </p:nvPr>
        </p:nvSpPr>
        <p:spPr>
          <a:xfrm>
            <a:off x="1741925" y="906650"/>
            <a:ext cx="5154300" cy="1291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000"/>
              <a:buNone/>
            </a:pPr>
            <a:r>
              <a:rPr lang="id"/>
              <a:t>DEMO APLIKASI</a:t>
            </a:r>
            <a:endParaRPr/>
          </a:p>
        </p:txBody>
      </p:sp>
      <p:sp>
        <p:nvSpPr>
          <p:cNvPr id="429" name="Google Shape;429;p55"/>
          <p:cNvSpPr txBox="1"/>
          <p:nvPr/>
        </p:nvSpPr>
        <p:spPr>
          <a:xfrm>
            <a:off x="1409975" y="4474575"/>
            <a:ext cx="58182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d" b="1">
                <a:latin typeface="Montserrat"/>
                <a:ea typeface="Montserrat"/>
                <a:cs typeface="Montserrat"/>
                <a:sym typeface="Montserrat"/>
              </a:rPr>
              <a:t>HNI KATALOG BERBASIS PHP FRAMEWORK LARAVEL</a:t>
            </a:r>
            <a:endParaRPr b="1">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6"/>
          <p:cNvSpPr txBox="1">
            <a:spLocks noGrp="1"/>
          </p:cNvSpPr>
          <p:nvPr>
            <p:ph type="title"/>
          </p:nvPr>
        </p:nvSpPr>
        <p:spPr>
          <a:xfrm>
            <a:off x="0" y="1077237"/>
            <a:ext cx="9144000" cy="2993721"/>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id"/>
              <a:t>Terima Kasih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2678</TotalTime>
  <Words>983</Words>
  <Application>Microsoft Office PowerPoint</Application>
  <PresentationFormat>On-screen Show (16:9)</PresentationFormat>
  <Paragraphs>132</Paragraphs>
  <Slides>19</Slides>
  <Notes>19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Josefin Sans</vt:lpstr>
      <vt:lpstr>Vidaloka</vt:lpstr>
      <vt:lpstr>Crimson Text</vt:lpstr>
      <vt:lpstr>Arial</vt:lpstr>
      <vt:lpstr>Lato</vt:lpstr>
      <vt:lpstr>Montserrat</vt:lpstr>
      <vt:lpstr>Merriweather Light</vt:lpstr>
      <vt:lpstr>Simple Light</vt:lpstr>
      <vt:lpstr>Minimalist Business Slides XL by Slidesgo</vt:lpstr>
      <vt:lpstr>IMPLEMENTASI WEBSITE KATALOG HERBAL (HPAI) BERBASIS PHP FRAMEWORK LARAVEL</vt:lpstr>
      <vt:lpstr>Abdullah Qa’id Mu’aadz Tugas Akhir </vt:lpstr>
      <vt:lpstr>Latar Belakang</vt:lpstr>
      <vt:lpstr>Rumusan Masalah</vt:lpstr>
      <vt:lpstr>PowerPoint Presentation</vt:lpstr>
      <vt:lpstr>Manfaat</vt:lpstr>
      <vt:lpstr>Batasan Masalah</vt:lpstr>
      <vt:lpstr>Alur Penelitian</vt:lpstr>
      <vt:lpstr>Metode Penelitian</vt:lpstr>
      <vt:lpstr>Metode Penelitian</vt:lpstr>
      <vt:lpstr>PowerPoint Presentation</vt:lpstr>
      <vt:lpstr>Use Case Diagram</vt:lpstr>
      <vt:lpstr>Activity Diagram</vt:lpstr>
      <vt:lpstr>Class Diagram</vt:lpstr>
      <vt:lpstr>Flowchart</vt:lpstr>
      <vt:lpstr>Hasil Pengujian Black Box</vt:lpstr>
      <vt:lpstr>Kesimpulan</vt:lpstr>
      <vt:lpstr>DEMO APLIKASI</vt:lpstr>
      <vt:lpstr>Terima Kasih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IMPLEMENTASI WEBSITE KATALOG HERBAL (HPAI) BERBASIS PHP FRAMEWORK LARAVEL</dc:title>
  <dc:creator>USER</dc:creator>
  <cp:lastModifiedBy>DM-09</cp:lastModifiedBy>
  <cp:revision>4</cp:revision>
  <dcterms:modified xsi:type="dcterms:W3CDTF">2023-07-24T04:44:21Z</dcterms:modified>
</cp:coreProperties>
</file>