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6"/>
  </p:notesMasterIdLst>
  <p:sldIdLst>
    <p:sldId id="256" r:id="rId2"/>
    <p:sldId id="258" r:id="rId3"/>
    <p:sldId id="261" r:id="rId4"/>
    <p:sldId id="257" r:id="rId5"/>
    <p:sldId id="323" r:id="rId6"/>
    <p:sldId id="324" r:id="rId7"/>
    <p:sldId id="305" r:id="rId8"/>
    <p:sldId id="306" r:id="rId9"/>
    <p:sldId id="307" r:id="rId10"/>
    <p:sldId id="308" r:id="rId11"/>
    <p:sldId id="309" r:id="rId12"/>
    <p:sldId id="311" r:id="rId13"/>
    <p:sldId id="312" r:id="rId14"/>
    <p:sldId id="313" r:id="rId15"/>
    <p:sldId id="262" r:id="rId16"/>
    <p:sldId id="314" r:id="rId17"/>
    <p:sldId id="317" r:id="rId18"/>
    <p:sldId id="318" r:id="rId19"/>
    <p:sldId id="319" r:id="rId20"/>
    <p:sldId id="320" r:id="rId21"/>
    <p:sldId id="321" r:id="rId22"/>
    <p:sldId id="322" r:id="rId23"/>
    <p:sldId id="325" r:id="rId24"/>
    <p:sldId id="260" r:id="rId25"/>
  </p:sldIdLst>
  <p:sldSz cx="9144000" cy="5143500" type="screen16x9"/>
  <p:notesSz cx="6858000" cy="9144000"/>
  <p:embeddedFontLst>
    <p:embeddedFont>
      <p:font typeface="Montserrat" panose="00000500000000000000" pitchFamily="2" charset="0"/>
      <p:regular r:id="rId27"/>
      <p:bold r:id="rId28"/>
      <p:italic r:id="rId29"/>
      <p:boldItalic r:id="rId30"/>
    </p:embeddedFont>
    <p:embeddedFont>
      <p:font typeface="Montserrat ExtraBold" panose="00000900000000000000" pitchFamily="2" charset="0"/>
      <p:bold r:id="rId31"/>
      <p:boldItalic r:id="rId32"/>
    </p:embeddedFont>
    <p:embeddedFont>
      <p:font typeface="Montserrat ExtraLight" panose="00000300000000000000" pitchFamily="2" charset="0"/>
      <p:regular r:id="rId33"/>
      <p:bold r:id="rId34"/>
      <p:italic r:id="rId35"/>
      <p:boldItalic r:id="rId36"/>
    </p:embeddedFont>
    <p:embeddedFont>
      <p:font typeface="Nunito Sans"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983B63-46AB-4575-AAB5-6A5FC3B37552}">
  <a:tblStyle styleId="{B3983B63-46AB-4575-AAB5-6A5FC3B3755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2298" autoAdjust="0"/>
  </p:normalViewPr>
  <p:slideViewPr>
    <p:cSldViewPr snapToGrid="0">
      <p:cViewPr>
        <p:scale>
          <a:sx n="100" d="100"/>
          <a:sy n="100" d="100"/>
        </p:scale>
        <p:origin x="78"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7f9262ee2f_0_26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7f9262ee2f_0_26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2259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3065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6006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9123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545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8311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4948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ar-SA" b="0" i="1" noProof="1">
                <a:solidFill>
                  <a:srgbClr val="727377"/>
                </a:solidFill>
                <a:effectLst/>
                <a:latin typeface="Nunito Sans" pitchFamily="2" charset="0"/>
              </a:rPr>
              <a:t>Epics</a:t>
            </a:r>
            <a:r>
              <a:rPr lang="ar-SA" b="0" i="0" noProof="1">
                <a:solidFill>
                  <a:srgbClr val="727377"/>
                </a:solidFill>
                <a:effectLst/>
                <a:latin typeface="Nunito Sans" pitchFamily="2" charset="0"/>
              </a:rPr>
              <a:t> merupakan cerita tingkat tinggi yang sketsanya sangat kasar tanpa banyak detail. Sebuah </a:t>
            </a:r>
            <a:r>
              <a:rPr lang="ar-SA" b="0" i="1" noProof="1">
                <a:solidFill>
                  <a:srgbClr val="727377"/>
                </a:solidFill>
                <a:effectLst/>
                <a:latin typeface="Nunito Sans" pitchFamily="2" charset="0"/>
              </a:rPr>
              <a:t>Epics</a:t>
            </a:r>
            <a:r>
              <a:rPr lang="ar-SA" b="0" i="0" noProof="1">
                <a:solidFill>
                  <a:srgbClr val="727377"/>
                </a:solidFill>
                <a:effectLst/>
                <a:latin typeface="Nunito Sans" pitchFamily="2" charset="0"/>
              </a:rPr>
              <a:t> biasanya dapat dibagi menjadi beberapa cerita. Dalam suatu cerita biasanya akan dipecah menjadi beberapa tugas terpisah sehingga tim dapat bekerja dan melaporkan progres pengerjaannya. Di satu sisi, </a:t>
            </a:r>
            <a:r>
              <a:rPr lang="ar-SA" b="0" i="1" noProof="1">
                <a:solidFill>
                  <a:srgbClr val="727377"/>
                </a:solidFill>
                <a:effectLst/>
                <a:latin typeface="Nunito Sans" pitchFamily="2" charset="0"/>
              </a:rPr>
              <a:t>Stories</a:t>
            </a:r>
            <a:r>
              <a:rPr lang="ar-SA" b="0" i="0" noProof="1">
                <a:solidFill>
                  <a:srgbClr val="727377"/>
                </a:solidFill>
                <a:effectLst/>
                <a:latin typeface="Nunito Sans" pitchFamily="2" charset="0"/>
              </a:rPr>
              <a:t> mencakup persyaratan lebih rinci tentang hal yang harus atau mungkin dilakukan. Stories juga bisa memiliki beberapa tipe seperti </a:t>
            </a:r>
            <a:r>
              <a:rPr lang="ar-SA" b="0" i="1" noProof="1">
                <a:solidFill>
                  <a:srgbClr val="727377"/>
                </a:solidFill>
                <a:effectLst/>
                <a:latin typeface="Nunito Sans" pitchFamily="2" charset="0"/>
              </a:rPr>
              <a:t>development</a:t>
            </a:r>
            <a:r>
              <a:rPr lang="ar-SA" b="0" i="0" noProof="1">
                <a:solidFill>
                  <a:srgbClr val="727377"/>
                </a:solidFill>
                <a:effectLst/>
                <a:latin typeface="Nunito Sans" pitchFamily="2" charset="0"/>
              </a:rPr>
              <a:t>, </a:t>
            </a:r>
            <a:r>
              <a:rPr lang="ar-SA" b="0" i="1" noProof="1">
                <a:solidFill>
                  <a:srgbClr val="727377"/>
                </a:solidFill>
                <a:effectLst/>
                <a:latin typeface="Nunito Sans" pitchFamily="2" charset="0"/>
              </a:rPr>
              <a:t>bug</a:t>
            </a:r>
            <a:r>
              <a:rPr lang="ar-SA" b="0" i="0" noProof="1">
                <a:solidFill>
                  <a:srgbClr val="727377"/>
                </a:solidFill>
                <a:effectLst/>
                <a:latin typeface="Nunito Sans" pitchFamily="2" charset="0"/>
              </a:rPr>
              <a:t>, maupun tugas (</a:t>
            </a:r>
            <a:r>
              <a:rPr lang="ar-SA" b="0" i="1" noProof="1">
                <a:solidFill>
                  <a:srgbClr val="727377"/>
                </a:solidFill>
                <a:effectLst/>
                <a:latin typeface="Nunito Sans" pitchFamily="2" charset="0"/>
              </a:rPr>
              <a:t>task</a:t>
            </a:r>
            <a:r>
              <a:rPr lang="ar-SA" b="0" i="0" noProof="1">
                <a:solidFill>
                  <a:srgbClr val="727377"/>
                </a:solidFill>
                <a:effectLst/>
                <a:latin typeface="Nunito Sans" pitchFamily="2" charset="0"/>
              </a:rPr>
              <a:t>). </a:t>
            </a:r>
            <a:r>
              <a:rPr lang="ar-SA" b="0" i="1" noProof="1">
                <a:solidFill>
                  <a:srgbClr val="727377"/>
                </a:solidFill>
                <a:effectLst/>
                <a:latin typeface="Nunito Sans" pitchFamily="2" charset="0"/>
              </a:rPr>
              <a:t>Stories</a:t>
            </a:r>
            <a:r>
              <a:rPr lang="ar-SA" b="0" i="0" noProof="1">
                <a:solidFill>
                  <a:srgbClr val="727377"/>
                </a:solidFill>
                <a:effectLst/>
                <a:latin typeface="Nunito Sans" pitchFamily="2" charset="0"/>
              </a:rPr>
              <a:t> dapat ditulis dan ditambahkan ke backlog produk kapanpun dan oleh siapapun. Jika skala prioritas </a:t>
            </a:r>
            <a:r>
              <a:rPr lang="ar-SA" b="0" i="1" noProof="1">
                <a:solidFill>
                  <a:srgbClr val="727377"/>
                </a:solidFill>
                <a:effectLst/>
                <a:latin typeface="Nunito Sans" pitchFamily="2" charset="0"/>
              </a:rPr>
              <a:t>Epics</a:t>
            </a:r>
            <a:r>
              <a:rPr lang="ar-SA" b="0" i="0" noProof="1">
                <a:solidFill>
                  <a:srgbClr val="727377"/>
                </a:solidFill>
                <a:effectLst/>
                <a:latin typeface="Nunito Sans" pitchFamily="2" charset="0"/>
              </a:rPr>
              <a:t> meningkat, disarankan masukkan detail yang lebih rinci agar tim dapat mulai mengerjakannya. </a:t>
            </a:r>
            <a:r>
              <a:rPr lang="ar-SA" b="0" i="1" noProof="1">
                <a:solidFill>
                  <a:srgbClr val="727377"/>
                </a:solidFill>
                <a:effectLst/>
                <a:latin typeface="Nunito Sans" pitchFamily="2" charset="0"/>
              </a:rPr>
              <a:t>Product Owner</a:t>
            </a:r>
            <a:r>
              <a:rPr lang="ar-SA" b="0" i="0" noProof="1">
                <a:solidFill>
                  <a:srgbClr val="727377"/>
                </a:solidFill>
                <a:effectLst/>
                <a:latin typeface="Nunito Sans" pitchFamily="2" charset="0"/>
              </a:rPr>
              <a:t> dapat memprioritaskan kembali </a:t>
            </a:r>
            <a:r>
              <a:rPr lang="ar-SA" b="0" i="1" noProof="1">
                <a:solidFill>
                  <a:srgbClr val="727377"/>
                </a:solidFill>
                <a:effectLst/>
                <a:latin typeface="Nunito Sans" pitchFamily="2" charset="0"/>
              </a:rPr>
              <a:t>backlog</a:t>
            </a:r>
            <a:r>
              <a:rPr lang="ar-SA" b="0" i="0" noProof="1">
                <a:solidFill>
                  <a:srgbClr val="727377"/>
                </a:solidFill>
                <a:effectLst/>
                <a:latin typeface="Nunito Sans" pitchFamily="2" charset="0"/>
              </a:rPr>
              <a:t> sesuai dengan kebutuhannya.</a:t>
            </a:r>
            <a:endParaRPr lang="ar-SA" noProof="1"/>
          </a:p>
        </p:txBody>
      </p:sp>
    </p:spTree>
    <p:extLst>
      <p:ext uri="{BB962C8B-B14F-4D97-AF65-F5344CB8AC3E}">
        <p14:creationId xmlns:p14="http://schemas.microsoft.com/office/powerpoint/2010/main" val="10129999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6797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1382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52332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39238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0193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171330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20626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31643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30301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729023341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729023341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16991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729023341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729023341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175900" y="1950100"/>
            <a:ext cx="4792200" cy="644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3600" b="1">
                <a:solidFill>
                  <a:schemeClr val="lt1"/>
                </a:solidFill>
              </a:defRPr>
            </a:lvl1pPr>
            <a:lvl2pPr lvl="1" algn="ctr">
              <a:spcBef>
                <a:spcPts val="0"/>
              </a:spcBef>
              <a:spcAft>
                <a:spcPts val="0"/>
              </a:spcAft>
              <a:buClr>
                <a:schemeClr val="lt1"/>
              </a:buClr>
              <a:buSzPts val="3600"/>
              <a:buNone/>
              <a:defRPr sz="3600" b="1">
                <a:solidFill>
                  <a:schemeClr val="lt1"/>
                </a:solidFill>
              </a:defRPr>
            </a:lvl2pPr>
            <a:lvl3pPr lvl="2" algn="ctr">
              <a:spcBef>
                <a:spcPts val="0"/>
              </a:spcBef>
              <a:spcAft>
                <a:spcPts val="0"/>
              </a:spcAft>
              <a:buClr>
                <a:schemeClr val="lt1"/>
              </a:buClr>
              <a:buSzPts val="3600"/>
              <a:buNone/>
              <a:defRPr sz="3600" b="1">
                <a:solidFill>
                  <a:schemeClr val="lt1"/>
                </a:solidFill>
              </a:defRPr>
            </a:lvl3pPr>
            <a:lvl4pPr lvl="3" algn="ctr">
              <a:spcBef>
                <a:spcPts val="0"/>
              </a:spcBef>
              <a:spcAft>
                <a:spcPts val="0"/>
              </a:spcAft>
              <a:buClr>
                <a:schemeClr val="lt1"/>
              </a:buClr>
              <a:buSzPts val="3600"/>
              <a:buNone/>
              <a:defRPr sz="3600" b="1">
                <a:solidFill>
                  <a:schemeClr val="lt1"/>
                </a:solidFill>
              </a:defRPr>
            </a:lvl4pPr>
            <a:lvl5pPr lvl="4" algn="ctr">
              <a:spcBef>
                <a:spcPts val="0"/>
              </a:spcBef>
              <a:spcAft>
                <a:spcPts val="0"/>
              </a:spcAft>
              <a:buClr>
                <a:schemeClr val="lt1"/>
              </a:buClr>
              <a:buSzPts val="3600"/>
              <a:buNone/>
              <a:defRPr sz="3600" b="1">
                <a:solidFill>
                  <a:schemeClr val="lt1"/>
                </a:solidFill>
              </a:defRPr>
            </a:lvl5pPr>
            <a:lvl6pPr lvl="5" algn="ctr">
              <a:spcBef>
                <a:spcPts val="0"/>
              </a:spcBef>
              <a:spcAft>
                <a:spcPts val="0"/>
              </a:spcAft>
              <a:buClr>
                <a:schemeClr val="lt1"/>
              </a:buClr>
              <a:buSzPts val="3600"/>
              <a:buNone/>
              <a:defRPr sz="3600" b="1">
                <a:solidFill>
                  <a:schemeClr val="lt1"/>
                </a:solidFill>
              </a:defRPr>
            </a:lvl6pPr>
            <a:lvl7pPr lvl="6" algn="ctr">
              <a:spcBef>
                <a:spcPts val="0"/>
              </a:spcBef>
              <a:spcAft>
                <a:spcPts val="0"/>
              </a:spcAft>
              <a:buClr>
                <a:schemeClr val="lt1"/>
              </a:buClr>
              <a:buSzPts val="3600"/>
              <a:buNone/>
              <a:defRPr sz="3600" b="1">
                <a:solidFill>
                  <a:schemeClr val="lt1"/>
                </a:solidFill>
              </a:defRPr>
            </a:lvl7pPr>
            <a:lvl8pPr lvl="7" algn="ctr">
              <a:spcBef>
                <a:spcPts val="0"/>
              </a:spcBef>
              <a:spcAft>
                <a:spcPts val="0"/>
              </a:spcAft>
              <a:buClr>
                <a:schemeClr val="lt1"/>
              </a:buClr>
              <a:buSzPts val="3600"/>
              <a:buNone/>
              <a:defRPr sz="3600" b="1">
                <a:solidFill>
                  <a:schemeClr val="lt1"/>
                </a:solidFill>
              </a:defRPr>
            </a:lvl8pPr>
            <a:lvl9pPr lvl="8" algn="ctr">
              <a:spcBef>
                <a:spcPts val="0"/>
              </a:spcBef>
              <a:spcAft>
                <a:spcPts val="0"/>
              </a:spcAft>
              <a:buClr>
                <a:schemeClr val="lt1"/>
              </a:buClr>
              <a:buSzPts val="3600"/>
              <a:buNone/>
              <a:defRPr sz="3600" b="1">
                <a:solidFill>
                  <a:schemeClr val="lt1"/>
                </a:solidFill>
              </a:defRPr>
            </a:lvl9pPr>
          </a:lstStyle>
          <a:p>
            <a:endParaRPr/>
          </a:p>
        </p:txBody>
      </p:sp>
      <p:sp>
        <p:nvSpPr>
          <p:cNvPr id="10" name="Google Shape;10;p2"/>
          <p:cNvSpPr txBox="1">
            <a:spLocks noGrp="1"/>
          </p:cNvSpPr>
          <p:nvPr>
            <p:ph type="subTitle" idx="1"/>
          </p:nvPr>
        </p:nvSpPr>
        <p:spPr>
          <a:xfrm>
            <a:off x="2044200" y="3704650"/>
            <a:ext cx="5055600" cy="464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400">
                <a:solidFill>
                  <a:schemeClr val="accent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762670" y="3177750"/>
            <a:ext cx="3068700" cy="59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3" name="Google Shape;13;p3"/>
          <p:cNvSpPr txBox="1">
            <a:spLocks noGrp="1"/>
          </p:cNvSpPr>
          <p:nvPr>
            <p:ph type="title" idx="2" hasCustomPrompt="1"/>
          </p:nvPr>
        </p:nvSpPr>
        <p:spPr>
          <a:xfrm>
            <a:off x="1048270" y="3287500"/>
            <a:ext cx="2412900" cy="931500"/>
          </a:xfrm>
          <a:prstGeom prst="rect">
            <a:avLst/>
          </a:prstGeom>
          <a:effectLst>
            <a:outerShdw blurRad="114300" dist="28575" dir="6360000" algn="bl" rotWithShape="0">
              <a:schemeClr val="accent1">
                <a:alpha val="50000"/>
              </a:schemeClr>
            </a:outerShdw>
          </a:effectLst>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6000">
                <a:solidFill>
                  <a:schemeClr val="lt1"/>
                </a:solidFill>
              </a:defRPr>
            </a:lvl1pPr>
            <a:lvl2pPr lvl="1" algn="ctr" rtl="0">
              <a:spcBef>
                <a:spcPts val="0"/>
              </a:spcBef>
              <a:spcAft>
                <a:spcPts val="0"/>
              </a:spcAft>
              <a:buClr>
                <a:schemeClr val="lt1"/>
              </a:buClr>
              <a:buSzPts val="7200"/>
              <a:buNone/>
              <a:defRPr sz="7200">
                <a:solidFill>
                  <a:schemeClr val="lt1"/>
                </a:solidFill>
              </a:defRPr>
            </a:lvl2pPr>
            <a:lvl3pPr lvl="2" algn="ctr" rtl="0">
              <a:spcBef>
                <a:spcPts val="0"/>
              </a:spcBef>
              <a:spcAft>
                <a:spcPts val="0"/>
              </a:spcAft>
              <a:buClr>
                <a:schemeClr val="lt1"/>
              </a:buClr>
              <a:buSzPts val="7200"/>
              <a:buNone/>
              <a:defRPr sz="7200">
                <a:solidFill>
                  <a:schemeClr val="lt1"/>
                </a:solidFill>
              </a:defRPr>
            </a:lvl3pPr>
            <a:lvl4pPr lvl="3" algn="ctr" rtl="0">
              <a:spcBef>
                <a:spcPts val="0"/>
              </a:spcBef>
              <a:spcAft>
                <a:spcPts val="0"/>
              </a:spcAft>
              <a:buClr>
                <a:schemeClr val="lt1"/>
              </a:buClr>
              <a:buSzPts val="7200"/>
              <a:buNone/>
              <a:defRPr sz="7200">
                <a:solidFill>
                  <a:schemeClr val="lt1"/>
                </a:solidFill>
              </a:defRPr>
            </a:lvl4pPr>
            <a:lvl5pPr lvl="4" algn="ctr" rtl="0">
              <a:spcBef>
                <a:spcPts val="0"/>
              </a:spcBef>
              <a:spcAft>
                <a:spcPts val="0"/>
              </a:spcAft>
              <a:buClr>
                <a:schemeClr val="lt1"/>
              </a:buClr>
              <a:buSzPts val="7200"/>
              <a:buNone/>
              <a:defRPr sz="7200">
                <a:solidFill>
                  <a:schemeClr val="lt1"/>
                </a:solidFill>
              </a:defRPr>
            </a:lvl5pPr>
            <a:lvl6pPr lvl="5" algn="ctr" rtl="0">
              <a:spcBef>
                <a:spcPts val="0"/>
              </a:spcBef>
              <a:spcAft>
                <a:spcPts val="0"/>
              </a:spcAft>
              <a:buClr>
                <a:schemeClr val="lt1"/>
              </a:buClr>
              <a:buSzPts val="7200"/>
              <a:buNone/>
              <a:defRPr sz="7200">
                <a:solidFill>
                  <a:schemeClr val="lt1"/>
                </a:solidFill>
              </a:defRPr>
            </a:lvl6pPr>
            <a:lvl7pPr lvl="6" algn="ctr" rtl="0">
              <a:spcBef>
                <a:spcPts val="0"/>
              </a:spcBef>
              <a:spcAft>
                <a:spcPts val="0"/>
              </a:spcAft>
              <a:buClr>
                <a:schemeClr val="lt1"/>
              </a:buClr>
              <a:buSzPts val="7200"/>
              <a:buNone/>
              <a:defRPr sz="7200">
                <a:solidFill>
                  <a:schemeClr val="lt1"/>
                </a:solidFill>
              </a:defRPr>
            </a:lvl7pPr>
            <a:lvl8pPr lvl="7" algn="ctr" rtl="0">
              <a:spcBef>
                <a:spcPts val="0"/>
              </a:spcBef>
              <a:spcAft>
                <a:spcPts val="0"/>
              </a:spcAft>
              <a:buClr>
                <a:schemeClr val="lt1"/>
              </a:buClr>
              <a:buSzPts val="7200"/>
              <a:buNone/>
              <a:defRPr sz="7200">
                <a:solidFill>
                  <a:schemeClr val="lt1"/>
                </a:solidFill>
              </a:defRPr>
            </a:lvl8pPr>
            <a:lvl9pPr lvl="8" algn="ctr" rtl="0">
              <a:spcBef>
                <a:spcPts val="0"/>
              </a:spcBef>
              <a:spcAft>
                <a:spcPts val="0"/>
              </a:spcAft>
              <a:buClr>
                <a:schemeClr val="lt1"/>
              </a:buClr>
              <a:buSzPts val="7200"/>
              <a:buNone/>
              <a:defRPr sz="7200">
                <a:solidFill>
                  <a:schemeClr val="lt1"/>
                </a:solidFill>
              </a:defRPr>
            </a:lvl9pPr>
          </a:lstStyle>
          <a:p>
            <a:r>
              <a:t>xx%</a:t>
            </a:r>
          </a:p>
        </p:txBody>
      </p:sp>
      <p:sp>
        <p:nvSpPr>
          <p:cNvPr id="14" name="Google Shape;14;p3"/>
          <p:cNvSpPr txBox="1">
            <a:spLocks noGrp="1"/>
          </p:cNvSpPr>
          <p:nvPr>
            <p:ph type="subTitle" idx="1"/>
          </p:nvPr>
        </p:nvSpPr>
        <p:spPr>
          <a:xfrm>
            <a:off x="3762670" y="3720650"/>
            <a:ext cx="3068700" cy="4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400">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400"/>
              <a:buNone/>
              <a:defRPr sz="2400">
                <a:solidFill>
                  <a:schemeClr val="accen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 name="Google Shape;17;p4"/>
          <p:cNvSpPr txBox="1">
            <a:spLocks noGrp="1"/>
          </p:cNvSpPr>
          <p:nvPr>
            <p:ph type="body" idx="1"/>
          </p:nvPr>
        </p:nvSpPr>
        <p:spPr>
          <a:xfrm>
            <a:off x="938500" y="1659275"/>
            <a:ext cx="4946400" cy="2760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lt1"/>
              </a:buClr>
              <a:buSzPts val="1400"/>
              <a:buChar char="●"/>
              <a:defRPr sz="1400">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5"/>
          <p:cNvSpPr txBox="1">
            <a:spLocks noGrp="1"/>
          </p:cNvSpPr>
          <p:nvPr>
            <p:ph type="body" idx="1"/>
          </p:nvPr>
        </p:nvSpPr>
        <p:spPr>
          <a:xfrm>
            <a:off x="938500"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21" name="Google Shape;21;p5"/>
          <p:cNvSpPr txBox="1">
            <a:spLocks noGrp="1"/>
          </p:cNvSpPr>
          <p:nvPr>
            <p:ph type="body" idx="2"/>
          </p:nvPr>
        </p:nvSpPr>
        <p:spPr>
          <a:xfrm>
            <a:off x="5037525"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Bullet Points">
  <p:cSld name="CAPTION_ONLY_3">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3" name="Google Shape;43;p13"/>
          <p:cNvSpPr txBox="1">
            <a:spLocks noGrp="1"/>
          </p:cNvSpPr>
          <p:nvPr>
            <p:ph type="body" idx="1"/>
          </p:nvPr>
        </p:nvSpPr>
        <p:spPr>
          <a:xfrm>
            <a:off x="938500" y="1246025"/>
            <a:ext cx="7172100" cy="30399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Clr>
                <a:schemeClr val="lt1"/>
              </a:buClr>
              <a:buSzPts val="1150"/>
              <a:buChar char="●"/>
              <a:defRPr sz="1150">
                <a:solidFill>
                  <a:schemeClr val="lt1"/>
                </a:solidFill>
              </a:defRPr>
            </a:lvl1pPr>
            <a:lvl2pPr marL="914400" lvl="1" indent="-301625" rtl="0">
              <a:spcBef>
                <a:spcPts val="1600"/>
              </a:spcBef>
              <a:spcAft>
                <a:spcPts val="0"/>
              </a:spcAft>
              <a:buClr>
                <a:schemeClr val="lt1"/>
              </a:buClr>
              <a:buSzPts val="1150"/>
              <a:buChar char="○"/>
              <a:defRPr sz="1150">
                <a:solidFill>
                  <a:schemeClr val="lt1"/>
                </a:solidFill>
              </a:defRPr>
            </a:lvl2pPr>
            <a:lvl3pPr marL="1371600" lvl="2" indent="-301625" rtl="0">
              <a:spcBef>
                <a:spcPts val="1600"/>
              </a:spcBef>
              <a:spcAft>
                <a:spcPts val="0"/>
              </a:spcAft>
              <a:buClr>
                <a:schemeClr val="lt1"/>
              </a:buClr>
              <a:buSzPts val="1150"/>
              <a:buChar char="■"/>
              <a:defRPr sz="1150">
                <a:solidFill>
                  <a:schemeClr val="lt1"/>
                </a:solidFill>
              </a:defRPr>
            </a:lvl3pPr>
            <a:lvl4pPr marL="1828800" lvl="3" indent="-301625" rtl="0">
              <a:spcBef>
                <a:spcPts val="1600"/>
              </a:spcBef>
              <a:spcAft>
                <a:spcPts val="0"/>
              </a:spcAft>
              <a:buClr>
                <a:schemeClr val="lt1"/>
              </a:buClr>
              <a:buSzPts val="1150"/>
              <a:buChar char="●"/>
              <a:defRPr sz="1150">
                <a:solidFill>
                  <a:schemeClr val="lt1"/>
                </a:solidFill>
              </a:defRPr>
            </a:lvl4pPr>
            <a:lvl5pPr marL="2286000" lvl="4" indent="-301625" rtl="0">
              <a:spcBef>
                <a:spcPts val="1600"/>
              </a:spcBef>
              <a:spcAft>
                <a:spcPts val="0"/>
              </a:spcAft>
              <a:buClr>
                <a:schemeClr val="lt1"/>
              </a:buClr>
              <a:buSzPts val="1150"/>
              <a:buChar char="○"/>
              <a:defRPr sz="1150">
                <a:solidFill>
                  <a:schemeClr val="lt1"/>
                </a:solidFill>
              </a:defRPr>
            </a:lvl5pPr>
            <a:lvl6pPr marL="2743200" lvl="5" indent="-301625" rtl="0">
              <a:spcBef>
                <a:spcPts val="1600"/>
              </a:spcBef>
              <a:spcAft>
                <a:spcPts val="0"/>
              </a:spcAft>
              <a:buClr>
                <a:schemeClr val="lt1"/>
              </a:buClr>
              <a:buSzPts val="1150"/>
              <a:buChar char="■"/>
              <a:defRPr sz="1150">
                <a:solidFill>
                  <a:schemeClr val="lt1"/>
                </a:solidFill>
              </a:defRPr>
            </a:lvl6pPr>
            <a:lvl7pPr marL="3200400" lvl="6" indent="-301625" rtl="0">
              <a:spcBef>
                <a:spcPts val="1600"/>
              </a:spcBef>
              <a:spcAft>
                <a:spcPts val="0"/>
              </a:spcAft>
              <a:buClr>
                <a:schemeClr val="lt1"/>
              </a:buClr>
              <a:buSzPts val="1150"/>
              <a:buChar char="●"/>
              <a:defRPr sz="1150">
                <a:solidFill>
                  <a:schemeClr val="lt1"/>
                </a:solidFill>
              </a:defRPr>
            </a:lvl7pPr>
            <a:lvl8pPr marL="3657600" lvl="7" indent="-301625" rtl="0">
              <a:spcBef>
                <a:spcPts val="1600"/>
              </a:spcBef>
              <a:spcAft>
                <a:spcPts val="0"/>
              </a:spcAft>
              <a:buClr>
                <a:schemeClr val="lt1"/>
              </a:buClr>
              <a:buSzPts val="1150"/>
              <a:buChar char="○"/>
              <a:defRPr sz="1150">
                <a:solidFill>
                  <a:schemeClr val="lt1"/>
                </a:solidFill>
              </a:defRPr>
            </a:lvl8pPr>
            <a:lvl9pPr marL="4114800" lvl="8" indent="-301625" rtl="0">
              <a:spcBef>
                <a:spcPts val="1600"/>
              </a:spcBef>
              <a:spcAft>
                <a:spcPts val="1600"/>
              </a:spcAft>
              <a:buClr>
                <a:schemeClr val="lt1"/>
              </a:buClr>
              <a:buSzPts val="1150"/>
              <a:buChar char="■"/>
              <a:defRPr sz="1150">
                <a:solidFill>
                  <a:schemeClr val="lt1"/>
                </a:solidFil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SECTION_TITLE_AND_DESCRIPTION_1_1_3">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4"/>
          <p:cNvSpPr txBox="1">
            <a:spLocks noGrp="1"/>
          </p:cNvSpPr>
          <p:nvPr>
            <p:ph type="title"/>
          </p:nvPr>
        </p:nvSpPr>
        <p:spPr>
          <a:xfrm>
            <a:off x="3538497" y="26155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46" name="Google Shape;46;p14"/>
          <p:cNvSpPr txBox="1">
            <a:spLocks noGrp="1"/>
          </p:cNvSpPr>
          <p:nvPr>
            <p:ph type="subTitle" idx="1"/>
          </p:nvPr>
        </p:nvSpPr>
        <p:spPr>
          <a:xfrm>
            <a:off x="3538497" y="31480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47" name="Google Shape;47;p14"/>
          <p:cNvSpPr txBox="1">
            <a:spLocks noGrp="1"/>
          </p:cNvSpPr>
          <p:nvPr>
            <p:ph type="title" idx="2"/>
          </p:nvPr>
        </p:nvSpPr>
        <p:spPr>
          <a:xfrm>
            <a:off x="6028553" y="26155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48" name="Google Shape;48;p14"/>
          <p:cNvSpPr txBox="1">
            <a:spLocks noGrp="1"/>
          </p:cNvSpPr>
          <p:nvPr>
            <p:ph type="subTitle" idx="3"/>
          </p:nvPr>
        </p:nvSpPr>
        <p:spPr>
          <a:xfrm>
            <a:off x="6028553" y="31480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49" name="Google Shape;49;p14"/>
          <p:cNvSpPr txBox="1">
            <a:spLocks noGrp="1"/>
          </p:cNvSpPr>
          <p:nvPr>
            <p:ph type="title" idx="4"/>
          </p:nvPr>
        </p:nvSpPr>
        <p:spPr>
          <a:xfrm>
            <a:off x="1048447" y="26155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50" name="Google Shape;50;p14"/>
          <p:cNvSpPr txBox="1">
            <a:spLocks noGrp="1"/>
          </p:cNvSpPr>
          <p:nvPr>
            <p:ph type="subTitle" idx="5"/>
          </p:nvPr>
        </p:nvSpPr>
        <p:spPr>
          <a:xfrm>
            <a:off x="1048447" y="31480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51" name="Google Shape;51;p14"/>
          <p:cNvSpPr txBox="1">
            <a:spLocks noGrp="1"/>
          </p:cNvSpPr>
          <p:nvPr>
            <p:ph type="title" idx="6" hasCustomPrompt="1"/>
          </p:nvPr>
        </p:nvSpPr>
        <p:spPr>
          <a:xfrm>
            <a:off x="1048450" y="1770700"/>
            <a:ext cx="2067000" cy="723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3600">
                <a:solidFill>
                  <a:schemeClr val="lt2"/>
                </a:solidFill>
              </a:defRPr>
            </a:lvl1pPr>
            <a:lvl2pPr lvl="1" algn="ctr" rtl="0">
              <a:spcBef>
                <a:spcPts val="0"/>
              </a:spcBef>
              <a:spcAft>
                <a:spcPts val="0"/>
              </a:spcAft>
              <a:buClr>
                <a:schemeClr val="lt2"/>
              </a:buClr>
              <a:buSzPts val="3600"/>
              <a:buNone/>
              <a:defRPr sz="3600">
                <a:solidFill>
                  <a:schemeClr val="lt2"/>
                </a:solidFill>
              </a:defRPr>
            </a:lvl2pPr>
            <a:lvl3pPr lvl="2" algn="ctr" rtl="0">
              <a:spcBef>
                <a:spcPts val="0"/>
              </a:spcBef>
              <a:spcAft>
                <a:spcPts val="0"/>
              </a:spcAft>
              <a:buClr>
                <a:schemeClr val="lt2"/>
              </a:buClr>
              <a:buSzPts val="3600"/>
              <a:buNone/>
              <a:defRPr sz="3600">
                <a:solidFill>
                  <a:schemeClr val="lt2"/>
                </a:solidFill>
              </a:defRPr>
            </a:lvl3pPr>
            <a:lvl4pPr lvl="3" algn="ctr" rtl="0">
              <a:spcBef>
                <a:spcPts val="0"/>
              </a:spcBef>
              <a:spcAft>
                <a:spcPts val="0"/>
              </a:spcAft>
              <a:buClr>
                <a:schemeClr val="lt2"/>
              </a:buClr>
              <a:buSzPts val="3600"/>
              <a:buNone/>
              <a:defRPr sz="3600">
                <a:solidFill>
                  <a:schemeClr val="lt2"/>
                </a:solidFill>
              </a:defRPr>
            </a:lvl4pPr>
            <a:lvl5pPr lvl="4" algn="ctr" rtl="0">
              <a:spcBef>
                <a:spcPts val="0"/>
              </a:spcBef>
              <a:spcAft>
                <a:spcPts val="0"/>
              </a:spcAft>
              <a:buClr>
                <a:schemeClr val="lt2"/>
              </a:buClr>
              <a:buSzPts val="3600"/>
              <a:buNone/>
              <a:defRPr sz="3600">
                <a:solidFill>
                  <a:schemeClr val="lt2"/>
                </a:solidFill>
              </a:defRPr>
            </a:lvl5pPr>
            <a:lvl6pPr lvl="5" algn="ctr" rtl="0">
              <a:spcBef>
                <a:spcPts val="0"/>
              </a:spcBef>
              <a:spcAft>
                <a:spcPts val="0"/>
              </a:spcAft>
              <a:buClr>
                <a:schemeClr val="lt2"/>
              </a:buClr>
              <a:buSzPts val="3600"/>
              <a:buNone/>
              <a:defRPr sz="3600">
                <a:solidFill>
                  <a:schemeClr val="lt2"/>
                </a:solidFill>
              </a:defRPr>
            </a:lvl6pPr>
            <a:lvl7pPr lvl="6" algn="ctr" rtl="0">
              <a:spcBef>
                <a:spcPts val="0"/>
              </a:spcBef>
              <a:spcAft>
                <a:spcPts val="0"/>
              </a:spcAft>
              <a:buClr>
                <a:schemeClr val="lt2"/>
              </a:buClr>
              <a:buSzPts val="3600"/>
              <a:buNone/>
              <a:defRPr sz="3600">
                <a:solidFill>
                  <a:schemeClr val="lt2"/>
                </a:solidFill>
              </a:defRPr>
            </a:lvl7pPr>
            <a:lvl8pPr lvl="7" algn="ctr" rtl="0">
              <a:spcBef>
                <a:spcPts val="0"/>
              </a:spcBef>
              <a:spcAft>
                <a:spcPts val="0"/>
              </a:spcAft>
              <a:buClr>
                <a:schemeClr val="lt2"/>
              </a:buClr>
              <a:buSzPts val="3600"/>
              <a:buNone/>
              <a:defRPr sz="3600">
                <a:solidFill>
                  <a:schemeClr val="lt2"/>
                </a:solidFill>
              </a:defRPr>
            </a:lvl8pPr>
            <a:lvl9pPr lvl="8" algn="ctr" rtl="0">
              <a:spcBef>
                <a:spcPts val="0"/>
              </a:spcBef>
              <a:spcAft>
                <a:spcPts val="0"/>
              </a:spcAft>
              <a:buClr>
                <a:schemeClr val="lt2"/>
              </a:buClr>
              <a:buSzPts val="3600"/>
              <a:buNone/>
              <a:defRPr sz="3600">
                <a:solidFill>
                  <a:schemeClr val="lt2"/>
                </a:solidFill>
              </a:defRPr>
            </a:lvl9pPr>
          </a:lstStyle>
          <a:p>
            <a:r>
              <a:t>xx%</a:t>
            </a:r>
          </a:p>
        </p:txBody>
      </p:sp>
      <p:sp>
        <p:nvSpPr>
          <p:cNvPr id="52" name="Google Shape;52;p14"/>
          <p:cNvSpPr txBox="1">
            <a:spLocks noGrp="1"/>
          </p:cNvSpPr>
          <p:nvPr>
            <p:ph type="title" idx="7" hasCustomPrompt="1"/>
          </p:nvPr>
        </p:nvSpPr>
        <p:spPr>
          <a:xfrm>
            <a:off x="3538500" y="1770700"/>
            <a:ext cx="2067000" cy="723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3600">
                <a:solidFill>
                  <a:schemeClr val="lt2"/>
                </a:solidFill>
              </a:defRPr>
            </a:lvl1pPr>
            <a:lvl2pPr lvl="1" algn="ctr" rtl="0">
              <a:spcBef>
                <a:spcPts val="0"/>
              </a:spcBef>
              <a:spcAft>
                <a:spcPts val="0"/>
              </a:spcAft>
              <a:buClr>
                <a:schemeClr val="lt2"/>
              </a:buClr>
              <a:buSzPts val="3600"/>
              <a:buNone/>
              <a:defRPr sz="3600">
                <a:solidFill>
                  <a:schemeClr val="lt2"/>
                </a:solidFill>
              </a:defRPr>
            </a:lvl2pPr>
            <a:lvl3pPr lvl="2" algn="ctr" rtl="0">
              <a:spcBef>
                <a:spcPts val="0"/>
              </a:spcBef>
              <a:spcAft>
                <a:spcPts val="0"/>
              </a:spcAft>
              <a:buClr>
                <a:schemeClr val="lt2"/>
              </a:buClr>
              <a:buSzPts val="3600"/>
              <a:buNone/>
              <a:defRPr sz="3600">
                <a:solidFill>
                  <a:schemeClr val="lt2"/>
                </a:solidFill>
              </a:defRPr>
            </a:lvl3pPr>
            <a:lvl4pPr lvl="3" algn="ctr" rtl="0">
              <a:spcBef>
                <a:spcPts val="0"/>
              </a:spcBef>
              <a:spcAft>
                <a:spcPts val="0"/>
              </a:spcAft>
              <a:buClr>
                <a:schemeClr val="lt2"/>
              </a:buClr>
              <a:buSzPts val="3600"/>
              <a:buNone/>
              <a:defRPr sz="3600">
                <a:solidFill>
                  <a:schemeClr val="lt2"/>
                </a:solidFill>
              </a:defRPr>
            </a:lvl4pPr>
            <a:lvl5pPr lvl="4" algn="ctr" rtl="0">
              <a:spcBef>
                <a:spcPts val="0"/>
              </a:spcBef>
              <a:spcAft>
                <a:spcPts val="0"/>
              </a:spcAft>
              <a:buClr>
                <a:schemeClr val="lt2"/>
              </a:buClr>
              <a:buSzPts val="3600"/>
              <a:buNone/>
              <a:defRPr sz="3600">
                <a:solidFill>
                  <a:schemeClr val="lt2"/>
                </a:solidFill>
              </a:defRPr>
            </a:lvl5pPr>
            <a:lvl6pPr lvl="5" algn="ctr" rtl="0">
              <a:spcBef>
                <a:spcPts val="0"/>
              </a:spcBef>
              <a:spcAft>
                <a:spcPts val="0"/>
              </a:spcAft>
              <a:buClr>
                <a:schemeClr val="lt2"/>
              </a:buClr>
              <a:buSzPts val="3600"/>
              <a:buNone/>
              <a:defRPr sz="3600">
                <a:solidFill>
                  <a:schemeClr val="lt2"/>
                </a:solidFill>
              </a:defRPr>
            </a:lvl6pPr>
            <a:lvl7pPr lvl="6" algn="ctr" rtl="0">
              <a:spcBef>
                <a:spcPts val="0"/>
              </a:spcBef>
              <a:spcAft>
                <a:spcPts val="0"/>
              </a:spcAft>
              <a:buClr>
                <a:schemeClr val="lt2"/>
              </a:buClr>
              <a:buSzPts val="3600"/>
              <a:buNone/>
              <a:defRPr sz="3600">
                <a:solidFill>
                  <a:schemeClr val="lt2"/>
                </a:solidFill>
              </a:defRPr>
            </a:lvl7pPr>
            <a:lvl8pPr lvl="7" algn="ctr" rtl="0">
              <a:spcBef>
                <a:spcPts val="0"/>
              </a:spcBef>
              <a:spcAft>
                <a:spcPts val="0"/>
              </a:spcAft>
              <a:buClr>
                <a:schemeClr val="lt2"/>
              </a:buClr>
              <a:buSzPts val="3600"/>
              <a:buNone/>
              <a:defRPr sz="3600">
                <a:solidFill>
                  <a:schemeClr val="lt2"/>
                </a:solidFill>
              </a:defRPr>
            </a:lvl8pPr>
            <a:lvl9pPr lvl="8" algn="ctr" rtl="0">
              <a:spcBef>
                <a:spcPts val="0"/>
              </a:spcBef>
              <a:spcAft>
                <a:spcPts val="0"/>
              </a:spcAft>
              <a:buClr>
                <a:schemeClr val="lt2"/>
              </a:buClr>
              <a:buSzPts val="3600"/>
              <a:buNone/>
              <a:defRPr sz="3600">
                <a:solidFill>
                  <a:schemeClr val="lt2"/>
                </a:solidFill>
              </a:defRPr>
            </a:lvl9pPr>
          </a:lstStyle>
          <a:p>
            <a:r>
              <a:t>xx%</a:t>
            </a:r>
          </a:p>
        </p:txBody>
      </p:sp>
      <p:sp>
        <p:nvSpPr>
          <p:cNvPr id="53" name="Google Shape;53;p14"/>
          <p:cNvSpPr txBox="1">
            <a:spLocks noGrp="1"/>
          </p:cNvSpPr>
          <p:nvPr>
            <p:ph type="title" idx="8" hasCustomPrompt="1"/>
          </p:nvPr>
        </p:nvSpPr>
        <p:spPr>
          <a:xfrm>
            <a:off x="6028550" y="1770700"/>
            <a:ext cx="2067000" cy="723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3600">
                <a:solidFill>
                  <a:schemeClr val="lt2"/>
                </a:solidFill>
              </a:defRPr>
            </a:lvl1pPr>
            <a:lvl2pPr lvl="1" algn="ctr" rtl="0">
              <a:spcBef>
                <a:spcPts val="0"/>
              </a:spcBef>
              <a:spcAft>
                <a:spcPts val="0"/>
              </a:spcAft>
              <a:buClr>
                <a:schemeClr val="lt2"/>
              </a:buClr>
              <a:buSzPts val="3600"/>
              <a:buNone/>
              <a:defRPr sz="3600">
                <a:solidFill>
                  <a:schemeClr val="lt2"/>
                </a:solidFill>
              </a:defRPr>
            </a:lvl2pPr>
            <a:lvl3pPr lvl="2" algn="ctr" rtl="0">
              <a:spcBef>
                <a:spcPts val="0"/>
              </a:spcBef>
              <a:spcAft>
                <a:spcPts val="0"/>
              </a:spcAft>
              <a:buClr>
                <a:schemeClr val="lt2"/>
              </a:buClr>
              <a:buSzPts val="3600"/>
              <a:buNone/>
              <a:defRPr sz="3600">
                <a:solidFill>
                  <a:schemeClr val="lt2"/>
                </a:solidFill>
              </a:defRPr>
            </a:lvl3pPr>
            <a:lvl4pPr lvl="3" algn="ctr" rtl="0">
              <a:spcBef>
                <a:spcPts val="0"/>
              </a:spcBef>
              <a:spcAft>
                <a:spcPts val="0"/>
              </a:spcAft>
              <a:buClr>
                <a:schemeClr val="lt2"/>
              </a:buClr>
              <a:buSzPts val="3600"/>
              <a:buNone/>
              <a:defRPr sz="3600">
                <a:solidFill>
                  <a:schemeClr val="lt2"/>
                </a:solidFill>
              </a:defRPr>
            </a:lvl4pPr>
            <a:lvl5pPr lvl="4" algn="ctr" rtl="0">
              <a:spcBef>
                <a:spcPts val="0"/>
              </a:spcBef>
              <a:spcAft>
                <a:spcPts val="0"/>
              </a:spcAft>
              <a:buClr>
                <a:schemeClr val="lt2"/>
              </a:buClr>
              <a:buSzPts val="3600"/>
              <a:buNone/>
              <a:defRPr sz="3600">
                <a:solidFill>
                  <a:schemeClr val="lt2"/>
                </a:solidFill>
              </a:defRPr>
            </a:lvl5pPr>
            <a:lvl6pPr lvl="5" algn="ctr" rtl="0">
              <a:spcBef>
                <a:spcPts val="0"/>
              </a:spcBef>
              <a:spcAft>
                <a:spcPts val="0"/>
              </a:spcAft>
              <a:buClr>
                <a:schemeClr val="lt2"/>
              </a:buClr>
              <a:buSzPts val="3600"/>
              <a:buNone/>
              <a:defRPr sz="3600">
                <a:solidFill>
                  <a:schemeClr val="lt2"/>
                </a:solidFill>
              </a:defRPr>
            </a:lvl6pPr>
            <a:lvl7pPr lvl="6" algn="ctr" rtl="0">
              <a:spcBef>
                <a:spcPts val="0"/>
              </a:spcBef>
              <a:spcAft>
                <a:spcPts val="0"/>
              </a:spcAft>
              <a:buClr>
                <a:schemeClr val="lt2"/>
              </a:buClr>
              <a:buSzPts val="3600"/>
              <a:buNone/>
              <a:defRPr sz="3600">
                <a:solidFill>
                  <a:schemeClr val="lt2"/>
                </a:solidFill>
              </a:defRPr>
            </a:lvl7pPr>
            <a:lvl8pPr lvl="7" algn="ctr" rtl="0">
              <a:spcBef>
                <a:spcPts val="0"/>
              </a:spcBef>
              <a:spcAft>
                <a:spcPts val="0"/>
              </a:spcAft>
              <a:buClr>
                <a:schemeClr val="lt2"/>
              </a:buClr>
              <a:buSzPts val="3600"/>
              <a:buNone/>
              <a:defRPr sz="3600">
                <a:solidFill>
                  <a:schemeClr val="lt2"/>
                </a:solidFill>
              </a:defRPr>
            </a:lvl8pPr>
            <a:lvl9pPr lvl="8" algn="ctr" rtl="0">
              <a:spcBef>
                <a:spcPts val="0"/>
              </a:spcBef>
              <a:spcAft>
                <a:spcPts val="0"/>
              </a:spcAft>
              <a:buClr>
                <a:schemeClr val="lt2"/>
              </a:buClr>
              <a:buSzPts val="3600"/>
              <a:buNone/>
              <a:defRPr sz="3600">
                <a:solidFill>
                  <a:schemeClr val="lt2"/>
                </a:solidFill>
              </a:defRPr>
            </a:lvl9pPr>
          </a:lstStyle>
          <a:p>
            <a:r>
              <a:t>xx%</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TITLE_1_1">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6"/>
          <p:cNvSpPr txBox="1">
            <a:spLocks noGrp="1"/>
          </p:cNvSpPr>
          <p:nvPr>
            <p:ph type="ctrTitle"/>
          </p:nvPr>
        </p:nvSpPr>
        <p:spPr>
          <a:xfrm>
            <a:off x="1850525" y="1157925"/>
            <a:ext cx="5442900" cy="2603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sz="3000" b="1">
                <a:solidFill>
                  <a:schemeClr val="lt1"/>
                </a:solidFill>
              </a:defRPr>
            </a:lvl1pPr>
            <a:lvl2pPr lvl="1" algn="ctr" rtl="0">
              <a:spcBef>
                <a:spcPts val="0"/>
              </a:spcBef>
              <a:spcAft>
                <a:spcPts val="0"/>
              </a:spcAft>
              <a:buClr>
                <a:schemeClr val="lt1"/>
              </a:buClr>
              <a:buSzPts val="3000"/>
              <a:buNone/>
              <a:defRPr sz="3000" b="1">
                <a:solidFill>
                  <a:schemeClr val="lt1"/>
                </a:solidFill>
              </a:defRPr>
            </a:lvl2pPr>
            <a:lvl3pPr lvl="2" algn="ctr" rtl="0">
              <a:spcBef>
                <a:spcPts val="0"/>
              </a:spcBef>
              <a:spcAft>
                <a:spcPts val="0"/>
              </a:spcAft>
              <a:buClr>
                <a:schemeClr val="lt1"/>
              </a:buClr>
              <a:buSzPts val="3000"/>
              <a:buNone/>
              <a:defRPr sz="3000" b="1">
                <a:solidFill>
                  <a:schemeClr val="lt1"/>
                </a:solidFill>
              </a:defRPr>
            </a:lvl3pPr>
            <a:lvl4pPr lvl="3" algn="ctr" rtl="0">
              <a:spcBef>
                <a:spcPts val="0"/>
              </a:spcBef>
              <a:spcAft>
                <a:spcPts val="0"/>
              </a:spcAft>
              <a:buClr>
                <a:schemeClr val="lt1"/>
              </a:buClr>
              <a:buSzPts val="3000"/>
              <a:buNone/>
              <a:defRPr sz="3000" b="1">
                <a:solidFill>
                  <a:schemeClr val="lt1"/>
                </a:solidFill>
              </a:defRPr>
            </a:lvl4pPr>
            <a:lvl5pPr lvl="4" algn="ctr" rtl="0">
              <a:spcBef>
                <a:spcPts val="0"/>
              </a:spcBef>
              <a:spcAft>
                <a:spcPts val="0"/>
              </a:spcAft>
              <a:buClr>
                <a:schemeClr val="lt1"/>
              </a:buClr>
              <a:buSzPts val="3000"/>
              <a:buNone/>
              <a:defRPr sz="3000" b="1">
                <a:solidFill>
                  <a:schemeClr val="lt1"/>
                </a:solidFill>
              </a:defRPr>
            </a:lvl5pPr>
            <a:lvl6pPr lvl="5" algn="ctr" rtl="0">
              <a:spcBef>
                <a:spcPts val="0"/>
              </a:spcBef>
              <a:spcAft>
                <a:spcPts val="0"/>
              </a:spcAft>
              <a:buClr>
                <a:schemeClr val="lt1"/>
              </a:buClr>
              <a:buSzPts val="3000"/>
              <a:buNone/>
              <a:defRPr sz="3000" b="1">
                <a:solidFill>
                  <a:schemeClr val="lt1"/>
                </a:solidFill>
              </a:defRPr>
            </a:lvl6pPr>
            <a:lvl7pPr lvl="6" algn="ctr" rtl="0">
              <a:spcBef>
                <a:spcPts val="0"/>
              </a:spcBef>
              <a:spcAft>
                <a:spcPts val="0"/>
              </a:spcAft>
              <a:buClr>
                <a:schemeClr val="lt1"/>
              </a:buClr>
              <a:buSzPts val="3000"/>
              <a:buNone/>
              <a:defRPr sz="3000" b="1">
                <a:solidFill>
                  <a:schemeClr val="lt1"/>
                </a:solidFill>
              </a:defRPr>
            </a:lvl7pPr>
            <a:lvl8pPr lvl="7" algn="ctr" rtl="0">
              <a:spcBef>
                <a:spcPts val="0"/>
              </a:spcBef>
              <a:spcAft>
                <a:spcPts val="0"/>
              </a:spcAft>
              <a:buClr>
                <a:schemeClr val="lt1"/>
              </a:buClr>
              <a:buSzPts val="3000"/>
              <a:buNone/>
              <a:defRPr sz="3000" b="1">
                <a:solidFill>
                  <a:schemeClr val="lt1"/>
                </a:solidFill>
              </a:defRPr>
            </a:lvl8pPr>
            <a:lvl9pPr lvl="8" algn="ctr" rtl="0">
              <a:spcBef>
                <a:spcPts val="0"/>
              </a:spcBef>
              <a:spcAft>
                <a:spcPts val="0"/>
              </a:spcAft>
              <a:buClr>
                <a:schemeClr val="lt1"/>
              </a:buClr>
              <a:buSzPts val="3000"/>
              <a:buNone/>
              <a:defRPr sz="3000" b="1">
                <a:solidFill>
                  <a:schemeClr val="lt1"/>
                </a:solidFill>
              </a:defRPr>
            </a:lvl9pPr>
          </a:lstStyle>
          <a:p>
            <a:endParaRPr/>
          </a:p>
        </p:txBody>
      </p:sp>
      <p:sp>
        <p:nvSpPr>
          <p:cNvPr id="59" name="Google Shape;59;p16"/>
          <p:cNvSpPr txBox="1">
            <a:spLocks noGrp="1"/>
          </p:cNvSpPr>
          <p:nvPr>
            <p:ph type="subTitle" idx="1"/>
          </p:nvPr>
        </p:nvSpPr>
        <p:spPr>
          <a:xfrm>
            <a:off x="2481900" y="3945600"/>
            <a:ext cx="4180200" cy="46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400">
                <a:solidFill>
                  <a:schemeClr val="accent1"/>
                </a:solidFill>
              </a:defRPr>
            </a:lvl1pPr>
            <a:lvl2pPr lvl="1" algn="ctr" rtl="0">
              <a:lnSpc>
                <a:spcPct val="100000"/>
              </a:lnSpc>
              <a:spcBef>
                <a:spcPts val="0"/>
              </a:spcBef>
              <a:spcAft>
                <a:spcPts val="0"/>
              </a:spcAft>
              <a:buClr>
                <a:schemeClr val="accent1"/>
              </a:buClr>
              <a:buSzPts val="1800"/>
              <a:buNone/>
              <a:defRPr sz="1800">
                <a:solidFill>
                  <a:schemeClr val="accent1"/>
                </a:solidFill>
              </a:defRPr>
            </a:lvl2pPr>
            <a:lvl3pPr lvl="2" algn="ctr" rtl="0">
              <a:lnSpc>
                <a:spcPct val="100000"/>
              </a:lnSpc>
              <a:spcBef>
                <a:spcPts val="0"/>
              </a:spcBef>
              <a:spcAft>
                <a:spcPts val="0"/>
              </a:spcAft>
              <a:buClr>
                <a:schemeClr val="accent1"/>
              </a:buClr>
              <a:buSzPts val="1800"/>
              <a:buNone/>
              <a:defRPr sz="1800">
                <a:solidFill>
                  <a:schemeClr val="accent1"/>
                </a:solidFill>
              </a:defRPr>
            </a:lvl3pPr>
            <a:lvl4pPr lvl="3" algn="ctr" rtl="0">
              <a:lnSpc>
                <a:spcPct val="100000"/>
              </a:lnSpc>
              <a:spcBef>
                <a:spcPts val="0"/>
              </a:spcBef>
              <a:spcAft>
                <a:spcPts val="0"/>
              </a:spcAft>
              <a:buClr>
                <a:schemeClr val="accent1"/>
              </a:buClr>
              <a:buSzPts val="1800"/>
              <a:buNone/>
              <a:defRPr sz="1800">
                <a:solidFill>
                  <a:schemeClr val="accent1"/>
                </a:solidFill>
              </a:defRPr>
            </a:lvl4pPr>
            <a:lvl5pPr lvl="4" algn="ctr" rtl="0">
              <a:lnSpc>
                <a:spcPct val="100000"/>
              </a:lnSpc>
              <a:spcBef>
                <a:spcPts val="0"/>
              </a:spcBef>
              <a:spcAft>
                <a:spcPts val="0"/>
              </a:spcAft>
              <a:buClr>
                <a:schemeClr val="accent1"/>
              </a:buClr>
              <a:buSzPts val="1800"/>
              <a:buNone/>
              <a:defRPr sz="1800">
                <a:solidFill>
                  <a:schemeClr val="accent1"/>
                </a:solidFill>
              </a:defRPr>
            </a:lvl5pPr>
            <a:lvl6pPr lvl="5" algn="ctr" rtl="0">
              <a:lnSpc>
                <a:spcPct val="100000"/>
              </a:lnSpc>
              <a:spcBef>
                <a:spcPts val="0"/>
              </a:spcBef>
              <a:spcAft>
                <a:spcPts val="0"/>
              </a:spcAft>
              <a:buClr>
                <a:schemeClr val="accent1"/>
              </a:buClr>
              <a:buSzPts val="1800"/>
              <a:buNone/>
              <a:defRPr sz="1800">
                <a:solidFill>
                  <a:schemeClr val="accent1"/>
                </a:solidFill>
              </a:defRPr>
            </a:lvl6pPr>
            <a:lvl7pPr lvl="6" algn="ctr" rtl="0">
              <a:lnSpc>
                <a:spcPct val="100000"/>
              </a:lnSpc>
              <a:spcBef>
                <a:spcPts val="0"/>
              </a:spcBef>
              <a:spcAft>
                <a:spcPts val="0"/>
              </a:spcAft>
              <a:buClr>
                <a:schemeClr val="accent1"/>
              </a:buClr>
              <a:buSzPts val="1800"/>
              <a:buNone/>
              <a:defRPr sz="1800">
                <a:solidFill>
                  <a:schemeClr val="accent1"/>
                </a:solidFill>
              </a:defRPr>
            </a:lvl7pPr>
            <a:lvl8pPr lvl="7" algn="ctr" rtl="0">
              <a:lnSpc>
                <a:spcPct val="100000"/>
              </a:lnSpc>
              <a:spcBef>
                <a:spcPts val="0"/>
              </a:spcBef>
              <a:spcAft>
                <a:spcPts val="0"/>
              </a:spcAft>
              <a:buClr>
                <a:schemeClr val="accent1"/>
              </a:buClr>
              <a:buSzPts val="1800"/>
              <a:buNone/>
              <a:defRPr sz="1800">
                <a:solidFill>
                  <a:schemeClr val="accent1"/>
                </a:solidFill>
              </a:defRPr>
            </a:lvl8pPr>
            <a:lvl9pPr lvl="8" algn="ctr" rtl="0">
              <a:lnSpc>
                <a:spcPct val="100000"/>
              </a:lnSpc>
              <a:spcBef>
                <a:spcPts val="0"/>
              </a:spcBef>
              <a:spcAft>
                <a:spcPts val="0"/>
              </a:spcAft>
              <a:buClr>
                <a:schemeClr val="accent1"/>
              </a:buClr>
              <a:buSzPts val="1800"/>
              <a:buNone/>
              <a:defRPr sz="1800">
                <a:solidFill>
                  <a:schemeClr val="accent1"/>
                </a:solidFil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8" r:id="rId5"/>
    <p:sldLayoutId id="2147483659" r:id="rId6"/>
    <p:sldLayoutId id="2147483660" r:id="rId7"/>
    <p:sldLayoutId id="2147483662" r:id="rId8"/>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info.populix.co/articles/apa-itu-scrum/" TargetMode="External"/><Relationship Id="rId7" Type="http://schemas.openxmlformats.org/officeDocument/2006/relationships/hyperlink" Target="https://sites.google.com/site/idscrum/sejarah-scrum" TargetMode="External"/><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hyperlink" Target="https://socs.binus.ac.id/2020/03/31/software-engineering-agile-software-development-process-model-scrum-model/" TargetMode="External"/><Relationship Id="rId5" Type="http://schemas.openxmlformats.org/officeDocument/2006/relationships/hyperlink" Target="https://blog.hacktiv8.com/membedah-pengertian-agile-scrum/" TargetMode="External"/><Relationship Id="rId4" Type="http://schemas.openxmlformats.org/officeDocument/2006/relationships/hyperlink" Target="https://glints.com/id/lowongan/metode-scrum/#peranan-dalam-metode-scru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8"/>
          <p:cNvSpPr txBox="1">
            <a:spLocks noGrp="1"/>
          </p:cNvSpPr>
          <p:nvPr>
            <p:ph type="ctrTitle"/>
          </p:nvPr>
        </p:nvSpPr>
        <p:spPr>
          <a:xfrm>
            <a:off x="2175900" y="1950100"/>
            <a:ext cx="4792200" cy="644700"/>
          </a:xfrm>
          <a:prstGeom prst="rect">
            <a:avLst/>
          </a:prstGeom>
          <a:effectLst>
            <a:outerShdw blurRad="142875" dist="19050" dir="8760000" algn="bl" rotWithShape="0">
              <a:srgbClr val="76A5AF">
                <a:alpha val="50000"/>
              </a:srgbClr>
            </a:outerShdw>
          </a:effectLst>
        </p:spPr>
        <p:txBody>
          <a:bodyPr spcFirstLastPara="1" wrap="square" lIns="91425" tIns="91425" rIns="91425" bIns="91425" anchor="b" anchorCtr="0">
            <a:noAutofit/>
          </a:bodyPr>
          <a:lstStyle/>
          <a:p>
            <a:pPr marL="0" lvl="0" indent="0" algn="ctr" rtl="0">
              <a:spcBef>
                <a:spcPts val="0"/>
              </a:spcBef>
              <a:spcAft>
                <a:spcPts val="0"/>
              </a:spcAft>
              <a:buNone/>
            </a:pPr>
            <a:r>
              <a:rPr lang="id-ID" dirty="0"/>
              <a:t>SCRUM</a:t>
            </a:r>
            <a:endParaRPr dirty="0"/>
          </a:p>
        </p:txBody>
      </p:sp>
      <p:sp>
        <p:nvSpPr>
          <p:cNvPr id="163" name="Google Shape;163;p38"/>
          <p:cNvSpPr txBox="1">
            <a:spLocks noGrp="1"/>
          </p:cNvSpPr>
          <p:nvPr>
            <p:ph type="subTitle" idx="1"/>
          </p:nvPr>
        </p:nvSpPr>
        <p:spPr>
          <a:xfrm>
            <a:off x="2044200" y="3704650"/>
            <a:ext cx="5055600" cy="46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1"/>
              <a:t>Arda – Zaki – Adam – Mu’aadz</a:t>
            </a:r>
          </a:p>
        </p:txBody>
      </p:sp>
      <p:sp>
        <p:nvSpPr>
          <p:cNvPr id="164" name="Google Shape;164;p38"/>
          <p:cNvSpPr txBox="1">
            <a:spLocks noGrp="1"/>
          </p:cNvSpPr>
          <p:nvPr>
            <p:ph type="ctrTitle"/>
          </p:nvPr>
        </p:nvSpPr>
        <p:spPr>
          <a:xfrm>
            <a:off x="2941650" y="2624375"/>
            <a:ext cx="3260700" cy="464700"/>
          </a:xfrm>
          <a:prstGeom prst="rect">
            <a:avLst/>
          </a:prstGeom>
          <a:effectLst>
            <a:outerShdw blurRad="100013" dist="19050" dir="8460000" algn="bl" rotWithShape="0">
              <a:srgbClr val="76A5AF">
                <a:alpha val="50000"/>
              </a:srgbClr>
            </a:outerShdw>
          </a:effectLst>
        </p:spPr>
        <p:txBody>
          <a:bodyPr spcFirstLastPara="1" wrap="square" lIns="91425" tIns="91425" rIns="91425" bIns="91425" anchor="b" anchorCtr="0">
            <a:noAutofit/>
          </a:bodyPr>
          <a:lstStyle/>
          <a:p>
            <a:pPr marL="0" lvl="0" indent="0" algn="ctr" rtl="0">
              <a:spcBef>
                <a:spcPts val="0"/>
              </a:spcBef>
              <a:spcAft>
                <a:spcPts val="0"/>
              </a:spcAft>
              <a:buNone/>
            </a:pPr>
            <a:r>
              <a:rPr sz="2200" b="0" dirty="0">
                <a:latin typeface="Montserrat ExtraLight"/>
                <a:ea typeface="Montserrat ExtraLight"/>
                <a:cs typeface="Montserrat ExtraLight"/>
                <a:sym typeface="Montserrat ExtraLight"/>
              </a:rPr>
              <a:t>KELOMPOK 1</a:t>
            </a:r>
          </a:p>
        </p:txBody>
      </p:sp>
      <p:cxnSp>
        <p:nvCxnSpPr>
          <p:cNvPr id="165" name="Google Shape;165;p38"/>
          <p:cNvCxnSpPr/>
          <p:nvPr/>
        </p:nvCxnSpPr>
        <p:spPr>
          <a:xfrm>
            <a:off x="3190500" y="256517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3" name="Picture 2">
            <a:extLst>
              <a:ext uri="{FF2B5EF4-FFF2-40B4-BE49-F238E27FC236}">
                <a16:creationId xmlns:a16="http://schemas.microsoft.com/office/drawing/2014/main" id="{A8A41110-A32E-8FCD-44E6-7E7EA933001D}"/>
              </a:ext>
            </a:extLst>
          </p:cNvPr>
          <p:cNvPicPr>
            <a:picLocks noChangeAspect="1"/>
          </p:cNvPicPr>
          <p:nvPr/>
        </p:nvPicPr>
        <p:blipFill>
          <a:blip r:embed="rId3"/>
          <a:stretch>
            <a:fillRect/>
          </a:stretch>
        </p:blipFill>
        <p:spPr>
          <a:xfrm>
            <a:off x="0" y="71179"/>
            <a:ext cx="1948953" cy="514524"/>
          </a:xfrm>
          <a:prstGeom prst="rect">
            <a:avLst/>
          </a:prstGeom>
        </p:spPr>
      </p:pic>
      <p:pic>
        <p:nvPicPr>
          <p:cNvPr id="7" name="Picture 6">
            <a:extLst>
              <a:ext uri="{FF2B5EF4-FFF2-40B4-BE49-F238E27FC236}">
                <a16:creationId xmlns:a16="http://schemas.microsoft.com/office/drawing/2014/main" id="{4B21A241-A2C3-CFD6-F2E1-A44F848A7504}"/>
              </a:ext>
            </a:extLst>
          </p:cNvPr>
          <p:cNvPicPr>
            <a:picLocks noChangeAspect="1"/>
          </p:cNvPicPr>
          <p:nvPr/>
        </p:nvPicPr>
        <p:blipFill>
          <a:blip r:embed="rId4"/>
          <a:stretch>
            <a:fillRect/>
          </a:stretch>
        </p:blipFill>
        <p:spPr>
          <a:xfrm>
            <a:off x="7343065" y="4115050"/>
            <a:ext cx="1937735" cy="1291823"/>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40"/>
          <p:cNvSpPr txBox="1">
            <a:spLocks noGrp="1"/>
          </p:cNvSpPr>
          <p:nvPr>
            <p:ph type="title" idx="6"/>
          </p:nvPr>
        </p:nvSpPr>
        <p:spPr>
          <a:xfrm>
            <a:off x="1048450" y="1400752"/>
            <a:ext cx="2067000" cy="723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sp>
        <p:nvSpPr>
          <p:cNvPr id="179" name="Google Shape;179;p40"/>
          <p:cNvSpPr txBox="1">
            <a:spLocks noGrp="1"/>
          </p:cNvSpPr>
          <p:nvPr>
            <p:ph type="title"/>
          </p:nvPr>
        </p:nvSpPr>
        <p:spPr>
          <a:xfrm>
            <a:off x="3538497" y="2245627"/>
            <a:ext cx="2067000" cy="54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d-ID" dirty="0"/>
              <a:t>SEJARAH</a:t>
            </a:r>
            <a:endParaRPr dirty="0"/>
          </a:p>
        </p:txBody>
      </p:sp>
      <p:sp>
        <p:nvSpPr>
          <p:cNvPr id="181" name="Google Shape;181;p40"/>
          <p:cNvSpPr txBox="1">
            <a:spLocks noGrp="1"/>
          </p:cNvSpPr>
          <p:nvPr>
            <p:ph type="title" idx="2"/>
          </p:nvPr>
        </p:nvSpPr>
        <p:spPr>
          <a:xfrm>
            <a:off x="6028553" y="2245627"/>
            <a:ext cx="2067000" cy="54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d-ID" dirty="0"/>
              <a:t>CARA KERJA</a:t>
            </a:r>
            <a:endParaRPr dirty="0"/>
          </a:p>
        </p:txBody>
      </p:sp>
      <p:sp>
        <p:nvSpPr>
          <p:cNvPr id="183" name="Google Shape;183;p40"/>
          <p:cNvSpPr txBox="1">
            <a:spLocks noGrp="1"/>
          </p:cNvSpPr>
          <p:nvPr>
            <p:ph type="title" idx="4"/>
          </p:nvPr>
        </p:nvSpPr>
        <p:spPr>
          <a:xfrm>
            <a:off x="1048447" y="2245627"/>
            <a:ext cx="2067000" cy="54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d-ID" dirty="0"/>
              <a:t>DEFINISI</a:t>
            </a:r>
            <a:endParaRPr lang="en-US" dirty="0"/>
          </a:p>
        </p:txBody>
      </p:sp>
      <p:sp>
        <p:nvSpPr>
          <p:cNvPr id="185" name="Google Shape;185;p40"/>
          <p:cNvSpPr txBox="1">
            <a:spLocks noGrp="1"/>
          </p:cNvSpPr>
          <p:nvPr>
            <p:ph type="title" idx="7"/>
          </p:nvPr>
        </p:nvSpPr>
        <p:spPr>
          <a:xfrm>
            <a:off x="3538500" y="1400752"/>
            <a:ext cx="2067000" cy="723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186" name="Google Shape;186;p40"/>
          <p:cNvSpPr txBox="1">
            <a:spLocks noGrp="1"/>
          </p:cNvSpPr>
          <p:nvPr>
            <p:ph type="title" idx="8"/>
          </p:nvPr>
        </p:nvSpPr>
        <p:spPr>
          <a:xfrm>
            <a:off x="6028550" y="1400752"/>
            <a:ext cx="2067000" cy="723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cxnSp>
        <p:nvCxnSpPr>
          <p:cNvPr id="187" name="Google Shape;187;p40"/>
          <p:cNvCxnSpPr/>
          <p:nvPr/>
        </p:nvCxnSpPr>
        <p:spPr>
          <a:xfrm>
            <a:off x="1883350" y="2176212"/>
            <a:ext cx="3972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88" name="Google Shape;188;p40"/>
          <p:cNvCxnSpPr/>
          <p:nvPr/>
        </p:nvCxnSpPr>
        <p:spPr>
          <a:xfrm>
            <a:off x="4373400" y="2176212"/>
            <a:ext cx="3972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89" name="Google Shape;189;p40"/>
          <p:cNvCxnSpPr/>
          <p:nvPr/>
        </p:nvCxnSpPr>
        <p:spPr>
          <a:xfrm>
            <a:off x="6863450" y="2176212"/>
            <a:ext cx="3972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23" name="Google Shape;178;p40">
            <a:extLst>
              <a:ext uri="{FF2B5EF4-FFF2-40B4-BE49-F238E27FC236}">
                <a16:creationId xmlns:a16="http://schemas.microsoft.com/office/drawing/2014/main" id="{0D402E3D-A5C2-EAB3-1EFB-063B00FDA2C2}"/>
              </a:ext>
            </a:extLst>
          </p:cNvPr>
          <p:cNvSpPr txBox="1">
            <a:spLocks/>
          </p:cNvSpPr>
          <p:nvPr/>
        </p:nvSpPr>
        <p:spPr>
          <a:xfrm>
            <a:off x="1048450" y="2992222"/>
            <a:ext cx="2067000" cy="723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Montserrat ExtraBold"/>
              <a:buNone/>
              <a:defRPr sz="3600" b="0" i="0" u="none" strike="noStrike" cap="none">
                <a:solidFill>
                  <a:schemeClr val="lt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2pPr>
            <a:lvl3pPr marR="0" lvl="2"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3pPr>
            <a:lvl4pPr marR="0" lvl="3"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4pPr>
            <a:lvl5pPr marR="0" lvl="4"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5pPr>
            <a:lvl6pPr marR="0" lvl="5"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6pPr>
            <a:lvl7pPr marR="0" lvl="6"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7pPr>
            <a:lvl8pPr marR="0" lvl="7"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8pPr>
            <a:lvl9pPr marR="0" lvl="8"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9pPr>
          </a:lstStyle>
          <a:p>
            <a:r>
              <a:rPr lang="en"/>
              <a:t>04</a:t>
            </a:r>
            <a:endParaRPr lang="en" dirty="0"/>
          </a:p>
        </p:txBody>
      </p:sp>
      <p:sp>
        <p:nvSpPr>
          <p:cNvPr id="24" name="Google Shape;179;p40">
            <a:extLst>
              <a:ext uri="{FF2B5EF4-FFF2-40B4-BE49-F238E27FC236}">
                <a16:creationId xmlns:a16="http://schemas.microsoft.com/office/drawing/2014/main" id="{FD95AA7F-E45F-E9B7-4C8A-42C64DD0F6B1}"/>
              </a:ext>
            </a:extLst>
          </p:cNvPr>
          <p:cNvSpPr txBox="1">
            <a:spLocks/>
          </p:cNvSpPr>
          <p:nvPr/>
        </p:nvSpPr>
        <p:spPr>
          <a:xfrm>
            <a:off x="3450533" y="3836361"/>
            <a:ext cx="2490053" cy="54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800"/>
              <a:buFont typeface="Montserrat ExtraBold"/>
              <a:buNone/>
              <a:defRPr sz="1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2pPr>
            <a:lvl3pPr marR="0" lvl="2"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3pPr>
            <a:lvl4pPr marR="0" lvl="3"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4pPr>
            <a:lvl5pPr marR="0" lvl="4"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5pPr>
            <a:lvl6pPr marR="0" lvl="5"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6pPr>
            <a:lvl7pPr marR="0" lvl="6"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7pPr>
            <a:lvl8pPr marR="0" lvl="7"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8pPr>
            <a:lvl9pPr marR="0" lvl="8"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9pPr>
          </a:lstStyle>
          <a:p>
            <a:r>
              <a:rPr lang="id-ID" dirty="0"/>
              <a:t>AGILE &amp; SCRUM</a:t>
            </a:r>
          </a:p>
        </p:txBody>
      </p:sp>
      <p:sp>
        <p:nvSpPr>
          <p:cNvPr id="25" name="Google Shape;181;p40">
            <a:extLst>
              <a:ext uri="{FF2B5EF4-FFF2-40B4-BE49-F238E27FC236}">
                <a16:creationId xmlns:a16="http://schemas.microsoft.com/office/drawing/2014/main" id="{2C188A44-391B-B002-B7B2-D0FA6A1E8220}"/>
              </a:ext>
            </a:extLst>
          </p:cNvPr>
          <p:cNvSpPr txBox="1">
            <a:spLocks/>
          </p:cNvSpPr>
          <p:nvPr/>
        </p:nvSpPr>
        <p:spPr>
          <a:xfrm>
            <a:off x="5940586" y="3837097"/>
            <a:ext cx="2242928" cy="54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800"/>
              <a:buFont typeface="Montserrat ExtraBold"/>
              <a:buNone/>
              <a:defRPr sz="1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2pPr>
            <a:lvl3pPr marR="0" lvl="2"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3pPr>
            <a:lvl4pPr marR="0" lvl="3"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4pPr>
            <a:lvl5pPr marR="0" lvl="4"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5pPr>
            <a:lvl6pPr marR="0" lvl="5"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6pPr>
            <a:lvl7pPr marR="0" lvl="6"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7pPr>
            <a:lvl8pPr marR="0" lvl="7"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8pPr>
            <a:lvl9pPr marR="0" lvl="8"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9pPr>
          </a:lstStyle>
          <a:p>
            <a:r>
              <a:rPr lang="id-ID" dirty="0"/>
              <a:t>CONTOH</a:t>
            </a:r>
          </a:p>
        </p:txBody>
      </p:sp>
      <p:sp>
        <p:nvSpPr>
          <p:cNvPr id="26" name="Google Shape;183;p40">
            <a:extLst>
              <a:ext uri="{FF2B5EF4-FFF2-40B4-BE49-F238E27FC236}">
                <a16:creationId xmlns:a16="http://schemas.microsoft.com/office/drawing/2014/main" id="{587C1D0D-CB2A-9790-ED39-0DA807F9F2FA}"/>
              </a:ext>
            </a:extLst>
          </p:cNvPr>
          <p:cNvSpPr txBox="1">
            <a:spLocks/>
          </p:cNvSpPr>
          <p:nvPr/>
        </p:nvSpPr>
        <p:spPr>
          <a:xfrm>
            <a:off x="1048446" y="3837097"/>
            <a:ext cx="2154961" cy="54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800"/>
              <a:buFont typeface="Montserrat ExtraBold"/>
              <a:buNone/>
              <a:defRPr sz="1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2pPr>
            <a:lvl3pPr marR="0" lvl="2"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3pPr>
            <a:lvl4pPr marR="0" lvl="3"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4pPr>
            <a:lvl5pPr marR="0" lvl="4"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5pPr>
            <a:lvl6pPr marR="0" lvl="5"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6pPr>
            <a:lvl7pPr marR="0" lvl="6"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7pPr>
            <a:lvl8pPr marR="0" lvl="7"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8pPr>
            <a:lvl9pPr marR="0" lvl="8"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9pPr>
          </a:lstStyle>
          <a:p>
            <a:r>
              <a:rPr lang="id-ID" dirty="0"/>
              <a:t>MANFAAT</a:t>
            </a:r>
          </a:p>
        </p:txBody>
      </p:sp>
      <p:sp>
        <p:nvSpPr>
          <p:cNvPr id="27" name="Google Shape;185;p40">
            <a:extLst>
              <a:ext uri="{FF2B5EF4-FFF2-40B4-BE49-F238E27FC236}">
                <a16:creationId xmlns:a16="http://schemas.microsoft.com/office/drawing/2014/main" id="{5BA37E85-1870-13D3-779B-F4B8D9652E96}"/>
              </a:ext>
            </a:extLst>
          </p:cNvPr>
          <p:cNvSpPr txBox="1">
            <a:spLocks/>
          </p:cNvSpPr>
          <p:nvPr/>
        </p:nvSpPr>
        <p:spPr>
          <a:xfrm>
            <a:off x="3538500" y="2992222"/>
            <a:ext cx="2067000" cy="723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Montserrat ExtraBold"/>
              <a:buNone/>
              <a:defRPr sz="3600" b="0" i="0" u="none" strike="noStrike" cap="none">
                <a:solidFill>
                  <a:schemeClr val="lt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2pPr>
            <a:lvl3pPr marR="0" lvl="2"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3pPr>
            <a:lvl4pPr marR="0" lvl="3"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4pPr>
            <a:lvl5pPr marR="0" lvl="4"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5pPr>
            <a:lvl6pPr marR="0" lvl="5"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6pPr>
            <a:lvl7pPr marR="0" lvl="6"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7pPr>
            <a:lvl8pPr marR="0" lvl="7"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8pPr>
            <a:lvl9pPr marR="0" lvl="8"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9pPr>
          </a:lstStyle>
          <a:p>
            <a:r>
              <a:rPr lang="en"/>
              <a:t>05</a:t>
            </a:r>
            <a:endParaRPr lang="en" dirty="0"/>
          </a:p>
        </p:txBody>
      </p:sp>
      <p:sp>
        <p:nvSpPr>
          <p:cNvPr id="28" name="Google Shape;186;p40">
            <a:extLst>
              <a:ext uri="{FF2B5EF4-FFF2-40B4-BE49-F238E27FC236}">
                <a16:creationId xmlns:a16="http://schemas.microsoft.com/office/drawing/2014/main" id="{1D5C98F4-4D74-4B09-E0BC-EBD7D1404BAB}"/>
              </a:ext>
            </a:extLst>
          </p:cNvPr>
          <p:cNvSpPr txBox="1">
            <a:spLocks/>
          </p:cNvSpPr>
          <p:nvPr/>
        </p:nvSpPr>
        <p:spPr>
          <a:xfrm>
            <a:off x="6028550" y="2992222"/>
            <a:ext cx="2067000" cy="723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Montserrat ExtraBold"/>
              <a:buNone/>
              <a:defRPr sz="3600" b="0" i="0" u="none" strike="noStrike" cap="none">
                <a:solidFill>
                  <a:schemeClr val="lt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2pPr>
            <a:lvl3pPr marR="0" lvl="2"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3pPr>
            <a:lvl4pPr marR="0" lvl="3"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4pPr>
            <a:lvl5pPr marR="0" lvl="4"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5pPr>
            <a:lvl6pPr marR="0" lvl="5"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6pPr>
            <a:lvl7pPr marR="0" lvl="6"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7pPr>
            <a:lvl8pPr marR="0" lvl="7"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8pPr>
            <a:lvl9pPr marR="0" lvl="8" algn="ctr" rtl="0">
              <a:lnSpc>
                <a:spcPct val="100000"/>
              </a:lnSpc>
              <a:spcBef>
                <a:spcPts val="0"/>
              </a:spcBef>
              <a:spcAft>
                <a:spcPts val="0"/>
              </a:spcAft>
              <a:buClr>
                <a:schemeClr val="lt2"/>
              </a:buClr>
              <a:buSzPts val="3600"/>
              <a:buFont typeface="Montserrat"/>
              <a:buNone/>
              <a:defRPr sz="3600" b="0" i="0" u="none" strike="noStrike" cap="none">
                <a:solidFill>
                  <a:schemeClr val="lt2"/>
                </a:solidFill>
                <a:latin typeface="Montserrat"/>
                <a:ea typeface="Montserrat"/>
                <a:cs typeface="Montserrat"/>
                <a:sym typeface="Montserrat"/>
              </a:defRPr>
            </a:lvl9pPr>
          </a:lstStyle>
          <a:p>
            <a:r>
              <a:rPr lang="en" dirty="0"/>
              <a:t>06</a:t>
            </a:r>
          </a:p>
        </p:txBody>
      </p:sp>
      <p:cxnSp>
        <p:nvCxnSpPr>
          <p:cNvPr id="29" name="Google Shape;187;p40">
            <a:extLst>
              <a:ext uri="{FF2B5EF4-FFF2-40B4-BE49-F238E27FC236}">
                <a16:creationId xmlns:a16="http://schemas.microsoft.com/office/drawing/2014/main" id="{9470A0D6-1317-81CE-258E-2C7CB293CCAA}"/>
              </a:ext>
            </a:extLst>
          </p:cNvPr>
          <p:cNvCxnSpPr/>
          <p:nvPr/>
        </p:nvCxnSpPr>
        <p:spPr>
          <a:xfrm>
            <a:off x="1883350" y="3767682"/>
            <a:ext cx="3972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30" name="Google Shape;188;p40">
            <a:extLst>
              <a:ext uri="{FF2B5EF4-FFF2-40B4-BE49-F238E27FC236}">
                <a16:creationId xmlns:a16="http://schemas.microsoft.com/office/drawing/2014/main" id="{5035C8DF-E7B1-25C3-6651-B873BF14D327}"/>
              </a:ext>
            </a:extLst>
          </p:cNvPr>
          <p:cNvCxnSpPr/>
          <p:nvPr/>
        </p:nvCxnSpPr>
        <p:spPr>
          <a:xfrm>
            <a:off x="4373400" y="3767682"/>
            <a:ext cx="3972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31" name="Google Shape;189;p40">
            <a:extLst>
              <a:ext uri="{FF2B5EF4-FFF2-40B4-BE49-F238E27FC236}">
                <a16:creationId xmlns:a16="http://schemas.microsoft.com/office/drawing/2014/main" id="{6BBC832C-8B0F-7E83-65D8-1060C7DD661A}"/>
              </a:ext>
            </a:extLst>
          </p:cNvPr>
          <p:cNvCxnSpPr/>
          <p:nvPr/>
        </p:nvCxnSpPr>
        <p:spPr>
          <a:xfrm>
            <a:off x="6863450" y="3767682"/>
            <a:ext cx="3972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2" name="Google Shape;273;p49">
            <a:extLst>
              <a:ext uri="{FF2B5EF4-FFF2-40B4-BE49-F238E27FC236}">
                <a16:creationId xmlns:a16="http://schemas.microsoft.com/office/drawing/2014/main" id="{F0FDC7DE-7EE0-1FCE-523A-DF2C16BDF02D}"/>
              </a:ext>
            </a:extLst>
          </p:cNvPr>
          <p:cNvSpPr txBox="1">
            <a:spLocks/>
          </p:cNvSpPr>
          <p:nvPr/>
        </p:nvSpPr>
        <p:spPr>
          <a:xfrm>
            <a:off x="1273500" y="301037"/>
            <a:ext cx="6597000" cy="985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800"/>
              <a:buFont typeface="Montserrat ExtraBold"/>
              <a:buNone/>
              <a:defRPr sz="1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2pPr>
            <a:lvl3pPr marR="0" lvl="2"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3pPr>
            <a:lvl4pPr marR="0" lvl="3"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4pPr>
            <a:lvl5pPr marR="0" lvl="4"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5pPr>
            <a:lvl6pPr marR="0" lvl="5"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6pPr>
            <a:lvl7pPr marR="0" lvl="6"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7pPr>
            <a:lvl8pPr marR="0" lvl="7"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8pPr>
            <a:lvl9pPr marR="0" lvl="8"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9pPr>
          </a:lstStyle>
          <a:p>
            <a:r>
              <a:rPr lang="id-ID" sz="3200" dirty="0"/>
              <a:t>ALL ABOUT OF SCRUM</a:t>
            </a:r>
          </a:p>
        </p:txBody>
      </p:sp>
      <p:cxnSp>
        <p:nvCxnSpPr>
          <p:cNvPr id="33" name="Google Shape;275;p49">
            <a:extLst>
              <a:ext uri="{FF2B5EF4-FFF2-40B4-BE49-F238E27FC236}">
                <a16:creationId xmlns:a16="http://schemas.microsoft.com/office/drawing/2014/main" id="{DF28600D-1CC6-DE36-C829-B13CA19206F4}"/>
              </a:ext>
            </a:extLst>
          </p:cNvPr>
          <p:cNvCxnSpPr/>
          <p:nvPr/>
        </p:nvCxnSpPr>
        <p:spPr>
          <a:xfrm>
            <a:off x="3099758" y="986167"/>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3760331" y="3512797"/>
            <a:ext cx="4257523" cy="59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dirty="0"/>
              <a:t>DEFINISI SCRUM</a:t>
            </a:r>
            <a:endParaRPr dirty="0"/>
          </a:p>
        </p:txBody>
      </p:sp>
      <p:sp>
        <p:nvSpPr>
          <p:cNvPr id="207" name="Google Shape;207;p43"/>
          <p:cNvSpPr txBox="1">
            <a:spLocks noGrp="1"/>
          </p:cNvSpPr>
          <p:nvPr>
            <p:ph type="title" idx="2"/>
          </p:nvPr>
        </p:nvSpPr>
        <p:spPr>
          <a:xfrm>
            <a:off x="1048270" y="3287500"/>
            <a:ext cx="2412900" cy="931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cxnSp>
        <p:nvCxnSpPr>
          <p:cNvPr id="209" name="Google Shape;209;p43"/>
          <p:cNvCxnSpPr/>
          <p:nvPr/>
        </p:nvCxnSpPr>
        <p:spPr>
          <a:xfrm>
            <a:off x="3610750" y="3253297"/>
            <a:ext cx="0" cy="9999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dirty="0"/>
              <a:t>DEFINISI SCRUM</a:t>
            </a:r>
            <a:endParaRPr dirty="0"/>
          </a:p>
        </p:txBody>
      </p:sp>
      <p:sp>
        <p:nvSpPr>
          <p:cNvPr id="171" name="Google Shape;171;p39"/>
          <p:cNvSpPr txBox="1">
            <a:spLocks noGrp="1"/>
          </p:cNvSpPr>
          <p:nvPr>
            <p:ph type="body" idx="1"/>
          </p:nvPr>
        </p:nvSpPr>
        <p:spPr>
          <a:xfrm>
            <a:off x="938500" y="1689578"/>
            <a:ext cx="7172100" cy="30399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1600"/>
              </a:spcAft>
              <a:buNone/>
            </a:pPr>
            <a:r>
              <a:rPr lang="en-US" sz="1200" noProof="1"/>
              <a:t>Scrum adalah salah satu metode dari  Agile Software Development yang dikembangkan oleh Jeff Sutherland dan tim pengembangnya pada awal tahun 1990an. Scrum adalah salah satu metode rekayasa Software yang menggunakan perinsip Agile, yang mengacu kepada kekuatan kolaborasi tim, incremental product dan proses iterasi untuk mencapai tujuan/produk. Scrum merupakan sebuah kerangka kerja yang menggunakan bermacam proses dan Teknik. Scrum mengurangi ketidakefektifan dari manajemen produk dan Teknik kerja sehingga dapat meningkatkan kinerja produk, tim, dan lingkungan kerja.</a:t>
            </a:r>
          </a:p>
        </p:txBody>
      </p:sp>
      <p:cxnSp>
        <p:nvCxnSpPr>
          <p:cNvPr id="172" name="Google Shape;172;p39"/>
          <p:cNvCxnSpPr/>
          <p:nvPr/>
        </p:nvCxnSpPr>
        <p:spPr>
          <a:xfrm>
            <a:off x="991299" y="993374"/>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3760331" y="3512797"/>
            <a:ext cx="5455668" cy="59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dirty="0"/>
              <a:t>SEJARAH SCRUM</a:t>
            </a:r>
            <a:endParaRPr dirty="0"/>
          </a:p>
        </p:txBody>
      </p:sp>
      <p:sp>
        <p:nvSpPr>
          <p:cNvPr id="207" name="Google Shape;207;p43"/>
          <p:cNvSpPr txBox="1">
            <a:spLocks noGrp="1"/>
          </p:cNvSpPr>
          <p:nvPr>
            <p:ph type="title" idx="2"/>
          </p:nvPr>
        </p:nvSpPr>
        <p:spPr>
          <a:xfrm>
            <a:off x="1048270" y="3287500"/>
            <a:ext cx="2412900" cy="931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a:t>
            </a:r>
            <a:r>
              <a:rPr lang="id-ID" dirty="0"/>
              <a:t>2</a:t>
            </a:r>
            <a:endParaRPr dirty="0"/>
          </a:p>
        </p:txBody>
      </p:sp>
      <p:cxnSp>
        <p:nvCxnSpPr>
          <p:cNvPr id="209" name="Google Shape;209;p43"/>
          <p:cNvCxnSpPr/>
          <p:nvPr/>
        </p:nvCxnSpPr>
        <p:spPr>
          <a:xfrm>
            <a:off x="3610750" y="3253297"/>
            <a:ext cx="0" cy="9999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4050816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dirty="0"/>
              <a:t>SEJARAH SCRUM</a:t>
            </a:r>
            <a:endParaRPr dirty="0"/>
          </a:p>
        </p:txBody>
      </p:sp>
      <p:sp>
        <p:nvSpPr>
          <p:cNvPr id="171" name="Google Shape;171;p39"/>
          <p:cNvSpPr txBox="1">
            <a:spLocks noGrp="1"/>
          </p:cNvSpPr>
          <p:nvPr>
            <p:ph type="body" idx="1"/>
          </p:nvPr>
        </p:nvSpPr>
        <p:spPr>
          <a:xfrm>
            <a:off x="938500" y="1110225"/>
            <a:ext cx="7172100" cy="3792971"/>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1600"/>
              </a:spcAft>
              <a:buNone/>
            </a:pPr>
            <a:r>
              <a:rPr lang="ar-SA" sz="1200" noProof="1"/>
              <a:t>Scrum bermula ketika anak buah Jeff Sutherland yang bekerja di Easel Corporation membaca tulisan dari Professor Takeuchi Tanaka yang dimuat di Harvard Business Review mengenai manajemen proyek pada tahun 1993. Tulisan tersebut memuat bagaimana Professor Takeuchi Tanaka kagum dengan tim olahraga Rugby yang bekerja bersama menyingkirkan semua hambatan yang ada di depannya. Professor Takeuchi Tanaka lalu membawa konsep ini ke manajemen proyek dan menamakan metode kerja ini Scrum.</a:t>
            </a:r>
          </a:p>
          <a:p>
            <a:pPr marL="0" lvl="0" indent="0" algn="just" rtl="0">
              <a:lnSpc>
                <a:spcPct val="150000"/>
              </a:lnSpc>
              <a:spcBef>
                <a:spcPts val="0"/>
              </a:spcBef>
              <a:spcAft>
                <a:spcPts val="1600"/>
              </a:spcAft>
              <a:buNone/>
            </a:pPr>
            <a:r>
              <a:rPr lang="ar-SA" sz="1200" noProof="1"/>
              <a:t>Pada tahun 1994, Jeff mengajak Ken Schwaber untuk bekerja di Easel Corporation untuk mendokumentasikan dan memformalisasikan proses ini. Hasil buah pikir antara Jeff dan Ken dipresentasikan di konferensi OOPSLA pada tahun 1996. Sejak itu, Scrum telah berangkat menjadi pilihan utama lainnya dari pendekatan pengembangan produk klasik lainnya. Scrum telah diadopsi oleh banyak manajer dan developer yang ingin memastikan bahwasanya mereka menghasilkan produk yang terbaik. </a:t>
            </a:r>
          </a:p>
        </p:txBody>
      </p:sp>
      <p:cxnSp>
        <p:nvCxnSpPr>
          <p:cNvPr id="172" name="Google Shape;172;p39"/>
          <p:cNvCxnSpPr/>
          <p:nvPr/>
        </p:nvCxnSpPr>
        <p:spPr>
          <a:xfrm>
            <a:off x="991299" y="993374"/>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3077542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3760331" y="3189924"/>
            <a:ext cx="4462289" cy="118691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id-ID" dirty="0"/>
              <a:t>CARA KERJA SCRUM</a:t>
            </a:r>
          </a:p>
        </p:txBody>
      </p:sp>
      <p:sp>
        <p:nvSpPr>
          <p:cNvPr id="207" name="Google Shape;207;p43"/>
          <p:cNvSpPr txBox="1">
            <a:spLocks noGrp="1"/>
          </p:cNvSpPr>
          <p:nvPr>
            <p:ph type="title" idx="2"/>
          </p:nvPr>
        </p:nvSpPr>
        <p:spPr>
          <a:xfrm>
            <a:off x="1048270" y="3287500"/>
            <a:ext cx="2412900" cy="931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a:t>
            </a:r>
            <a:r>
              <a:rPr lang="id-ID" dirty="0"/>
              <a:t>3</a:t>
            </a:r>
            <a:endParaRPr dirty="0"/>
          </a:p>
        </p:txBody>
      </p:sp>
      <p:cxnSp>
        <p:nvCxnSpPr>
          <p:cNvPr id="209" name="Google Shape;209;p43"/>
          <p:cNvCxnSpPr/>
          <p:nvPr/>
        </p:nvCxnSpPr>
        <p:spPr>
          <a:xfrm>
            <a:off x="3610750" y="3253297"/>
            <a:ext cx="0" cy="9999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2919569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ctrTitle"/>
          </p:nvPr>
        </p:nvSpPr>
        <p:spPr>
          <a:xfrm>
            <a:off x="773001" y="343716"/>
            <a:ext cx="4752870" cy="64965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dirty="0"/>
              <a:t>CARA KERJA SCRUM</a:t>
            </a:r>
            <a:endParaRPr dirty="0"/>
          </a:p>
        </p:txBody>
      </p:sp>
      <p:sp>
        <p:nvSpPr>
          <p:cNvPr id="171" name="Google Shape;171;p39"/>
          <p:cNvSpPr txBox="1">
            <a:spLocks noGrp="1"/>
          </p:cNvSpPr>
          <p:nvPr>
            <p:ph type="subTitle" idx="1"/>
          </p:nvPr>
        </p:nvSpPr>
        <p:spPr>
          <a:xfrm>
            <a:off x="1722731" y="3884495"/>
            <a:ext cx="5698538" cy="464700"/>
          </a:xfrm>
          <a:prstGeom prst="rect">
            <a:avLst/>
          </a:prstGeom>
        </p:spPr>
        <p:txBody>
          <a:bodyPr spcFirstLastPara="1" wrap="square" lIns="91425" tIns="91425" rIns="91425" bIns="91425" anchor="t" anchorCtr="0">
            <a:noAutofit/>
          </a:bodyPr>
          <a:lstStyle/>
          <a:p>
            <a:pPr marL="0" lvl="0" indent="0" rtl="0">
              <a:lnSpc>
                <a:spcPct val="150000"/>
              </a:lnSpc>
              <a:spcBef>
                <a:spcPts val="0"/>
              </a:spcBef>
              <a:spcAft>
                <a:spcPts val="1600"/>
              </a:spcAft>
              <a:buNone/>
            </a:pPr>
            <a:r>
              <a:rPr lang="en-US" sz="1200" noProof="1"/>
              <a:t>Untuk melaksanakan metode Scrum di tiap project yang dijalankan, kamu perlu melakukan tahapan-tahapan berikut. </a:t>
            </a:r>
          </a:p>
        </p:txBody>
      </p:sp>
      <p:cxnSp>
        <p:nvCxnSpPr>
          <p:cNvPr id="172" name="Google Shape;172;p39"/>
          <p:cNvCxnSpPr>
            <a:cxnSpLocks/>
          </p:cNvCxnSpPr>
          <p:nvPr/>
        </p:nvCxnSpPr>
        <p:spPr>
          <a:xfrm flipV="1">
            <a:off x="933699" y="993373"/>
            <a:ext cx="4106301" cy="1"/>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1026" name="Picture 2">
            <a:extLst>
              <a:ext uri="{FF2B5EF4-FFF2-40B4-BE49-F238E27FC236}">
                <a16:creationId xmlns:a16="http://schemas.microsoft.com/office/drawing/2014/main" id="{BCF96FC2-29F4-2EE6-34FC-A5E1FB9904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7448" y="1259005"/>
            <a:ext cx="4649104" cy="242641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3C697ACF-072E-94D7-914B-4564C49C750D}"/>
              </a:ext>
            </a:extLst>
          </p:cNvPr>
          <p:cNvSpPr/>
          <p:nvPr/>
        </p:nvSpPr>
        <p:spPr>
          <a:xfrm>
            <a:off x="-197353" y="0"/>
            <a:ext cx="328921" cy="5143500"/>
          </a:xfrm>
          <a:prstGeom prst="rect">
            <a:avLst/>
          </a:prstGeom>
          <a:solidFill>
            <a:srgbClr val="0016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2055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just" rtl="0">
              <a:spcBef>
                <a:spcPts val="0"/>
              </a:spcBef>
              <a:buNone/>
            </a:pPr>
            <a:r>
              <a:rPr lang="id-ID" sz="2400" dirty="0"/>
              <a:t>CARA KERJA</a:t>
            </a:r>
            <a:endParaRPr lang="en-US" sz="2400" dirty="0"/>
          </a:p>
        </p:txBody>
      </p:sp>
      <p:sp>
        <p:nvSpPr>
          <p:cNvPr id="171" name="Google Shape;171;p39"/>
          <p:cNvSpPr txBox="1">
            <a:spLocks noGrp="1"/>
          </p:cNvSpPr>
          <p:nvPr>
            <p:ph type="body" idx="1"/>
          </p:nvPr>
        </p:nvSpPr>
        <p:spPr>
          <a:xfrm>
            <a:off x="938500" y="1235822"/>
            <a:ext cx="7172100" cy="2053538"/>
          </a:xfrm>
          <a:prstGeom prst="rect">
            <a:avLst/>
          </a:prstGeom>
        </p:spPr>
        <p:txBody>
          <a:bodyPr spcFirstLastPara="1" wrap="square" lIns="91425" tIns="91425" rIns="91425" bIns="91425" anchor="t" anchorCtr="0">
            <a:noAutofit/>
          </a:bodyPr>
          <a:lstStyle/>
          <a:p>
            <a:pPr marL="228600" lvl="0" indent="-228600" algn="just" rtl="0">
              <a:lnSpc>
                <a:spcPct val="150000"/>
              </a:lnSpc>
              <a:spcBef>
                <a:spcPts val="0"/>
              </a:spcBef>
              <a:buFont typeface="+mj-lt"/>
              <a:buAutoNum type="arabicPeriod"/>
            </a:pPr>
            <a:r>
              <a:rPr lang="ar-SA" sz="1200" b="1" noProof="1"/>
              <a:t>MENENTUKAN TIM</a:t>
            </a:r>
          </a:p>
          <a:p>
            <a:pPr marL="0" lvl="0" indent="0" algn="just" rtl="0">
              <a:lnSpc>
                <a:spcPct val="150000"/>
              </a:lnSpc>
              <a:spcBef>
                <a:spcPts val="0"/>
              </a:spcBef>
              <a:buNone/>
            </a:pPr>
            <a:r>
              <a:rPr lang="ar-SA" sz="1200" noProof="1"/>
              <a:t>Dalam mengerjakan suatu project, tentu kamu membutuhkan tim. Tahapan awal dalam memulai menerapkan metode Scrum adalah dengan menentukan anggota tim. Biasanya, anggota tim tak lebih dari 5-10 orang. Usahakan jumlah anggota seefektif dan seefisien mungkin.</a:t>
            </a:r>
          </a:p>
          <a:p>
            <a:pPr marL="0" lvl="0" indent="0" algn="just" rtl="0">
              <a:lnSpc>
                <a:spcPct val="150000"/>
              </a:lnSpc>
              <a:spcBef>
                <a:spcPts val="0"/>
              </a:spcBef>
              <a:buNone/>
            </a:pPr>
            <a:endParaRPr lang="ar-SA" sz="1200" noProof="1"/>
          </a:p>
          <a:p>
            <a:pPr marL="228600" lvl="0" indent="-228600" algn="just" rtl="0">
              <a:lnSpc>
                <a:spcPct val="150000"/>
              </a:lnSpc>
              <a:spcBef>
                <a:spcPts val="0"/>
              </a:spcBef>
              <a:buFont typeface="+mj-lt"/>
              <a:buAutoNum type="arabicPeriod" startAt="2"/>
            </a:pPr>
            <a:r>
              <a:rPr lang="ar-SA" sz="1200" b="1" noProof="1"/>
              <a:t>TENTUKAN WAKTU SPRINT</a:t>
            </a:r>
          </a:p>
          <a:p>
            <a:pPr marL="0" lvl="0" indent="0" algn="just" rtl="0">
              <a:lnSpc>
                <a:spcPct val="150000"/>
              </a:lnSpc>
              <a:spcBef>
                <a:spcPts val="0"/>
              </a:spcBef>
              <a:buNone/>
            </a:pPr>
            <a:r>
              <a:rPr lang="ar-SA" sz="1200" noProof="1"/>
              <a:t>Sprint adalah tenggang waktu yang berlangsung antara 7 dan 30 hari. Tentukan deadline-nya dalam sebuah meeting perencanaan sesuai dengan komitmen tim untuk menyelesaikan proyek ini. Pada akhir Sprint, biasakan untuk melakukan review atau ulasan dengan demonstrasi hasil kerja. Pada tahap ini, segala perbaikan akan dikerjakan agar dapat direncanakan pada sesi Sprint berikutnya.</a:t>
            </a:r>
          </a:p>
        </p:txBody>
      </p:sp>
      <p:cxnSp>
        <p:nvCxnSpPr>
          <p:cNvPr id="172" name="Google Shape;172;p39"/>
          <p:cNvCxnSpPr>
            <a:cxnSpLocks/>
          </p:cNvCxnSpPr>
          <p:nvPr/>
        </p:nvCxnSpPr>
        <p:spPr>
          <a:xfrm>
            <a:off x="991299" y="993374"/>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2619354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just" rtl="0">
              <a:spcBef>
                <a:spcPts val="0"/>
              </a:spcBef>
              <a:buNone/>
            </a:pPr>
            <a:r>
              <a:rPr lang="id-ID" sz="2400" dirty="0"/>
              <a:t>CARA KERJA</a:t>
            </a:r>
            <a:endParaRPr lang="en-US" sz="2400" dirty="0"/>
          </a:p>
        </p:txBody>
      </p:sp>
      <p:sp>
        <p:nvSpPr>
          <p:cNvPr id="171" name="Google Shape;171;p39"/>
          <p:cNvSpPr txBox="1">
            <a:spLocks noGrp="1"/>
          </p:cNvSpPr>
          <p:nvPr>
            <p:ph type="body" idx="1"/>
          </p:nvPr>
        </p:nvSpPr>
        <p:spPr>
          <a:xfrm>
            <a:off x="938500" y="1235821"/>
            <a:ext cx="7172100" cy="2763855"/>
          </a:xfrm>
          <a:prstGeom prst="rect">
            <a:avLst/>
          </a:prstGeom>
        </p:spPr>
        <p:txBody>
          <a:bodyPr spcFirstLastPara="1" wrap="square" lIns="91425" tIns="91425" rIns="91425" bIns="91425" anchor="t" anchorCtr="0">
            <a:noAutofit/>
          </a:bodyPr>
          <a:lstStyle/>
          <a:p>
            <a:pPr marL="228600" lvl="0" indent="-228600" algn="just" rtl="0">
              <a:lnSpc>
                <a:spcPct val="150000"/>
              </a:lnSpc>
              <a:spcBef>
                <a:spcPts val="0"/>
              </a:spcBef>
              <a:buFont typeface="+mj-lt"/>
              <a:buAutoNum type="arabicPeriod" startAt="3"/>
            </a:pPr>
            <a:r>
              <a:rPr lang="en-US" sz="1200" b="1" noProof="1"/>
              <a:t>TUNJUK SEORANG SCRUM MASTER</a:t>
            </a:r>
          </a:p>
          <a:p>
            <a:pPr marL="0" lvl="0" indent="0" algn="just">
              <a:lnSpc>
                <a:spcPct val="150000"/>
              </a:lnSpc>
              <a:spcBef>
                <a:spcPts val="0"/>
              </a:spcBef>
              <a:buNone/>
            </a:pPr>
            <a:r>
              <a:rPr lang="en-US" sz="1200" noProof="1"/>
              <a:t>Scrum Master adalah seorang katalisator untuk sebuah kelompok Scrum. Mereka memastikan bahwa kelompok Scrum bekerja secara efektif dan efisien. Jika terjadi hambatan, Scrum Master akan menindaklanjuti dan menyelesaikan masalah tersebut. Scrum Master bisa disebut sebagai manajer proyek dalam tim, tapi Scrum Master tidak boleh mendikte apa yang tim kerjakan dan tidak boleh terlibat dalam pengelolaan mikro (micro-management). Scrum Master akan membantu tim dalam merencanakan pekerjaan Sprint yang akan datang.</a:t>
            </a:r>
          </a:p>
        </p:txBody>
      </p:sp>
      <p:cxnSp>
        <p:nvCxnSpPr>
          <p:cNvPr id="172" name="Google Shape;172;p39"/>
          <p:cNvCxnSpPr/>
          <p:nvPr/>
        </p:nvCxnSpPr>
        <p:spPr>
          <a:xfrm>
            <a:off x="991299" y="993374"/>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1665814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just" rtl="0">
              <a:spcBef>
                <a:spcPts val="0"/>
              </a:spcBef>
              <a:buNone/>
            </a:pPr>
            <a:r>
              <a:rPr lang="id-ID" sz="2400" dirty="0"/>
              <a:t>CARA KERJA</a:t>
            </a:r>
            <a:endParaRPr lang="en-US" sz="2400" dirty="0"/>
          </a:p>
        </p:txBody>
      </p:sp>
      <p:sp>
        <p:nvSpPr>
          <p:cNvPr id="171" name="Google Shape;171;p39"/>
          <p:cNvSpPr txBox="1">
            <a:spLocks noGrp="1"/>
          </p:cNvSpPr>
          <p:nvPr>
            <p:ph type="body" idx="1"/>
          </p:nvPr>
        </p:nvSpPr>
        <p:spPr>
          <a:xfrm>
            <a:off x="938500" y="1235822"/>
            <a:ext cx="7172100" cy="2053538"/>
          </a:xfrm>
          <a:prstGeom prst="rect">
            <a:avLst/>
          </a:prstGeom>
        </p:spPr>
        <p:txBody>
          <a:bodyPr spcFirstLastPara="1" wrap="square" lIns="91425" tIns="91425" rIns="91425" bIns="91425" anchor="t" anchorCtr="0">
            <a:noAutofit/>
          </a:bodyPr>
          <a:lstStyle/>
          <a:p>
            <a:pPr marL="228600" lvl="0" indent="-228600" algn="just" rtl="0">
              <a:lnSpc>
                <a:spcPct val="150000"/>
              </a:lnSpc>
              <a:spcBef>
                <a:spcPts val="0"/>
              </a:spcBef>
              <a:buFont typeface="+mj-lt"/>
              <a:buAutoNum type="arabicPeriod" startAt="4"/>
            </a:pPr>
            <a:r>
              <a:rPr lang="en-US" sz="1200" b="1" noProof="1"/>
              <a:t>TUNJUK PEMILIK PRODUK (PRODUCT OWNER)</a:t>
            </a:r>
          </a:p>
          <a:p>
            <a:pPr marL="0" lvl="0" indent="0" algn="just" rtl="0">
              <a:lnSpc>
                <a:spcPct val="150000"/>
              </a:lnSpc>
              <a:spcBef>
                <a:spcPts val="0"/>
              </a:spcBef>
              <a:buNone/>
            </a:pPr>
            <a:r>
              <a:rPr lang="en-US" sz="1200" noProof="1"/>
              <a:t>Product Owner merupakan seseorang yang dapat bertanggung jawab untuk memastikan tim menghasilkan sebuah produk yang bisa dipresentasikan atau dipasarkan ke bisnis, klien, atau siapapun yang menginginkan hasil proyek tersebut. Product Owner biasanya menuliskan persyaratan sehubungan dengan apa yang diinginkan dari produk tersebut dalam bentuk sebuah cerita, kemudian memprioritaskan poin-poin tertentu dalam proses pembuatan, dan memasukkannya ke product backlog.</a:t>
            </a:r>
          </a:p>
        </p:txBody>
      </p:sp>
      <p:cxnSp>
        <p:nvCxnSpPr>
          <p:cNvPr id="172" name="Google Shape;172;p39"/>
          <p:cNvCxnSpPr/>
          <p:nvPr/>
        </p:nvCxnSpPr>
        <p:spPr>
          <a:xfrm>
            <a:off x="991299" y="993374"/>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1843488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just" rtl="0">
              <a:spcBef>
                <a:spcPts val="0"/>
              </a:spcBef>
              <a:buNone/>
            </a:pPr>
            <a:r>
              <a:rPr lang="id-ID" sz="2400" dirty="0"/>
              <a:t>CARA KERJA</a:t>
            </a:r>
            <a:endParaRPr lang="en-US" sz="2400" dirty="0"/>
          </a:p>
        </p:txBody>
      </p:sp>
      <p:sp>
        <p:nvSpPr>
          <p:cNvPr id="171" name="Google Shape;171;p39"/>
          <p:cNvSpPr txBox="1">
            <a:spLocks noGrp="1"/>
          </p:cNvSpPr>
          <p:nvPr>
            <p:ph type="body" idx="1"/>
          </p:nvPr>
        </p:nvSpPr>
        <p:spPr>
          <a:xfrm>
            <a:off x="938500" y="1235822"/>
            <a:ext cx="7172100" cy="2053538"/>
          </a:xfrm>
          <a:prstGeom prst="rect">
            <a:avLst/>
          </a:prstGeom>
        </p:spPr>
        <p:txBody>
          <a:bodyPr spcFirstLastPara="1" wrap="square" lIns="91425" tIns="91425" rIns="91425" bIns="91425" anchor="t" anchorCtr="0">
            <a:noAutofit/>
          </a:bodyPr>
          <a:lstStyle/>
          <a:p>
            <a:pPr marL="228600" lvl="0" indent="-228600" algn="just" rtl="0">
              <a:lnSpc>
                <a:spcPct val="150000"/>
              </a:lnSpc>
              <a:spcBef>
                <a:spcPts val="0"/>
              </a:spcBef>
              <a:buFont typeface="+mj-lt"/>
              <a:buAutoNum type="arabicPeriod" startAt="5"/>
            </a:pPr>
            <a:r>
              <a:rPr lang="ar-SA" sz="1200" b="1" noProof="1"/>
              <a:t> BUAT PRODUCT BACKLOG AWAL</a:t>
            </a:r>
          </a:p>
          <a:p>
            <a:pPr marL="0" lvl="0" indent="0" algn="just">
              <a:lnSpc>
                <a:spcPct val="150000"/>
              </a:lnSpc>
              <a:spcBef>
                <a:spcPts val="0"/>
              </a:spcBef>
              <a:buNone/>
            </a:pPr>
            <a:r>
              <a:rPr lang="ar-SA" sz="1200" noProof="1"/>
              <a:t>Product backlog adalah daftar keinginan yang berupa semua cerita pengguna yang diharapkan dapat dibuat dan diselesaikan dalam proyek tersebut. Cerita yang paling penting harus berada di urutan teratas hingga keseluruhan cerita tersusun secara teratur berdasarkan urutan kepentingannya. Sebuah cerita biasanya berisi dua jenis pekerjaan, yaitu Epics dan Stories.</a:t>
            </a:r>
          </a:p>
          <a:p>
            <a:pPr marL="0" lvl="0" indent="0" algn="just">
              <a:lnSpc>
                <a:spcPct val="150000"/>
              </a:lnSpc>
              <a:spcBef>
                <a:spcPts val="0"/>
              </a:spcBef>
              <a:buNone/>
            </a:pPr>
            <a:endParaRPr lang="ar-SA" sz="1200" noProof="1"/>
          </a:p>
          <a:p>
            <a:pPr marL="228600" lvl="0" indent="-228600" algn="just">
              <a:lnSpc>
                <a:spcPct val="150000"/>
              </a:lnSpc>
              <a:spcBef>
                <a:spcPts val="0"/>
              </a:spcBef>
              <a:buFont typeface="+mj-lt"/>
              <a:buAutoNum type="arabicPeriod" startAt="6"/>
            </a:pPr>
            <a:r>
              <a:rPr lang="ar-SA" sz="1200" b="1" noProof="1"/>
              <a:t>RENCANAKAN DAN MULAI SPRINT</a:t>
            </a:r>
          </a:p>
          <a:p>
            <a:pPr marL="0" lvl="0" indent="0" algn="just">
              <a:lnSpc>
                <a:spcPct val="150000"/>
              </a:lnSpc>
              <a:spcBef>
                <a:spcPts val="0"/>
              </a:spcBef>
              <a:buNone/>
            </a:pPr>
            <a:r>
              <a:rPr lang="ar-SA" sz="1200" noProof="1"/>
              <a:t>Berdasarkan prioritas backlog, sebuah tim dapat mulai mengambil item dari daftar yang paling atas. Setelah itu, tim biasanya melakukan brainstorming dan memutuskan daftar tugas (task list) dan berapa banyak yang dapat mereka selesaikan dalam Sprint mendatang. Apabila semua anggota tim setuju, Sprint dapat dimulai dan tim dapat mulai mengerjakan proyeknya.</a:t>
            </a:r>
          </a:p>
        </p:txBody>
      </p:sp>
      <p:cxnSp>
        <p:nvCxnSpPr>
          <p:cNvPr id="172" name="Google Shape;172;p39"/>
          <p:cNvCxnSpPr/>
          <p:nvPr/>
        </p:nvCxnSpPr>
        <p:spPr>
          <a:xfrm>
            <a:off x="991299" y="993374"/>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6088616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just" rtl="0">
              <a:spcBef>
                <a:spcPts val="0"/>
              </a:spcBef>
              <a:buNone/>
            </a:pPr>
            <a:r>
              <a:rPr lang="id-ID" sz="2400" dirty="0"/>
              <a:t>CARA KERJA</a:t>
            </a:r>
            <a:endParaRPr lang="en-US" sz="2400" dirty="0"/>
          </a:p>
        </p:txBody>
      </p:sp>
      <p:sp>
        <p:nvSpPr>
          <p:cNvPr id="171" name="Google Shape;171;p39"/>
          <p:cNvSpPr txBox="1">
            <a:spLocks noGrp="1"/>
          </p:cNvSpPr>
          <p:nvPr>
            <p:ph type="body" idx="1"/>
          </p:nvPr>
        </p:nvSpPr>
        <p:spPr>
          <a:xfrm>
            <a:off x="938500" y="1235822"/>
            <a:ext cx="7172100" cy="2053538"/>
          </a:xfrm>
          <a:prstGeom prst="rect">
            <a:avLst/>
          </a:prstGeom>
        </p:spPr>
        <p:txBody>
          <a:bodyPr spcFirstLastPara="1" wrap="square" lIns="91425" tIns="91425" rIns="91425" bIns="91425" anchor="t" anchorCtr="0">
            <a:noAutofit/>
          </a:bodyPr>
          <a:lstStyle/>
          <a:p>
            <a:pPr marL="228600" lvl="0" indent="-228600" algn="just" rtl="0">
              <a:lnSpc>
                <a:spcPct val="150000"/>
              </a:lnSpc>
              <a:spcBef>
                <a:spcPts val="0"/>
              </a:spcBef>
              <a:buFont typeface="+mj-lt"/>
              <a:buAutoNum type="arabicPeriod" startAt="7"/>
            </a:pPr>
            <a:r>
              <a:rPr lang="en-US" sz="1200" b="1" noProof="1"/>
              <a:t>TUTUP DAN MULAI SPRINT BERIKUTNYA</a:t>
            </a:r>
          </a:p>
          <a:p>
            <a:pPr marL="0" lvl="0" indent="0" algn="just" rtl="0">
              <a:lnSpc>
                <a:spcPct val="150000"/>
              </a:lnSpc>
              <a:spcBef>
                <a:spcPts val="0"/>
              </a:spcBef>
              <a:buNone/>
            </a:pPr>
            <a:r>
              <a:rPr lang="en-US" sz="1200" noProof="1"/>
              <a:t>Jika batas tenggang waktu telah tiba dan semua pekerjaan yang direncanakan sudah selesai, tim berhak memutuskan pekerjaan selanjutnya akan dipindahkan ke Sprint berikutnya atau tetap berada dalam backlog. Dalam menyelesaikan tugas, sebuah tim disarankan untuk melakukan retrospektif yang bertujuan untuk mendiskusikan hal yang sedang berjalan dengan baik dan hal dapat diperbaiki untuk Sprint berikutnya. Setelah itu, pertemuan perencanaan Sprint untuk Sprint berikutnya dapat dimulai dengan proses yang sama. Tidak ada batasan untuk jumlah Sprint kecuali jika ditetapkan dengan deadline berdasarkan budget atau waktu atau seluruh backlog selesai.</a:t>
            </a:r>
          </a:p>
        </p:txBody>
      </p:sp>
      <p:cxnSp>
        <p:nvCxnSpPr>
          <p:cNvPr id="172" name="Google Shape;172;p39"/>
          <p:cNvCxnSpPr/>
          <p:nvPr/>
        </p:nvCxnSpPr>
        <p:spPr>
          <a:xfrm>
            <a:off x="991299" y="993374"/>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34204134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3760331" y="3189924"/>
            <a:ext cx="4462289" cy="118691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id-ID" dirty="0"/>
              <a:t>MANFAAT SCRUM</a:t>
            </a:r>
          </a:p>
        </p:txBody>
      </p:sp>
      <p:sp>
        <p:nvSpPr>
          <p:cNvPr id="207" name="Google Shape;207;p43"/>
          <p:cNvSpPr txBox="1">
            <a:spLocks noGrp="1"/>
          </p:cNvSpPr>
          <p:nvPr>
            <p:ph type="title" idx="2"/>
          </p:nvPr>
        </p:nvSpPr>
        <p:spPr>
          <a:xfrm>
            <a:off x="1048270" y="3287500"/>
            <a:ext cx="2412900" cy="931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a:t>
            </a:r>
            <a:r>
              <a:rPr lang="id-ID" dirty="0"/>
              <a:t>4</a:t>
            </a:r>
            <a:endParaRPr dirty="0"/>
          </a:p>
        </p:txBody>
      </p:sp>
      <p:cxnSp>
        <p:nvCxnSpPr>
          <p:cNvPr id="209" name="Google Shape;209;p43"/>
          <p:cNvCxnSpPr/>
          <p:nvPr/>
        </p:nvCxnSpPr>
        <p:spPr>
          <a:xfrm>
            <a:off x="3610750" y="3253297"/>
            <a:ext cx="0" cy="9999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4246993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6" name="Google Shape;170;p39">
            <a:extLst>
              <a:ext uri="{FF2B5EF4-FFF2-40B4-BE49-F238E27FC236}">
                <a16:creationId xmlns:a16="http://schemas.microsoft.com/office/drawing/2014/main" id="{B2B62D06-BD40-CB90-7D79-CAF5EAA5BD9D}"/>
              </a:ext>
            </a:extLst>
          </p:cNvPr>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just" rtl="0">
              <a:spcBef>
                <a:spcPts val="0"/>
              </a:spcBef>
              <a:buNone/>
            </a:pPr>
            <a:r>
              <a:rPr lang="id-ID" sz="2400" dirty="0"/>
              <a:t>MANFAAT SCRUM</a:t>
            </a:r>
            <a:endParaRPr lang="en-US" sz="2400" dirty="0"/>
          </a:p>
        </p:txBody>
      </p:sp>
      <p:sp>
        <p:nvSpPr>
          <p:cNvPr id="7" name="Google Shape;171;p39">
            <a:extLst>
              <a:ext uri="{FF2B5EF4-FFF2-40B4-BE49-F238E27FC236}">
                <a16:creationId xmlns:a16="http://schemas.microsoft.com/office/drawing/2014/main" id="{75D510E9-BBFA-FB63-C048-AA826C98455D}"/>
              </a:ext>
            </a:extLst>
          </p:cNvPr>
          <p:cNvSpPr txBox="1">
            <a:spLocks noGrp="1"/>
          </p:cNvSpPr>
          <p:nvPr>
            <p:ph type="body" idx="1"/>
          </p:nvPr>
        </p:nvSpPr>
        <p:spPr>
          <a:xfrm>
            <a:off x="938500" y="1278425"/>
            <a:ext cx="7172100" cy="2053538"/>
          </a:xfrm>
          <a:prstGeom prst="rect">
            <a:avLst/>
          </a:prstGeom>
        </p:spPr>
        <p:txBody>
          <a:bodyPr spcFirstLastPara="1" wrap="square" lIns="91425" tIns="91425" rIns="91425" bIns="91425" anchor="t" anchorCtr="0">
            <a:noAutofit/>
          </a:bodyPr>
          <a:lstStyle/>
          <a:p>
            <a:pPr marL="228600" indent="-228600" algn="just">
              <a:lnSpc>
                <a:spcPct val="150000"/>
              </a:lnSpc>
            </a:pPr>
            <a:r>
              <a:rPr lang="ar-SA" sz="1200" noProof="1"/>
              <a:t>Rilis produk siap pakai yang lebih cepat untuk pengguna dan pelanggan</a:t>
            </a:r>
          </a:p>
          <a:p>
            <a:pPr marL="228600" indent="-228600" algn="just">
              <a:lnSpc>
                <a:spcPct val="150000"/>
              </a:lnSpc>
            </a:pPr>
            <a:r>
              <a:rPr lang="ar-SA" sz="1200" noProof="1"/>
              <a:t>Kualitas produk yang lebih tinggi</a:t>
            </a:r>
          </a:p>
          <a:p>
            <a:pPr marL="228600" indent="-228600" algn="just">
              <a:lnSpc>
                <a:spcPct val="150000"/>
              </a:lnSpc>
            </a:pPr>
            <a:r>
              <a:rPr lang="ar-SA" sz="1200" noProof="1"/>
              <a:t>Produktivitas yang lebih tinggi</a:t>
            </a:r>
          </a:p>
          <a:p>
            <a:pPr marL="228600" indent="-228600" algn="just">
              <a:lnSpc>
                <a:spcPct val="150000"/>
              </a:lnSpc>
            </a:pPr>
            <a:r>
              <a:rPr lang="ar-SA" sz="1200" noProof="1"/>
              <a:t>Pengeluaran biaya operasional yang lebih murah</a:t>
            </a:r>
          </a:p>
          <a:p>
            <a:pPr marL="228600" indent="-228600" algn="just">
              <a:lnSpc>
                <a:spcPct val="150000"/>
              </a:lnSpc>
            </a:pPr>
            <a:r>
              <a:rPr lang="ar-SA" sz="1200" noProof="1"/>
              <a:t>Kemampuan untuk membentuk perubahan dalam proyek selanjutnya</a:t>
            </a:r>
          </a:p>
          <a:p>
            <a:pPr marL="228600" indent="-228600" algn="just">
              <a:lnSpc>
                <a:spcPct val="150000"/>
              </a:lnSpc>
            </a:pPr>
            <a:r>
              <a:rPr lang="ar-SA" sz="1200" noProof="1"/>
              <a:t>Moral kerja karyawan yang lebih baik</a:t>
            </a:r>
          </a:p>
          <a:p>
            <a:pPr marL="228600" indent="-228600" algn="just">
              <a:lnSpc>
                <a:spcPct val="150000"/>
              </a:lnSpc>
            </a:pPr>
            <a:r>
              <a:rPr lang="ar-SA" sz="1200" noProof="1"/>
              <a:t>Angka kepuasan pengguna yang lebih tinggi</a:t>
            </a:r>
          </a:p>
          <a:p>
            <a:pPr marL="228600" indent="-228600" algn="just">
              <a:lnSpc>
                <a:spcPct val="150000"/>
              </a:lnSpc>
            </a:pPr>
            <a:r>
              <a:rPr lang="ar-SA" sz="1200" noProof="1"/>
              <a:t>Mampu menyelesaikan proyek kompleks yang sebelumnya tidak bisa dilakukan</a:t>
            </a:r>
          </a:p>
        </p:txBody>
      </p:sp>
      <p:cxnSp>
        <p:nvCxnSpPr>
          <p:cNvPr id="8" name="Google Shape;172;p39">
            <a:extLst>
              <a:ext uri="{FF2B5EF4-FFF2-40B4-BE49-F238E27FC236}">
                <a16:creationId xmlns:a16="http://schemas.microsoft.com/office/drawing/2014/main" id="{50BEC7DB-D48C-91BB-BD1F-A4F8C8AA6F3D}"/>
              </a:ext>
            </a:extLst>
          </p:cNvPr>
          <p:cNvCxnSpPr>
            <a:cxnSpLocks/>
          </p:cNvCxnSpPr>
          <p:nvPr/>
        </p:nvCxnSpPr>
        <p:spPr>
          <a:xfrm>
            <a:off x="991299" y="993374"/>
            <a:ext cx="2968701"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3760331" y="2901924"/>
            <a:ext cx="4462289" cy="118691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id-ID" dirty="0"/>
              <a:t>AGILE &amp; SCRUM</a:t>
            </a:r>
          </a:p>
        </p:txBody>
      </p:sp>
      <p:cxnSp>
        <p:nvCxnSpPr>
          <p:cNvPr id="209" name="Google Shape;209;p43"/>
          <p:cNvCxnSpPr/>
          <p:nvPr/>
        </p:nvCxnSpPr>
        <p:spPr>
          <a:xfrm>
            <a:off x="3610750" y="3253297"/>
            <a:ext cx="0" cy="9999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Title 2">
            <a:extLst>
              <a:ext uri="{FF2B5EF4-FFF2-40B4-BE49-F238E27FC236}">
                <a16:creationId xmlns:a16="http://schemas.microsoft.com/office/drawing/2014/main" id="{EA7CAB79-DCC9-F6FE-D09D-A0BDE60D7E9A}"/>
              </a:ext>
            </a:extLst>
          </p:cNvPr>
          <p:cNvSpPr>
            <a:spLocks noGrp="1"/>
          </p:cNvSpPr>
          <p:nvPr>
            <p:ph type="title" idx="2"/>
          </p:nvPr>
        </p:nvSpPr>
        <p:spPr/>
        <p:txBody>
          <a:bodyPr/>
          <a:lstStyle/>
          <a:p>
            <a:r>
              <a:rPr lang="id-ID" dirty="0"/>
              <a:t>05</a:t>
            </a:r>
            <a:endParaRPr lang="en-US" dirty="0"/>
          </a:p>
        </p:txBody>
      </p:sp>
    </p:spTree>
    <p:extLst>
      <p:ext uri="{BB962C8B-B14F-4D97-AF65-F5344CB8AC3E}">
        <p14:creationId xmlns:p14="http://schemas.microsoft.com/office/powerpoint/2010/main" val="356239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just" rtl="0">
              <a:spcBef>
                <a:spcPts val="0"/>
              </a:spcBef>
              <a:buNone/>
            </a:pPr>
            <a:r>
              <a:rPr lang="id-ID" sz="2400" dirty="0"/>
              <a:t>AGILE &amp; SCRUM</a:t>
            </a:r>
            <a:endParaRPr lang="en-US" sz="2400" dirty="0"/>
          </a:p>
        </p:txBody>
      </p:sp>
      <p:sp>
        <p:nvSpPr>
          <p:cNvPr id="171" name="Google Shape;171;p39"/>
          <p:cNvSpPr txBox="1">
            <a:spLocks noGrp="1"/>
          </p:cNvSpPr>
          <p:nvPr>
            <p:ph type="body" idx="1"/>
          </p:nvPr>
        </p:nvSpPr>
        <p:spPr>
          <a:xfrm>
            <a:off x="938500" y="1235821"/>
            <a:ext cx="7172100" cy="2521251"/>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buNone/>
            </a:pPr>
            <a:r>
              <a:rPr lang="ar-SA" sz="1200" noProof="1"/>
              <a:t>Agile dan Scrum merupakan dua hal yang tidak dapat terpisahkan dalam ekosistem Software Development. Dalam kata lain, Scrum adalah kerangka kerja yang digunakan untuk mengimplementasikan pengembangan Agile. Dengan metode Agile Scrum, kamu bisa lebih efisien dan efektif dalam mengelola suatu proyek hingga mencapai tujuan atau menghasilkan suatu produk.</a:t>
            </a:r>
          </a:p>
          <a:p>
            <a:pPr marL="0" lvl="0" indent="0" algn="just" rtl="0">
              <a:lnSpc>
                <a:spcPct val="150000"/>
              </a:lnSpc>
              <a:spcBef>
                <a:spcPts val="0"/>
              </a:spcBef>
              <a:buNone/>
            </a:pPr>
            <a:r>
              <a:rPr lang="ar-SA" sz="1200" noProof="1"/>
              <a:t>Intinya, agile adalah framework yang terdiri dari kumpulan-kumpulan metode agar tim bisa menghasilkan potensi kualitas yang baik dalam pengembangan suatu produk, entah itu sebuah software atau projek lainnya. Sedangkan scrum adalah hanya menjadi salah satu bagian yang ada dalam agile.</a:t>
            </a:r>
          </a:p>
        </p:txBody>
      </p:sp>
      <p:cxnSp>
        <p:nvCxnSpPr>
          <p:cNvPr id="172" name="Google Shape;172;p39"/>
          <p:cNvCxnSpPr/>
          <p:nvPr/>
        </p:nvCxnSpPr>
        <p:spPr>
          <a:xfrm>
            <a:off x="991299" y="993374"/>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803023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3760331" y="2901924"/>
            <a:ext cx="4462289" cy="118691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id-ID" dirty="0"/>
              <a:t>CONTOH SCRUM</a:t>
            </a:r>
          </a:p>
        </p:txBody>
      </p:sp>
      <p:sp>
        <p:nvSpPr>
          <p:cNvPr id="207" name="Google Shape;207;p43"/>
          <p:cNvSpPr txBox="1">
            <a:spLocks noGrp="1"/>
          </p:cNvSpPr>
          <p:nvPr>
            <p:ph type="title" idx="2"/>
          </p:nvPr>
        </p:nvSpPr>
        <p:spPr>
          <a:xfrm>
            <a:off x="1048270" y="3287500"/>
            <a:ext cx="2412900" cy="931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id-ID" dirty="0"/>
              <a:t>06</a:t>
            </a:r>
            <a:endParaRPr dirty="0"/>
          </a:p>
        </p:txBody>
      </p:sp>
      <p:cxnSp>
        <p:nvCxnSpPr>
          <p:cNvPr id="209" name="Google Shape;209;p43"/>
          <p:cNvCxnSpPr/>
          <p:nvPr/>
        </p:nvCxnSpPr>
        <p:spPr>
          <a:xfrm>
            <a:off x="3610750" y="3253297"/>
            <a:ext cx="0" cy="9999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3898454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just" rtl="0">
              <a:spcBef>
                <a:spcPts val="0"/>
              </a:spcBef>
              <a:buNone/>
            </a:pPr>
            <a:r>
              <a:rPr lang="id-ID" sz="2400" dirty="0"/>
              <a:t>CONTOH SCRUM</a:t>
            </a:r>
            <a:endParaRPr lang="en-US" sz="2400" dirty="0"/>
          </a:p>
        </p:txBody>
      </p:sp>
      <p:cxnSp>
        <p:nvCxnSpPr>
          <p:cNvPr id="172" name="Google Shape;172;p39"/>
          <p:cNvCxnSpPr>
            <a:cxnSpLocks/>
          </p:cNvCxnSpPr>
          <p:nvPr/>
        </p:nvCxnSpPr>
        <p:spPr>
          <a:xfrm>
            <a:off x="991299" y="993374"/>
            <a:ext cx="2723901"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4" name="Picture 3">
            <a:extLst>
              <a:ext uri="{FF2B5EF4-FFF2-40B4-BE49-F238E27FC236}">
                <a16:creationId xmlns:a16="http://schemas.microsoft.com/office/drawing/2014/main" id="{3992DCE0-D1D8-9F10-BED3-E9FFD805851E}"/>
              </a:ext>
            </a:extLst>
          </p:cNvPr>
          <p:cNvPicPr>
            <a:picLocks noChangeAspect="1"/>
          </p:cNvPicPr>
          <p:nvPr/>
        </p:nvPicPr>
        <p:blipFill>
          <a:blip r:embed="rId3"/>
          <a:stretch>
            <a:fillRect/>
          </a:stretch>
        </p:blipFill>
        <p:spPr>
          <a:xfrm>
            <a:off x="478185" y="1329203"/>
            <a:ext cx="3669015" cy="2821175"/>
          </a:xfrm>
          <a:prstGeom prst="rect">
            <a:avLst/>
          </a:prstGeom>
        </p:spPr>
      </p:pic>
      <p:pic>
        <p:nvPicPr>
          <p:cNvPr id="5" name="Picture 4">
            <a:extLst>
              <a:ext uri="{FF2B5EF4-FFF2-40B4-BE49-F238E27FC236}">
                <a16:creationId xmlns:a16="http://schemas.microsoft.com/office/drawing/2014/main" id="{D2972D1F-F9BC-0FE2-21AA-399A1E72E401}"/>
              </a:ext>
            </a:extLst>
          </p:cNvPr>
          <p:cNvPicPr>
            <a:picLocks noChangeAspect="1"/>
          </p:cNvPicPr>
          <p:nvPr/>
        </p:nvPicPr>
        <p:blipFill>
          <a:blip r:embed="rId4"/>
          <a:stretch>
            <a:fillRect/>
          </a:stretch>
        </p:blipFill>
        <p:spPr>
          <a:xfrm>
            <a:off x="4477837" y="1525854"/>
            <a:ext cx="4392726" cy="2427872"/>
          </a:xfrm>
          <a:prstGeom prst="rect">
            <a:avLst/>
          </a:prstGeom>
        </p:spPr>
      </p:pic>
    </p:spTree>
    <p:extLst>
      <p:ext uri="{BB962C8B-B14F-4D97-AF65-F5344CB8AC3E}">
        <p14:creationId xmlns:p14="http://schemas.microsoft.com/office/powerpoint/2010/main" val="23364780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just" rtl="0">
              <a:spcBef>
                <a:spcPts val="0"/>
              </a:spcBef>
              <a:buNone/>
            </a:pPr>
            <a:r>
              <a:rPr lang="id-ID" sz="2400" dirty="0"/>
              <a:t>PENJELASAN CONTOH</a:t>
            </a:r>
            <a:endParaRPr lang="en-US" sz="2400" dirty="0"/>
          </a:p>
        </p:txBody>
      </p:sp>
      <p:sp>
        <p:nvSpPr>
          <p:cNvPr id="171" name="Google Shape;171;p39"/>
          <p:cNvSpPr txBox="1">
            <a:spLocks noGrp="1"/>
          </p:cNvSpPr>
          <p:nvPr>
            <p:ph type="body" idx="1"/>
          </p:nvPr>
        </p:nvSpPr>
        <p:spPr>
          <a:xfrm>
            <a:off x="938500" y="1235821"/>
            <a:ext cx="7172100" cy="3199379"/>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buNone/>
            </a:pPr>
            <a:r>
              <a:rPr lang="id-ID" sz="1200" noProof="1"/>
              <a:t>Seperti yang ada dalam kedua contoh scrum board, semua pekerjaan yang akan dilakukan harus dipetakan dengan jelas waktu penyelesaian dan orang yang melakukannya. Di samping itu, Anda juga bisa mengklasifikasikan kegiatan-kegiatan yang dilakukan ke dalam tiga kategori tabel di antaranya :</a:t>
            </a:r>
          </a:p>
          <a:p>
            <a:pPr marL="171450" indent="-171450" algn="just">
              <a:lnSpc>
                <a:spcPct val="150000"/>
              </a:lnSpc>
            </a:pPr>
            <a:r>
              <a:rPr lang="id-ID" sz="1200" b="1" noProof="1"/>
              <a:t>To Do, </a:t>
            </a:r>
            <a:r>
              <a:rPr lang="id-ID" sz="1200" noProof="1"/>
              <a:t>untuk pekerjaan yang harus dilakukan</a:t>
            </a:r>
          </a:p>
          <a:p>
            <a:pPr marL="171450" indent="-171450" algn="just">
              <a:lnSpc>
                <a:spcPct val="150000"/>
              </a:lnSpc>
            </a:pPr>
            <a:r>
              <a:rPr lang="id-ID" sz="1200" b="1" noProof="1"/>
              <a:t>In Progress</a:t>
            </a:r>
            <a:r>
              <a:rPr lang="id-ID" sz="1200" noProof="1"/>
              <a:t>, berisi pekerjaan-pekerjaan yang sedang dalam pengerjaan</a:t>
            </a:r>
          </a:p>
          <a:p>
            <a:pPr marL="171450" indent="-171450" algn="just">
              <a:lnSpc>
                <a:spcPct val="150000"/>
              </a:lnSpc>
            </a:pPr>
            <a:r>
              <a:rPr lang="id-ID" sz="1200" b="1" noProof="1"/>
              <a:t>Done</a:t>
            </a:r>
            <a:r>
              <a:rPr lang="id-ID" sz="1200" noProof="1"/>
              <a:t>, pekerjaan yang selesai dilakukan</a:t>
            </a:r>
          </a:p>
          <a:p>
            <a:pPr marL="171450" indent="-171450" algn="just">
              <a:lnSpc>
                <a:spcPct val="150000"/>
              </a:lnSpc>
            </a:pPr>
            <a:endParaRPr lang="id-ID" sz="1200" noProof="1"/>
          </a:p>
          <a:p>
            <a:pPr marL="0" indent="0" algn="just">
              <a:lnSpc>
                <a:spcPct val="150000"/>
              </a:lnSpc>
              <a:buNone/>
            </a:pPr>
            <a:r>
              <a:rPr lang="id-ID" sz="1200" noProof="1"/>
              <a:t>Selain pengkategorian pekerjaan, tambahkan juga shape seperti arrow dan circle yang ada pada contoh di atas sebagai penanda prioritas dan person in charge pekerjaan yang dilakukan. Dengan begitu scrum board akan lebih mudah untuk dibaca.</a:t>
            </a:r>
          </a:p>
        </p:txBody>
      </p:sp>
      <p:cxnSp>
        <p:nvCxnSpPr>
          <p:cNvPr id="172" name="Google Shape;172;p39"/>
          <p:cNvCxnSpPr>
            <a:cxnSpLocks/>
          </p:cNvCxnSpPr>
          <p:nvPr/>
        </p:nvCxnSpPr>
        <p:spPr>
          <a:xfrm>
            <a:off x="991299" y="993374"/>
            <a:ext cx="3753501"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580465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3760331" y="2901924"/>
            <a:ext cx="4462289" cy="118691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id-ID" dirty="0"/>
              <a:t>REFERENSI</a:t>
            </a:r>
          </a:p>
        </p:txBody>
      </p:sp>
      <p:cxnSp>
        <p:nvCxnSpPr>
          <p:cNvPr id="209" name="Google Shape;209;p43"/>
          <p:cNvCxnSpPr>
            <a:cxnSpLocks/>
          </p:cNvCxnSpPr>
          <p:nvPr/>
        </p:nvCxnSpPr>
        <p:spPr>
          <a:xfrm>
            <a:off x="3610750" y="3253297"/>
            <a:ext cx="0" cy="9999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4" name="Picture 3">
            <a:extLst>
              <a:ext uri="{FF2B5EF4-FFF2-40B4-BE49-F238E27FC236}">
                <a16:creationId xmlns:a16="http://schemas.microsoft.com/office/drawing/2014/main" id="{9D787335-75C3-E358-3D25-4210CAA47E7D}"/>
              </a:ext>
            </a:extLst>
          </p:cNvPr>
          <p:cNvPicPr>
            <a:picLocks noChangeAspect="1"/>
          </p:cNvPicPr>
          <p:nvPr/>
        </p:nvPicPr>
        <p:blipFill>
          <a:blip r:embed="rId3"/>
          <a:stretch>
            <a:fillRect/>
          </a:stretch>
        </p:blipFill>
        <p:spPr>
          <a:xfrm>
            <a:off x="536125" y="2630250"/>
            <a:ext cx="3074625" cy="2049750"/>
          </a:xfrm>
          <a:prstGeom prst="rect">
            <a:avLst/>
          </a:prstGeom>
        </p:spPr>
      </p:pic>
    </p:spTree>
    <p:extLst>
      <p:ext uri="{BB962C8B-B14F-4D97-AF65-F5344CB8AC3E}">
        <p14:creationId xmlns:p14="http://schemas.microsoft.com/office/powerpoint/2010/main" val="2807803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p>
            <a:pPr marL="0" lvl="0" indent="0" algn="just" rtl="0">
              <a:spcBef>
                <a:spcPts val="0"/>
              </a:spcBef>
              <a:buNone/>
            </a:pPr>
            <a:r>
              <a:rPr lang="id-ID" sz="2400" dirty="0"/>
              <a:t>REFERENSI</a:t>
            </a:r>
            <a:endParaRPr lang="en-US" sz="2400" dirty="0"/>
          </a:p>
        </p:txBody>
      </p:sp>
      <p:sp>
        <p:nvSpPr>
          <p:cNvPr id="171" name="Google Shape;171;p39"/>
          <p:cNvSpPr txBox="1">
            <a:spLocks noGrp="1"/>
          </p:cNvSpPr>
          <p:nvPr>
            <p:ph type="body" idx="1"/>
          </p:nvPr>
        </p:nvSpPr>
        <p:spPr>
          <a:xfrm>
            <a:off x="938500" y="1235821"/>
            <a:ext cx="7172100" cy="3199379"/>
          </a:xfrm>
          <a:prstGeom prst="rect">
            <a:avLst/>
          </a:prstGeom>
        </p:spPr>
        <p:txBody>
          <a:bodyPr spcFirstLastPara="1" wrap="square" lIns="91425" tIns="91425" rIns="91425" bIns="91425" anchor="t" anchorCtr="0">
            <a:noAutofit/>
          </a:bodyPr>
          <a:lstStyle/>
          <a:p>
            <a:pPr marL="171450" indent="-171450" algn="just">
              <a:lnSpc>
                <a:spcPct val="150000"/>
              </a:lnSpc>
            </a:pPr>
            <a:r>
              <a:rPr lang="id-ID" sz="1200" noProof="1">
                <a:hlinkClick r:id="rId3"/>
              </a:rPr>
              <a:t>https://info.populix.co/articles/apa-itu-scrum/</a:t>
            </a:r>
            <a:endParaRPr lang="id-ID" sz="1200" noProof="1"/>
          </a:p>
          <a:p>
            <a:pPr marL="171450" indent="-171450" algn="just">
              <a:lnSpc>
                <a:spcPct val="150000"/>
              </a:lnSpc>
            </a:pPr>
            <a:r>
              <a:rPr lang="id-ID" sz="1200" noProof="1">
                <a:hlinkClick r:id="rId4"/>
              </a:rPr>
              <a:t>https://glints.com/id/lowongan/metode-scrum/#peranan-dalam-metode-scrum</a:t>
            </a:r>
            <a:endParaRPr lang="id-ID" sz="1200" noProof="1"/>
          </a:p>
          <a:p>
            <a:pPr marL="171450" indent="-171450" algn="just">
              <a:lnSpc>
                <a:spcPct val="150000"/>
              </a:lnSpc>
            </a:pPr>
            <a:r>
              <a:rPr lang="id-ID" sz="1200" noProof="1">
                <a:hlinkClick r:id="rId5"/>
              </a:rPr>
              <a:t>https://blog.hacktiv8.com/membedah-pengertian-agile-scrum/</a:t>
            </a:r>
            <a:endParaRPr lang="id-ID" sz="1200" noProof="1"/>
          </a:p>
          <a:p>
            <a:pPr marL="171450" indent="-171450" algn="just">
              <a:lnSpc>
                <a:spcPct val="150000"/>
              </a:lnSpc>
            </a:pPr>
            <a:r>
              <a:rPr lang="id-ID" sz="1200" noProof="1">
                <a:hlinkClick r:id="rId6"/>
              </a:rPr>
              <a:t>https://socs.binus.ac.id/2020/03/31/software-engineering-agile-software-development-process-model-scrum-model/</a:t>
            </a:r>
            <a:endParaRPr lang="id-ID" sz="1200" noProof="1"/>
          </a:p>
          <a:p>
            <a:pPr marL="171450" indent="-171450" algn="just">
              <a:lnSpc>
                <a:spcPct val="150000"/>
              </a:lnSpc>
            </a:pPr>
            <a:r>
              <a:rPr lang="id-ID" sz="1200" noProof="1">
                <a:hlinkClick r:id="rId7"/>
              </a:rPr>
              <a:t>https://sites.google.com/site/idscrum/sejarah-scrum</a:t>
            </a:r>
            <a:r>
              <a:rPr lang="id-ID" sz="1200" noProof="1"/>
              <a:t> </a:t>
            </a:r>
          </a:p>
        </p:txBody>
      </p:sp>
      <p:cxnSp>
        <p:nvCxnSpPr>
          <p:cNvPr id="172" name="Google Shape;172;p39"/>
          <p:cNvCxnSpPr>
            <a:cxnSpLocks/>
          </p:cNvCxnSpPr>
          <p:nvPr/>
        </p:nvCxnSpPr>
        <p:spPr>
          <a:xfrm>
            <a:off x="991299" y="993374"/>
            <a:ext cx="3753501"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640753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1" name="Google Shape;201;p42"/>
          <p:cNvSpPr txBox="1">
            <a:spLocks noGrp="1"/>
          </p:cNvSpPr>
          <p:nvPr>
            <p:ph type="ctrTitle"/>
          </p:nvPr>
        </p:nvSpPr>
        <p:spPr>
          <a:xfrm>
            <a:off x="1850550" y="2122725"/>
            <a:ext cx="5442900" cy="260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dirty="0"/>
              <a:t>ANY QUESTIONS?</a:t>
            </a:r>
          </a:p>
        </p:txBody>
      </p:sp>
      <p:pic>
        <p:nvPicPr>
          <p:cNvPr id="2" name="Picture 1">
            <a:extLst>
              <a:ext uri="{FF2B5EF4-FFF2-40B4-BE49-F238E27FC236}">
                <a16:creationId xmlns:a16="http://schemas.microsoft.com/office/drawing/2014/main" id="{D616A4CE-FB6B-9A0C-1DA2-66717DE728CB}"/>
              </a:ext>
            </a:extLst>
          </p:cNvPr>
          <p:cNvPicPr>
            <a:picLocks noChangeAspect="1"/>
          </p:cNvPicPr>
          <p:nvPr/>
        </p:nvPicPr>
        <p:blipFill>
          <a:blip r:embed="rId3"/>
          <a:stretch>
            <a:fillRect/>
          </a:stretch>
        </p:blipFill>
        <p:spPr>
          <a:xfrm>
            <a:off x="3531325" y="2327850"/>
            <a:ext cx="1875825" cy="1250550"/>
          </a:xfrm>
          <a:prstGeom prst="rect">
            <a:avLst/>
          </a:prstGeom>
        </p:spPr>
      </p:pic>
    </p:spTree>
    <p:extLst>
      <p:ext uri="{BB962C8B-B14F-4D97-AF65-F5344CB8AC3E}">
        <p14:creationId xmlns:p14="http://schemas.microsoft.com/office/powerpoint/2010/main" val="26652862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1" name="Google Shape;201;p42"/>
          <p:cNvSpPr txBox="1">
            <a:spLocks noGrp="1"/>
          </p:cNvSpPr>
          <p:nvPr>
            <p:ph type="ctrTitle"/>
          </p:nvPr>
        </p:nvSpPr>
        <p:spPr>
          <a:xfrm>
            <a:off x="1798427" y="2144325"/>
            <a:ext cx="5442900" cy="260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dirty="0"/>
              <a:t>THANK YOU</a:t>
            </a:r>
          </a:p>
        </p:txBody>
      </p:sp>
      <p:pic>
        <p:nvPicPr>
          <p:cNvPr id="4" name="Picture 3">
            <a:extLst>
              <a:ext uri="{FF2B5EF4-FFF2-40B4-BE49-F238E27FC236}">
                <a16:creationId xmlns:a16="http://schemas.microsoft.com/office/drawing/2014/main" id="{208F8821-124A-E4FD-54B6-8A3B695A7017}"/>
              </a:ext>
            </a:extLst>
          </p:cNvPr>
          <p:cNvPicPr>
            <a:picLocks noChangeAspect="1"/>
          </p:cNvPicPr>
          <p:nvPr/>
        </p:nvPicPr>
        <p:blipFill>
          <a:blip r:embed="rId3"/>
          <a:stretch>
            <a:fillRect/>
          </a:stretch>
        </p:blipFill>
        <p:spPr>
          <a:xfrm>
            <a:off x="3726154" y="2697296"/>
            <a:ext cx="1587445" cy="41670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486</TotalTime>
  <Words>1234</Words>
  <Application>Microsoft Office PowerPoint</Application>
  <PresentationFormat>On-screen Show (16:9)</PresentationFormat>
  <Paragraphs>86</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Montserrat ExtraLight</vt:lpstr>
      <vt:lpstr>Montserrat ExtraBold</vt:lpstr>
      <vt:lpstr>Nunito Sans</vt:lpstr>
      <vt:lpstr>Montserrat</vt:lpstr>
      <vt:lpstr>Arial</vt:lpstr>
      <vt:lpstr>Futuristic Background by Slidesgo</vt:lpstr>
      <vt:lpstr>SCRUM</vt:lpstr>
      <vt:lpstr>01</vt:lpstr>
      <vt:lpstr>DEFINISI SCRUM</vt:lpstr>
      <vt:lpstr>DEFINISI SCRUM</vt:lpstr>
      <vt:lpstr>SEJARAH SCRUM</vt:lpstr>
      <vt:lpstr>SEJARAH SCRUM</vt:lpstr>
      <vt:lpstr>CARA KERJA SCRUM</vt:lpstr>
      <vt:lpstr>CARA KERJA SCRUM</vt:lpstr>
      <vt:lpstr>CARA KERJA</vt:lpstr>
      <vt:lpstr>CARA KERJA</vt:lpstr>
      <vt:lpstr>CARA KERJA</vt:lpstr>
      <vt:lpstr>CARA KERJA</vt:lpstr>
      <vt:lpstr>CARA KERJA</vt:lpstr>
      <vt:lpstr>MANFAAT SCRUM</vt:lpstr>
      <vt:lpstr>MANFAAT SCRUM</vt:lpstr>
      <vt:lpstr>AGILE &amp; SCRUM</vt:lpstr>
      <vt:lpstr>AGILE &amp; SCRUM</vt:lpstr>
      <vt:lpstr>CONTOH SCRUM</vt:lpstr>
      <vt:lpstr>CONTOH SCRUM</vt:lpstr>
      <vt:lpstr>PENJELASAN CONTOH</vt:lpstr>
      <vt:lpstr>REFERENSI</vt:lpstr>
      <vt:lpstr>REFERENSI</vt:lpstr>
      <vt:lpstr>ANY 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FUTURISTIC</dc:title>
  <dc:creator>DM-22</dc:creator>
  <cp:lastModifiedBy>DM-09</cp:lastModifiedBy>
  <cp:revision>10</cp:revision>
  <dcterms:modified xsi:type="dcterms:W3CDTF">2023-01-05T03:40:02Z</dcterms:modified>
</cp:coreProperties>
</file>