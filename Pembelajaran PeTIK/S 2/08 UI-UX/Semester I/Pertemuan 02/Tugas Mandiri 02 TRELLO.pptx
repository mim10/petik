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2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7427-EB9A-FA5C-EC54-7B13B2C3F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610F2E-A95F-B613-D1CB-FFC6CD87B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6A4AF-7F4B-8CE7-11D9-FEEF9835D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4BA4F-30D9-1DE5-C4B0-130F3570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07024-9CF5-0044-8075-08A6DAA3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793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9FB4-00EF-517E-1E56-1D4E571D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C914-CFF4-E0DD-A4F9-A5618381D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B715-2B6C-1C8E-3F83-A8414B3D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FFDA5-67AC-22BA-8F16-1766E006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F772A-6A1B-2309-9B89-75916545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91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B9C1-5AE1-979A-3B43-CF683084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E30A4-BA22-1B0D-9058-1CCE63D6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A8105-B679-800A-5504-374979E9E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2F865-2D01-0A9C-D220-7F325F03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32247-2FDC-4234-567B-3651D933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4684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3686C-38A0-62F6-DCA3-BE57C5D8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607D4-7389-E398-0B1C-1DD361281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AFBEA-9BB5-7219-14D8-9947174CF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E822F-D82C-76AD-F2BB-654227FE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EFBE-1086-5500-9BF4-7AAD360F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E40D3-9A5E-E32D-B2E3-ED127855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511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B321-F897-4C06-2D62-2B35694D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9304-BD7B-D386-EC9F-838F62888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0BC04-973D-E918-8DD7-71B1B5E54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91CBC-70A0-4F02-3137-E993E580F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8AFA1-6466-A416-DB6D-BB222611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7955D-9C32-31E9-A245-1F111709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66DFE-C498-5437-9308-55FA910A7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D5AA8-A17E-FF8C-1544-4A18A74D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958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7939-EB9C-36C4-99B4-D22E3A64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3970C-5AB6-1113-36BB-546DE0BB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CD52F-C28C-583D-DBD5-5CAA6382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CBA0F-017B-3768-8536-0845C1D6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439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450EA-D633-F65E-7B5D-44CB6AA12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5DC56-5BBC-C0BA-8596-D6354C15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55411-A9CC-BD11-61DB-A11E84C1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013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29BE-FA9A-AE06-73AF-C8038C76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002E3-5FF7-1711-3FEA-B57D700F8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29731-8208-8D12-6BC9-9F6A6AA67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1F6B4-E5F6-3BAA-4A9F-95576C4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32765-2E1F-B0B8-7D0D-04EEBBC6A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9C4B1-9DB1-1A7F-07D7-863EA241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49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ACF8-ECF5-2BBD-0A64-A59DB2E1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34EEF-10D7-CB21-14F4-FDCD84127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6BADC-1650-A600-7DBE-085CF9074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C764D-98FB-C951-1FED-886710B8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CE8AE-ADF6-1495-F818-A550C113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BC43E-DF97-BC33-1B0E-ECB7E465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5550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E880-C892-FE3A-2235-EBDA84FC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5A60D-8BBB-EE9D-93C3-E1BF9419E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76EA-5FE7-EB18-A270-97D35A71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46119-AEA3-94C5-B748-B8E5FA69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C751D-BF88-8C38-EC84-F3337D4D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482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F1E5B-689A-FEE0-BE66-B8C4A766B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9F440-E0EA-459C-CCD3-B0029050A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AACB7-63A4-A1C6-CC37-0BD45844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9C892-6750-3FC4-F18C-2CD0654D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6524-9810-9476-CA09-2F9BEBA4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205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88AC3-7521-0415-EC1E-8B39B220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77393-9711-368E-2DF6-B140AD93F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2561C-5AFE-FD3F-C8E1-3A6561F87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114B2-5BFC-42A6-9D91-90F083B749C9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EDC3F-629B-90C3-3B5C-CA37F1130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F4C0A-D371-4E9D-391A-C7FD7EC8A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FD11-B247-4712-BC8D-E8BD5BF6496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352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agahoster.co.id/blog/trello-adalah/#Apa_Itu_Trello" TargetMode="External"/><Relationship Id="rId2" Type="http://schemas.openxmlformats.org/officeDocument/2006/relationships/hyperlink" Target="https://en.wikipedia.org/wiki/Trell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2A0B-0A07-85DB-25C0-3AF73E99E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AB2D8-AD63-5AFE-3375-34FA55D8DE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Mandiri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02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Abdullah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Qa’id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Mu’aadz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06AB16-893C-656E-0F6F-B144DBD92F60}"/>
              </a:ext>
            </a:extLst>
          </p:cNvPr>
          <p:cNvCxnSpPr>
            <a:cxnSpLocks/>
          </p:cNvCxnSpPr>
          <p:nvPr/>
        </p:nvCxnSpPr>
        <p:spPr>
          <a:xfrm>
            <a:off x="4376057" y="3493634"/>
            <a:ext cx="3439886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6311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daftar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kanban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Trello Enterprise,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Atlassian.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2011 oleh Glitch 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kemudian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diputar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terpisah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New York City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2014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dijual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Atlassian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Januari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2017.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81E5608-7ED2-697F-7693-B8904D6EF012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3439886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621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Sejarah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berasal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kata "trellis"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dirilis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acara TechCrunch oleh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Fog Creek, Joel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Spolsky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2011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majalah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Wired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"7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Startup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Terkeren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Belum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Pernah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Lifehacker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mengatakan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kolaborasi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menyenangkan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>
              <a:spcBef>
                <a:spcPts val="60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2014,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mengumpulkan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sebesar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US$10,3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 Ventures dan Spark Capital 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diakuisisi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menjual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22%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sahamnya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dipegang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Michael Pryor dan Joel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Spolsky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Pada Mei 2016,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mengklaim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1,1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14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pendaftaran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3374571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660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Sejarah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berasal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kata "trellis" yang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kode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tahap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dirilis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acara TechCrunch oleh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Fog Creek, Joel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Spolsky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September 2011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majalah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Wired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"7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Startup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Terkeren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Belum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Pernah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Lifehacker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mengatakan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kolaborasi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sederhana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menyenangkan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>
              <a:spcBef>
                <a:spcPts val="60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2014,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mengumpulkan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dana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sebesar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US$10,3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 Ventures dan Spark Capital .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Sebelum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diakuisisi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menjual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22%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sahamnya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investor,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saham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dipegang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Michael Pryor dan Joel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Spolsky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Pada Mei 2016, Trello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mengklaim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1,1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14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juta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pendaftaran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3374571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57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Fitur-Fitur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Boards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menunjukkan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sekarang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lengkap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Jadi,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orang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tergabung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Boards.</a:t>
            </a:r>
          </a:p>
          <a:p>
            <a:pPr lvl="1">
              <a:spcBef>
                <a:spcPts val="0"/>
              </a:spcBef>
              <a:buFontTx/>
              <a:buChar char="-"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Komponen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terpenting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Boards di Trello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Cards. Cards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berguna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menampilkan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ide-ide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eksekusi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397872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060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Fitur-Fitur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wadah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Cards agar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perkembangan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proyek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berjalan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kata lain, Lists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layaknya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workflow, di mana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tiap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Lists yang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dikategorikan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Do (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dikerjakan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Doing (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dikerjakan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Done (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selesai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>
              <a:spcBef>
                <a:spcPts val="0"/>
              </a:spcBef>
              <a:buFontTx/>
              <a:buChar char="-"/>
            </a:pP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Boards Trello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terdapat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Menu. Menu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pengaturan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Boards Anda. Anda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mengatur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filter Cards,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sekedar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riwayat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aktivitas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r>
              <a:rPr lang="en-I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tim.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397872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058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Fleksibel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khawatir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Sticky Notes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berantakan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Mudah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mengetahui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tanggal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Deadline</a:t>
            </a:r>
          </a:p>
          <a:p>
            <a:pPr>
              <a:spcBef>
                <a:spcPts val="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Checklist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tempat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Power-Ups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Meningkatkan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Produktivitas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Ambil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Inspirasi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Orang Lain</a:t>
            </a:r>
          </a:p>
          <a:p>
            <a:pPr>
              <a:spcBef>
                <a:spcPts val="0"/>
              </a:spcBef>
            </a:pP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3554186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46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Buat Tim</a:t>
            </a:r>
          </a:p>
          <a:p>
            <a:pPr>
              <a:spcBef>
                <a:spcPts val="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Buat Board </a:t>
            </a:r>
            <a:r>
              <a:rPr lang="en-ID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</a:t>
            </a:r>
          </a:p>
          <a:p>
            <a:pPr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Cards</a:t>
            </a:r>
          </a:p>
          <a:p>
            <a:pPr lvl="1"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603612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307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Trello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dibuat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menambahkan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Cards</a:t>
            </a:r>
          </a:p>
          <a:p>
            <a:pPr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Orang yang Harus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Mengerjakan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Lampiran</a:t>
            </a:r>
          </a:p>
          <a:p>
            <a:pPr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Deadline</a:t>
            </a:r>
          </a:p>
          <a:p>
            <a:pPr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Pasang Label di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Tasknya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Tambahkan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Checklist</a:t>
            </a:r>
          </a:p>
          <a:p>
            <a:pPr>
              <a:spcBef>
                <a:spcPts val="0"/>
              </a:spcBef>
            </a:pPr>
            <a:r>
              <a:rPr lang="sv-S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Berikan Feedback di Kolom Komentar</a:t>
            </a:r>
          </a:p>
          <a:p>
            <a:pPr>
              <a:spcBef>
                <a:spcPts val="0"/>
              </a:spcBef>
            </a:pPr>
            <a:r>
              <a:rPr lang="sv-S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Cek Riwayat Aktivitas</a:t>
            </a:r>
          </a:p>
          <a:p>
            <a:pPr>
              <a:spcBef>
                <a:spcPts val="0"/>
              </a:spcBef>
            </a:pPr>
            <a:r>
              <a:rPr lang="sv-SE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Pindahkan dan Salin Cards</a:t>
            </a:r>
          </a:p>
          <a:p>
            <a:pPr>
              <a:spcBef>
                <a:spcPts val="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ID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6036129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02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485F-441B-2D8A-84AB-0716F9DA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Referensi</a:t>
            </a:r>
            <a:endParaRPr lang="en-I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EFC7-B029-BE83-47BA-C5623CC38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https://en.wikipedia.org/wiki/Trello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https://www.niagahoster.co.id/blog/trello-adalah/#Apa_Itu_Trello</a:t>
            </a:r>
            <a:r>
              <a:rPr lang="en-ID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F04F38-9283-C409-78EA-F2579D26241D}"/>
              </a:ext>
            </a:extLst>
          </p:cNvPr>
          <p:cNvCxnSpPr>
            <a:cxnSpLocks/>
          </p:cNvCxnSpPr>
          <p:nvPr/>
        </p:nvCxnSpPr>
        <p:spPr>
          <a:xfrm>
            <a:off x="838200" y="1404257"/>
            <a:ext cx="2329543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071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589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TRELLO</vt:lpstr>
      <vt:lpstr>Definisi Trello</vt:lpstr>
      <vt:lpstr>Sejarah Trello</vt:lpstr>
      <vt:lpstr>Sejarah Trello</vt:lpstr>
      <vt:lpstr>Fitur-Fitur Trello</vt:lpstr>
      <vt:lpstr>Fitur-Fitur Trello</vt:lpstr>
      <vt:lpstr>Manfaat Trello</vt:lpstr>
      <vt:lpstr>Cara Menggunakan Trello</vt:lpstr>
      <vt:lpstr>Cara Menggunakan Trello</vt:lpstr>
      <vt:lpstr>Referensi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TRELLO</dc:title>
  <dc:creator>DM-09</dc:creator>
  <cp:lastModifiedBy>DM-09</cp:lastModifiedBy>
  <cp:revision>2</cp:revision>
  <dcterms:created xsi:type="dcterms:W3CDTF">2023-01-04T05:45:22Z</dcterms:created>
  <dcterms:modified xsi:type="dcterms:W3CDTF">2023-01-05T01:57:10Z</dcterms:modified>
</cp:coreProperties>
</file>