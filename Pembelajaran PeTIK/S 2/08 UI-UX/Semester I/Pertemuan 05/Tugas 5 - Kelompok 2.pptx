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72" r:id="rId2"/>
    <p:sldId id="266" r:id="rId3"/>
    <p:sldId id="267" r:id="rId4"/>
    <p:sldId id="271" r:id="rId5"/>
    <p:sldId id="258" r:id="rId6"/>
    <p:sldId id="268" r:id="rId7"/>
    <p:sldId id="269" r:id="rId8"/>
    <p:sldId id="270" r:id="rId9"/>
    <p:sldId id="259" r:id="rId10"/>
    <p:sldId id="260" r:id="rId11"/>
    <p:sldId id="261" r:id="rId12"/>
    <p:sldId id="263" r:id="rId13"/>
    <p:sldId id="264" r:id="rId14"/>
    <p:sldId id="265" r:id="rId15"/>
    <p:sldId id="262" r:id="rId16"/>
    <p:sldId id="273" r:id="rId17"/>
  </p:sldIdLst>
  <p:sldSz cx="12192000" cy="6858000"/>
  <p:notesSz cx="6858000" cy="9144000"/>
  <p:embeddedFontLst>
    <p:embeddedFont>
      <p:font typeface="Calibri" panose="020F0502020204030204" pitchFamily="34" charset="0"/>
      <p:regular r:id="rId19"/>
      <p:bold r:id="rId20"/>
      <p:italic r:id="rId21"/>
      <p:boldItalic r:id="rId22"/>
    </p:embeddedFont>
    <p:embeddedFont>
      <p:font typeface="Calibri Light" panose="020F0302020204030204" pitchFamily="34" charset="0"/>
      <p:regular r:id="rId23"/>
      <p:italic r:id="rId24"/>
    </p:embeddedFont>
    <p:embeddedFont>
      <p:font typeface="Poppins" panose="00000500000000000000" pitchFamily="2" charset="0"/>
      <p:regular r:id="rId25"/>
      <p:bold r:id="rId26"/>
    </p:embeddedFont>
    <p:embeddedFont>
      <p:font typeface="Poppins ExtraBold" panose="00000900000000000000" pitchFamily="2" charset="0"/>
      <p:bold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61" autoAdjust="0"/>
    <p:restoredTop sz="94660"/>
  </p:normalViewPr>
  <p:slideViewPr>
    <p:cSldViewPr snapToGrid="0">
      <p:cViewPr>
        <p:scale>
          <a:sx n="50" d="100"/>
          <a:sy n="50" d="100"/>
        </p:scale>
        <p:origin x="228" y="13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7846C8-AED0-48F8-84EC-44543EF8D519}" type="datetimeFigureOut">
              <a:rPr lang="en-ID" smtClean="0"/>
              <a:t>09/01/2023</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1B1E6B-29FE-4E08-A10F-A3C50903290E}" type="slidenum">
              <a:rPr lang="en-ID" smtClean="0"/>
              <a:t>‹#›</a:t>
            </a:fld>
            <a:endParaRPr lang="en-ID"/>
          </a:p>
        </p:txBody>
      </p:sp>
    </p:spTree>
    <p:extLst>
      <p:ext uri="{BB962C8B-B14F-4D97-AF65-F5344CB8AC3E}">
        <p14:creationId xmlns:p14="http://schemas.microsoft.com/office/powerpoint/2010/main" val="8545493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836BB064-DD7A-4292-BB68-896849F218AC}" type="slidenum">
              <a:rPr lang="en-ID" smtClean="0"/>
              <a:t>1</a:t>
            </a:fld>
            <a:endParaRPr lang="en-ID"/>
          </a:p>
        </p:txBody>
      </p:sp>
    </p:spTree>
    <p:extLst>
      <p:ext uri="{BB962C8B-B14F-4D97-AF65-F5344CB8AC3E}">
        <p14:creationId xmlns:p14="http://schemas.microsoft.com/office/powerpoint/2010/main" val="36159697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61D3B-D094-8344-DAF5-FF4D76B386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3B1F7F80-2365-0AF0-F8A6-2BA5E33570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A871BF93-3C50-E1EE-3D9C-4F3DEB395EEC}"/>
              </a:ext>
            </a:extLst>
          </p:cNvPr>
          <p:cNvSpPr>
            <a:spLocks noGrp="1"/>
          </p:cNvSpPr>
          <p:nvPr>
            <p:ph type="dt" sz="half" idx="10"/>
          </p:nvPr>
        </p:nvSpPr>
        <p:spPr/>
        <p:txBody>
          <a:bodyPr/>
          <a:lstStyle/>
          <a:p>
            <a:fld id="{EC7AE0F0-EF93-483C-B824-195A4C1B9B8D}" type="datetimeFigureOut">
              <a:rPr lang="en-ID" smtClean="0"/>
              <a:t>09/01/2023</a:t>
            </a:fld>
            <a:endParaRPr lang="en-ID"/>
          </a:p>
        </p:txBody>
      </p:sp>
      <p:sp>
        <p:nvSpPr>
          <p:cNvPr id="5" name="Footer Placeholder 4">
            <a:extLst>
              <a:ext uri="{FF2B5EF4-FFF2-40B4-BE49-F238E27FC236}">
                <a16:creationId xmlns:a16="http://schemas.microsoft.com/office/drawing/2014/main" id="{433EDC95-B99F-81C4-4FC3-DB7C70735B0F}"/>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1A2F7860-5426-1D21-5CBE-DE9D59F63A45}"/>
              </a:ext>
            </a:extLst>
          </p:cNvPr>
          <p:cNvSpPr>
            <a:spLocks noGrp="1"/>
          </p:cNvSpPr>
          <p:nvPr>
            <p:ph type="sldNum" sz="quarter" idx="12"/>
          </p:nvPr>
        </p:nvSpPr>
        <p:spPr/>
        <p:txBody>
          <a:bodyPr/>
          <a:lstStyle/>
          <a:p>
            <a:fld id="{986A81F0-A793-42B5-B516-56B9610D01E9}" type="slidenum">
              <a:rPr lang="en-ID" smtClean="0"/>
              <a:t>‹#›</a:t>
            </a:fld>
            <a:endParaRPr lang="en-ID"/>
          </a:p>
        </p:txBody>
      </p:sp>
    </p:spTree>
    <p:extLst>
      <p:ext uri="{BB962C8B-B14F-4D97-AF65-F5344CB8AC3E}">
        <p14:creationId xmlns:p14="http://schemas.microsoft.com/office/powerpoint/2010/main" val="2942180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5C767-182F-162E-FB24-7F57110B37D8}"/>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D78286B2-AF40-CAAB-C427-92B548EC5E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9B823D36-FC6B-90D9-A93A-C92EB1CD59EB}"/>
              </a:ext>
            </a:extLst>
          </p:cNvPr>
          <p:cNvSpPr>
            <a:spLocks noGrp="1"/>
          </p:cNvSpPr>
          <p:nvPr>
            <p:ph type="dt" sz="half" idx="10"/>
          </p:nvPr>
        </p:nvSpPr>
        <p:spPr/>
        <p:txBody>
          <a:bodyPr/>
          <a:lstStyle/>
          <a:p>
            <a:fld id="{EC7AE0F0-EF93-483C-B824-195A4C1B9B8D}" type="datetimeFigureOut">
              <a:rPr lang="en-ID" smtClean="0"/>
              <a:t>09/01/2023</a:t>
            </a:fld>
            <a:endParaRPr lang="en-ID"/>
          </a:p>
        </p:txBody>
      </p:sp>
      <p:sp>
        <p:nvSpPr>
          <p:cNvPr id="5" name="Footer Placeholder 4">
            <a:extLst>
              <a:ext uri="{FF2B5EF4-FFF2-40B4-BE49-F238E27FC236}">
                <a16:creationId xmlns:a16="http://schemas.microsoft.com/office/drawing/2014/main" id="{94660B77-E97B-4C4E-418F-473E9FDCC802}"/>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485C110B-B0E0-18AE-8FFE-0FE343E2D590}"/>
              </a:ext>
            </a:extLst>
          </p:cNvPr>
          <p:cNvSpPr>
            <a:spLocks noGrp="1"/>
          </p:cNvSpPr>
          <p:nvPr>
            <p:ph type="sldNum" sz="quarter" idx="12"/>
          </p:nvPr>
        </p:nvSpPr>
        <p:spPr/>
        <p:txBody>
          <a:bodyPr/>
          <a:lstStyle/>
          <a:p>
            <a:fld id="{986A81F0-A793-42B5-B516-56B9610D01E9}" type="slidenum">
              <a:rPr lang="en-ID" smtClean="0"/>
              <a:t>‹#›</a:t>
            </a:fld>
            <a:endParaRPr lang="en-ID"/>
          </a:p>
        </p:txBody>
      </p:sp>
    </p:spTree>
    <p:extLst>
      <p:ext uri="{BB962C8B-B14F-4D97-AF65-F5344CB8AC3E}">
        <p14:creationId xmlns:p14="http://schemas.microsoft.com/office/powerpoint/2010/main" val="3070246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E3DE8-6A37-F23A-44BA-EF46441551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D3A2FA9A-F735-0092-2F8D-367D5A81902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D5227C-7927-02A9-56D4-301043871F9C}"/>
              </a:ext>
            </a:extLst>
          </p:cNvPr>
          <p:cNvSpPr>
            <a:spLocks noGrp="1"/>
          </p:cNvSpPr>
          <p:nvPr>
            <p:ph type="dt" sz="half" idx="10"/>
          </p:nvPr>
        </p:nvSpPr>
        <p:spPr/>
        <p:txBody>
          <a:bodyPr/>
          <a:lstStyle/>
          <a:p>
            <a:fld id="{EC7AE0F0-EF93-483C-B824-195A4C1B9B8D}" type="datetimeFigureOut">
              <a:rPr lang="en-ID" smtClean="0"/>
              <a:t>09/01/2023</a:t>
            </a:fld>
            <a:endParaRPr lang="en-ID"/>
          </a:p>
        </p:txBody>
      </p:sp>
      <p:sp>
        <p:nvSpPr>
          <p:cNvPr id="5" name="Footer Placeholder 4">
            <a:extLst>
              <a:ext uri="{FF2B5EF4-FFF2-40B4-BE49-F238E27FC236}">
                <a16:creationId xmlns:a16="http://schemas.microsoft.com/office/drawing/2014/main" id="{D5A3886A-8BA6-D74C-7B00-3D452051E195}"/>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ACACC35B-631E-C059-D7D1-CCEA4B49F6F2}"/>
              </a:ext>
            </a:extLst>
          </p:cNvPr>
          <p:cNvSpPr>
            <a:spLocks noGrp="1"/>
          </p:cNvSpPr>
          <p:nvPr>
            <p:ph type="sldNum" sz="quarter" idx="12"/>
          </p:nvPr>
        </p:nvSpPr>
        <p:spPr/>
        <p:txBody>
          <a:bodyPr/>
          <a:lstStyle/>
          <a:p>
            <a:fld id="{986A81F0-A793-42B5-B516-56B9610D01E9}" type="slidenum">
              <a:rPr lang="en-ID" smtClean="0"/>
              <a:t>‹#›</a:t>
            </a:fld>
            <a:endParaRPr lang="en-ID"/>
          </a:p>
        </p:txBody>
      </p:sp>
    </p:spTree>
    <p:extLst>
      <p:ext uri="{BB962C8B-B14F-4D97-AF65-F5344CB8AC3E}">
        <p14:creationId xmlns:p14="http://schemas.microsoft.com/office/powerpoint/2010/main" val="25318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4F94F-1196-FC1A-E553-259E9B7147D5}"/>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AF1DFAEA-D6C8-C7B2-21E3-F6D4A6DEF4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D1FFDD53-5CA4-8103-DCCB-D2030130C8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D9A360E3-3582-8BE1-B838-0053C0D6DA4D}"/>
              </a:ext>
            </a:extLst>
          </p:cNvPr>
          <p:cNvSpPr>
            <a:spLocks noGrp="1"/>
          </p:cNvSpPr>
          <p:nvPr>
            <p:ph type="dt" sz="half" idx="10"/>
          </p:nvPr>
        </p:nvSpPr>
        <p:spPr/>
        <p:txBody>
          <a:bodyPr/>
          <a:lstStyle/>
          <a:p>
            <a:fld id="{EC7AE0F0-EF93-483C-B824-195A4C1B9B8D}" type="datetimeFigureOut">
              <a:rPr lang="en-ID" smtClean="0"/>
              <a:t>09/01/2023</a:t>
            </a:fld>
            <a:endParaRPr lang="en-ID"/>
          </a:p>
        </p:txBody>
      </p:sp>
      <p:sp>
        <p:nvSpPr>
          <p:cNvPr id="6" name="Footer Placeholder 5">
            <a:extLst>
              <a:ext uri="{FF2B5EF4-FFF2-40B4-BE49-F238E27FC236}">
                <a16:creationId xmlns:a16="http://schemas.microsoft.com/office/drawing/2014/main" id="{A5CE95ED-6B3D-1927-4406-D12183E6DE83}"/>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551EDA65-CB4C-FCCB-B603-672065FEA9A7}"/>
              </a:ext>
            </a:extLst>
          </p:cNvPr>
          <p:cNvSpPr>
            <a:spLocks noGrp="1"/>
          </p:cNvSpPr>
          <p:nvPr>
            <p:ph type="sldNum" sz="quarter" idx="12"/>
          </p:nvPr>
        </p:nvSpPr>
        <p:spPr/>
        <p:txBody>
          <a:bodyPr/>
          <a:lstStyle/>
          <a:p>
            <a:fld id="{986A81F0-A793-42B5-B516-56B9610D01E9}" type="slidenum">
              <a:rPr lang="en-ID" smtClean="0"/>
              <a:t>‹#›</a:t>
            </a:fld>
            <a:endParaRPr lang="en-ID"/>
          </a:p>
        </p:txBody>
      </p:sp>
    </p:spTree>
    <p:extLst>
      <p:ext uri="{BB962C8B-B14F-4D97-AF65-F5344CB8AC3E}">
        <p14:creationId xmlns:p14="http://schemas.microsoft.com/office/powerpoint/2010/main" val="538644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2CC35-D69E-966A-49D2-D336651995E9}"/>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BE35F15B-EDAD-0D8F-4E2A-4BEAB4F1CD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AC53E4-077B-EC9C-B653-6BA86666A8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3F574BD9-9589-4E69-298F-0BA7318C53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EA209F-28B8-8E07-D7CC-707C0E84B9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ED897E0D-E67E-D5FC-9F78-0550394090B1}"/>
              </a:ext>
            </a:extLst>
          </p:cNvPr>
          <p:cNvSpPr>
            <a:spLocks noGrp="1"/>
          </p:cNvSpPr>
          <p:nvPr>
            <p:ph type="dt" sz="half" idx="10"/>
          </p:nvPr>
        </p:nvSpPr>
        <p:spPr/>
        <p:txBody>
          <a:bodyPr/>
          <a:lstStyle/>
          <a:p>
            <a:fld id="{EC7AE0F0-EF93-483C-B824-195A4C1B9B8D}" type="datetimeFigureOut">
              <a:rPr lang="en-ID" smtClean="0"/>
              <a:t>09/01/2023</a:t>
            </a:fld>
            <a:endParaRPr lang="en-ID"/>
          </a:p>
        </p:txBody>
      </p:sp>
      <p:sp>
        <p:nvSpPr>
          <p:cNvPr id="8" name="Footer Placeholder 7">
            <a:extLst>
              <a:ext uri="{FF2B5EF4-FFF2-40B4-BE49-F238E27FC236}">
                <a16:creationId xmlns:a16="http://schemas.microsoft.com/office/drawing/2014/main" id="{55D5EBF3-5152-8269-5047-66EC8526FB00}"/>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A0CD4966-97C2-C14A-B5B5-D6FCEA456DDA}"/>
              </a:ext>
            </a:extLst>
          </p:cNvPr>
          <p:cNvSpPr>
            <a:spLocks noGrp="1"/>
          </p:cNvSpPr>
          <p:nvPr>
            <p:ph type="sldNum" sz="quarter" idx="12"/>
          </p:nvPr>
        </p:nvSpPr>
        <p:spPr/>
        <p:txBody>
          <a:bodyPr/>
          <a:lstStyle/>
          <a:p>
            <a:fld id="{986A81F0-A793-42B5-B516-56B9610D01E9}" type="slidenum">
              <a:rPr lang="en-ID" smtClean="0"/>
              <a:t>‹#›</a:t>
            </a:fld>
            <a:endParaRPr lang="en-ID"/>
          </a:p>
        </p:txBody>
      </p:sp>
    </p:spTree>
    <p:extLst>
      <p:ext uri="{BB962C8B-B14F-4D97-AF65-F5344CB8AC3E}">
        <p14:creationId xmlns:p14="http://schemas.microsoft.com/office/powerpoint/2010/main" val="854314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50F10-0278-750E-EADD-75A171ECF3CD}"/>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90FDA28B-EB4D-7FE0-A7E6-D8B3EBBCAB8A}"/>
              </a:ext>
            </a:extLst>
          </p:cNvPr>
          <p:cNvSpPr>
            <a:spLocks noGrp="1"/>
          </p:cNvSpPr>
          <p:nvPr>
            <p:ph type="dt" sz="half" idx="10"/>
          </p:nvPr>
        </p:nvSpPr>
        <p:spPr/>
        <p:txBody>
          <a:bodyPr/>
          <a:lstStyle/>
          <a:p>
            <a:fld id="{EC7AE0F0-EF93-483C-B824-195A4C1B9B8D}" type="datetimeFigureOut">
              <a:rPr lang="en-ID" smtClean="0"/>
              <a:t>09/01/2023</a:t>
            </a:fld>
            <a:endParaRPr lang="en-ID"/>
          </a:p>
        </p:txBody>
      </p:sp>
      <p:sp>
        <p:nvSpPr>
          <p:cNvPr id="4" name="Footer Placeholder 3">
            <a:extLst>
              <a:ext uri="{FF2B5EF4-FFF2-40B4-BE49-F238E27FC236}">
                <a16:creationId xmlns:a16="http://schemas.microsoft.com/office/drawing/2014/main" id="{4920E172-543C-5628-95DE-55E4DFC59CD9}"/>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67897522-F523-AE9D-F846-43758148F020}"/>
              </a:ext>
            </a:extLst>
          </p:cNvPr>
          <p:cNvSpPr>
            <a:spLocks noGrp="1"/>
          </p:cNvSpPr>
          <p:nvPr>
            <p:ph type="sldNum" sz="quarter" idx="12"/>
          </p:nvPr>
        </p:nvSpPr>
        <p:spPr/>
        <p:txBody>
          <a:bodyPr/>
          <a:lstStyle/>
          <a:p>
            <a:fld id="{986A81F0-A793-42B5-B516-56B9610D01E9}" type="slidenum">
              <a:rPr lang="en-ID" smtClean="0"/>
              <a:t>‹#›</a:t>
            </a:fld>
            <a:endParaRPr lang="en-ID"/>
          </a:p>
        </p:txBody>
      </p:sp>
    </p:spTree>
    <p:extLst>
      <p:ext uri="{BB962C8B-B14F-4D97-AF65-F5344CB8AC3E}">
        <p14:creationId xmlns:p14="http://schemas.microsoft.com/office/powerpoint/2010/main" val="2259736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AE64AA-90E9-B1C1-4D6C-4CAE28DF22C6}"/>
              </a:ext>
            </a:extLst>
          </p:cNvPr>
          <p:cNvSpPr>
            <a:spLocks noGrp="1"/>
          </p:cNvSpPr>
          <p:nvPr>
            <p:ph type="dt" sz="half" idx="10"/>
          </p:nvPr>
        </p:nvSpPr>
        <p:spPr/>
        <p:txBody>
          <a:bodyPr/>
          <a:lstStyle/>
          <a:p>
            <a:fld id="{EC7AE0F0-EF93-483C-B824-195A4C1B9B8D}" type="datetimeFigureOut">
              <a:rPr lang="en-ID" smtClean="0"/>
              <a:t>09/01/2023</a:t>
            </a:fld>
            <a:endParaRPr lang="en-ID"/>
          </a:p>
        </p:txBody>
      </p:sp>
      <p:sp>
        <p:nvSpPr>
          <p:cNvPr id="3" name="Footer Placeholder 2">
            <a:extLst>
              <a:ext uri="{FF2B5EF4-FFF2-40B4-BE49-F238E27FC236}">
                <a16:creationId xmlns:a16="http://schemas.microsoft.com/office/drawing/2014/main" id="{BF51B3A2-25B2-A010-6E9A-D8D8952E1ADA}"/>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A2573D5A-8C17-7FB1-8AF8-454DE25A4192}"/>
              </a:ext>
            </a:extLst>
          </p:cNvPr>
          <p:cNvSpPr>
            <a:spLocks noGrp="1"/>
          </p:cNvSpPr>
          <p:nvPr>
            <p:ph type="sldNum" sz="quarter" idx="12"/>
          </p:nvPr>
        </p:nvSpPr>
        <p:spPr/>
        <p:txBody>
          <a:bodyPr/>
          <a:lstStyle/>
          <a:p>
            <a:fld id="{986A81F0-A793-42B5-B516-56B9610D01E9}" type="slidenum">
              <a:rPr lang="en-ID" smtClean="0"/>
              <a:t>‹#›</a:t>
            </a:fld>
            <a:endParaRPr lang="en-ID"/>
          </a:p>
        </p:txBody>
      </p:sp>
    </p:spTree>
    <p:extLst>
      <p:ext uri="{BB962C8B-B14F-4D97-AF65-F5344CB8AC3E}">
        <p14:creationId xmlns:p14="http://schemas.microsoft.com/office/powerpoint/2010/main" val="1924800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88B50-94F5-D6BA-E41B-6B13D2E6E2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02910158-8542-8E56-3D85-71EB154352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E103161C-F37D-422C-676F-68D97C7FC8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EC54A4-E673-0230-425F-9FF3827BC3AF}"/>
              </a:ext>
            </a:extLst>
          </p:cNvPr>
          <p:cNvSpPr>
            <a:spLocks noGrp="1"/>
          </p:cNvSpPr>
          <p:nvPr>
            <p:ph type="dt" sz="half" idx="10"/>
          </p:nvPr>
        </p:nvSpPr>
        <p:spPr/>
        <p:txBody>
          <a:bodyPr/>
          <a:lstStyle/>
          <a:p>
            <a:fld id="{EC7AE0F0-EF93-483C-B824-195A4C1B9B8D}" type="datetimeFigureOut">
              <a:rPr lang="en-ID" smtClean="0"/>
              <a:t>09/01/2023</a:t>
            </a:fld>
            <a:endParaRPr lang="en-ID"/>
          </a:p>
        </p:txBody>
      </p:sp>
      <p:sp>
        <p:nvSpPr>
          <p:cNvPr id="6" name="Footer Placeholder 5">
            <a:extLst>
              <a:ext uri="{FF2B5EF4-FFF2-40B4-BE49-F238E27FC236}">
                <a16:creationId xmlns:a16="http://schemas.microsoft.com/office/drawing/2014/main" id="{0604BD2D-0564-5D9B-4906-F556FE23F6E3}"/>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67540598-7108-974A-8142-2C9DF5A872EA}"/>
              </a:ext>
            </a:extLst>
          </p:cNvPr>
          <p:cNvSpPr>
            <a:spLocks noGrp="1"/>
          </p:cNvSpPr>
          <p:nvPr>
            <p:ph type="sldNum" sz="quarter" idx="12"/>
          </p:nvPr>
        </p:nvSpPr>
        <p:spPr/>
        <p:txBody>
          <a:bodyPr/>
          <a:lstStyle/>
          <a:p>
            <a:fld id="{986A81F0-A793-42B5-B516-56B9610D01E9}" type="slidenum">
              <a:rPr lang="en-ID" smtClean="0"/>
              <a:t>‹#›</a:t>
            </a:fld>
            <a:endParaRPr lang="en-ID"/>
          </a:p>
        </p:txBody>
      </p:sp>
    </p:spTree>
    <p:extLst>
      <p:ext uri="{BB962C8B-B14F-4D97-AF65-F5344CB8AC3E}">
        <p14:creationId xmlns:p14="http://schemas.microsoft.com/office/powerpoint/2010/main" val="12004325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69FFC-C211-92B5-EF81-F27701E485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92F5A935-780D-B900-8913-1E2C148A76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14B07CB2-A449-DF75-E9E8-B56D773E66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C57A0A-F173-A51F-53E0-7E462EFE7AD1}"/>
              </a:ext>
            </a:extLst>
          </p:cNvPr>
          <p:cNvSpPr>
            <a:spLocks noGrp="1"/>
          </p:cNvSpPr>
          <p:nvPr>
            <p:ph type="dt" sz="half" idx="10"/>
          </p:nvPr>
        </p:nvSpPr>
        <p:spPr/>
        <p:txBody>
          <a:bodyPr/>
          <a:lstStyle/>
          <a:p>
            <a:fld id="{EC7AE0F0-EF93-483C-B824-195A4C1B9B8D}" type="datetimeFigureOut">
              <a:rPr lang="en-ID" smtClean="0"/>
              <a:t>09/01/2023</a:t>
            </a:fld>
            <a:endParaRPr lang="en-ID"/>
          </a:p>
        </p:txBody>
      </p:sp>
      <p:sp>
        <p:nvSpPr>
          <p:cNvPr id="6" name="Footer Placeholder 5">
            <a:extLst>
              <a:ext uri="{FF2B5EF4-FFF2-40B4-BE49-F238E27FC236}">
                <a16:creationId xmlns:a16="http://schemas.microsoft.com/office/drawing/2014/main" id="{2B9F4072-6409-F30D-A0F3-4AE74A7B552E}"/>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BD8B2F24-B435-72BE-AE95-D7BB7AEFEDFF}"/>
              </a:ext>
            </a:extLst>
          </p:cNvPr>
          <p:cNvSpPr>
            <a:spLocks noGrp="1"/>
          </p:cNvSpPr>
          <p:nvPr>
            <p:ph type="sldNum" sz="quarter" idx="12"/>
          </p:nvPr>
        </p:nvSpPr>
        <p:spPr/>
        <p:txBody>
          <a:bodyPr/>
          <a:lstStyle/>
          <a:p>
            <a:fld id="{986A81F0-A793-42B5-B516-56B9610D01E9}" type="slidenum">
              <a:rPr lang="en-ID" smtClean="0"/>
              <a:t>‹#›</a:t>
            </a:fld>
            <a:endParaRPr lang="en-ID"/>
          </a:p>
        </p:txBody>
      </p:sp>
    </p:spTree>
    <p:extLst>
      <p:ext uri="{BB962C8B-B14F-4D97-AF65-F5344CB8AC3E}">
        <p14:creationId xmlns:p14="http://schemas.microsoft.com/office/powerpoint/2010/main" val="2503419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06684-59AE-5D7E-B9F0-FF408653CF35}"/>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CD112FE0-00E0-81B5-A2B5-43230614D9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FA44439E-7AF9-F99D-A2EE-B8BBF12309A1}"/>
              </a:ext>
            </a:extLst>
          </p:cNvPr>
          <p:cNvSpPr>
            <a:spLocks noGrp="1"/>
          </p:cNvSpPr>
          <p:nvPr>
            <p:ph type="dt" sz="half" idx="10"/>
          </p:nvPr>
        </p:nvSpPr>
        <p:spPr/>
        <p:txBody>
          <a:bodyPr/>
          <a:lstStyle/>
          <a:p>
            <a:fld id="{EC7AE0F0-EF93-483C-B824-195A4C1B9B8D}" type="datetimeFigureOut">
              <a:rPr lang="en-ID" smtClean="0"/>
              <a:t>09/01/2023</a:t>
            </a:fld>
            <a:endParaRPr lang="en-ID"/>
          </a:p>
        </p:txBody>
      </p:sp>
      <p:sp>
        <p:nvSpPr>
          <p:cNvPr id="5" name="Footer Placeholder 4">
            <a:extLst>
              <a:ext uri="{FF2B5EF4-FFF2-40B4-BE49-F238E27FC236}">
                <a16:creationId xmlns:a16="http://schemas.microsoft.com/office/drawing/2014/main" id="{DCE25EC6-1F92-8599-DD2F-62648B799ECB}"/>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6857CCC6-1F58-4C55-D94A-4378A163F559}"/>
              </a:ext>
            </a:extLst>
          </p:cNvPr>
          <p:cNvSpPr>
            <a:spLocks noGrp="1"/>
          </p:cNvSpPr>
          <p:nvPr>
            <p:ph type="sldNum" sz="quarter" idx="12"/>
          </p:nvPr>
        </p:nvSpPr>
        <p:spPr/>
        <p:txBody>
          <a:bodyPr/>
          <a:lstStyle/>
          <a:p>
            <a:fld id="{986A81F0-A793-42B5-B516-56B9610D01E9}" type="slidenum">
              <a:rPr lang="en-ID" smtClean="0"/>
              <a:t>‹#›</a:t>
            </a:fld>
            <a:endParaRPr lang="en-ID"/>
          </a:p>
        </p:txBody>
      </p:sp>
    </p:spTree>
    <p:extLst>
      <p:ext uri="{BB962C8B-B14F-4D97-AF65-F5344CB8AC3E}">
        <p14:creationId xmlns:p14="http://schemas.microsoft.com/office/powerpoint/2010/main" val="169120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681A4D-6D37-68A0-93DD-20389EA4A24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4B34DA0E-CEAC-1364-651E-87041C373A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5EC9F9CF-34B3-147D-257C-BE7AE0EC7C03}"/>
              </a:ext>
            </a:extLst>
          </p:cNvPr>
          <p:cNvSpPr>
            <a:spLocks noGrp="1"/>
          </p:cNvSpPr>
          <p:nvPr>
            <p:ph type="dt" sz="half" idx="10"/>
          </p:nvPr>
        </p:nvSpPr>
        <p:spPr/>
        <p:txBody>
          <a:bodyPr/>
          <a:lstStyle/>
          <a:p>
            <a:fld id="{EC7AE0F0-EF93-483C-B824-195A4C1B9B8D}" type="datetimeFigureOut">
              <a:rPr lang="en-ID" smtClean="0"/>
              <a:t>09/01/2023</a:t>
            </a:fld>
            <a:endParaRPr lang="en-ID"/>
          </a:p>
        </p:txBody>
      </p:sp>
      <p:sp>
        <p:nvSpPr>
          <p:cNvPr id="5" name="Footer Placeholder 4">
            <a:extLst>
              <a:ext uri="{FF2B5EF4-FFF2-40B4-BE49-F238E27FC236}">
                <a16:creationId xmlns:a16="http://schemas.microsoft.com/office/drawing/2014/main" id="{F0670207-E31C-65A0-8A69-F8CA15A3CA52}"/>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AB1B91BE-A674-5CCE-3A5D-523272264372}"/>
              </a:ext>
            </a:extLst>
          </p:cNvPr>
          <p:cNvSpPr>
            <a:spLocks noGrp="1"/>
          </p:cNvSpPr>
          <p:nvPr>
            <p:ph type="sldNum" sz="quarter" idx="12"/>
          </p:nvPr>
        </p:nvSpPr>
        <p:spPr/>
        <p:txBody>
          <a:bodyPr/>
          <a:lstStyle/>
          <a:p>
            <a:fld id="{986A81F0-A793-42B5-B516-56B9610D01E9}" type="slidenum">
              <a:rPr lang="en-ID" smtClean="0"/>
              <a:t>‹#›</a:t>
            </a:fld>
            <a:endParaRPr lang="en-ID"/>
          </a:p>
        </p:txBody>
      </p:sp>
    </p:spTree>
    <p:extLst>
      <p:ext uri="{BB962C8B-B14F-4D97-AF65-F5344CB8AC3E}">
        <p14:creationId xmlns:p14="http://schemas.microsoft.com/office/powerpoint/2010/main" val="1729022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013E92-53D3-241A-067B-95BE90E8F3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ECD04546-E6B3-379C-3AEF-5E9E37631C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643D0DE0-FF7F-9709-BC97-76B4804611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7AE0F0-EF93-483C-B824-195A4C1B9B8D}" type="datetimeFigureOut">
              <a:rPr lang="en-ID" smtClean="0"/>
              <a:t>09/01/2023</a:t>
            </a:fld>
            <a:endParaRPr lang="en-ID"/>
          </a:p>
        </p:txBody>
      </p:sp>
      <p:sp>
        <p:nvSpPr>
          <p:cNvPr id="5" name="Footer Placeholder 4">
            <a:extLst>
              <a:ext uri="{FF2B5EF4-FFF2-40B4-BE49-F238E27FC236}">
                <a16:creationId xmlns:a16="http://schemas.microsoft.com/office/drawing/2014/main" id="{5CFF4EAD-8FEE-0108-1107-7918A9D5C8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BAD5AEFD-D421-ECFC-E22D-10E4DD29EA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6A81F0-A793-42B5-B516-56B9610D01E9}" type="slidenum">
              <a:rPr lang="en-ID" smtClean="0"/>
              <a:t>‹#›</a:t>
            </a:fld>
            <a:endParaRPr lang="en-ID"/>
          </a:p>
        </p:txBody>
      </p:sp>
    </p:spTree>
    <p:extLst>
      <p:ext uri="{BB962C8B-B14F-4D97-AF65-F5344CB8AC3E}">
        <p14:creationId xmlns:p14="http://schemas.microsoft.com/office/powerpoint/2010/main" val="1608015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socs.binus.ac.id/2020/12/02/mobile-user-interface/#:~:text=User%20Interface%20adalah%20tampilan%20grafis,dan%20juga%20fungsi%2Dfungsi%20didalamnya"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172903-BC4D-9D4E-FE0E-3B54FD311D18}"/>
              </a:ext>
            </a:extLst>
          </p:cNvPr>
          <p:cNvPicPr>
            <a:picLocks noChangeAspect="1"/>
          </p:cNvPicPr>
          <p:nvPr/>
        </p:nvPicPr>
        <p:blipFill>
          <a:blip r:embed="rId3"/>
          <a:stretch>
            <a:fill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4FD44A43-1D32-76CA-AEDE-E977B6F6C39A}"/>
              </a:ext>
            </a:extLst>
          </p:cNvPr>
          <p:cNvPicPr>
            <a:picLocks noChangeAspect="1"/>
          </p:cNvPicPr>
          <p:nvPr/>
        </p:nvPicPr>
        <p:blipFill>
          <a:blip r:embed="rId4"/>
          <a:stretch>
            <a:fillRect/>
          </a:stretch>
        </p:blipFill>
        <p:spPr>
          <a:xfrm>
            <a:off x="2925989" y="258989"/>
            <a:ext cx="6340022" cy="6340022"/>
          </a:xfrm>
          <a:prstGeom prst="rect">
            <a:avLst/>
          </a:prstGeom>
        </p:spPr>
      </p:pic>
      <p:sp>
        <p:nvSpPr>
          <p:cNvPr id="2" name="TextBox 1">
            <a:extLst>
              <a:ext uri="{FF2B5EF4-FFF2-40B4-BE49-F238E27FC236}">
                <a16:creationId xmlns:a16="http://schemas.microsoft.com/office/drawing/2014/main" id="{70EBB335-B8D3-BBB5-2D33-4A866E003423}"/>
              </a:ext>
            </a:extLst>
          </p:cNvPr>
          <p:cNvSpPr txBox="1"/>
          <p:nvPr/>
        </p:nvSpPr>
        <p:spPr>
          <a:xfrm>
            <a:off x="3647136" y="3947574"/>
            <a:ext cx="2376518" cy="369332"/>
          </a:xfrm>
          <a:prstGeom prst="rect">
            <a:avLst/>
          </a:prstGeom>
          <a:noFill/>
        </p:spPr>
        <p:txBody>
          <a:bodyPr wrap="square" rtlCol="0">
            <a:spAutoFit/>
          </a:bodyPr>
          <a:lstStyle/>
          <a:p>
            <a:pPr algn="ctr"/>
            <a:r>
              <a:rPr lang="en-US" dirty="0">
                <a:solidFill>
                  <a:schemeClr val="bg1">
                    <a:lumMod val="65000"/>
                  </a:schemeClr>
                </a:solidFill>
              </a:rPr>
              <a:t>Present By </a:t>
            </a:r>
            <a:r>
              <a:rPr lang="en-US" dirty="0" err="1">
                <a:solidFill>
                  <a:schemeClr val="bg1">
                    <a:lumMod val="65000"/>
                  </a:schemeClr>
                </a:solidFill>
              </a:rPr>
              <a:t>Kelompok</a:t>
            </a:r>
            <a:r>
              <a:rPr lang="en-US" dirty="0">
                <a:solidFill>
                  <a:schemeClr val="bg1">
                    <a:lumMod val="65000"/>
                  </a:schemeClr>
                </a:solidFill>
              </a:rPr>
              <a:t> 2</a:t>
            </a:r>
            <a:endParaRPr lang="en-ID" dirty="0">
              <a:solidFill>
                <a:schemeClr val="bg1">
                  <a:lumMod val="65000"/>
                </a:schemeClr>
              </a:solidFill>
            </a:endParaRPr>
          </a:p>
        </p:txBody>
      </p:sp>
      <p:sp>
        <p:nvSpPr>
          <p:cNvPr id="3" name="TextBox 2">
            <a:extLst>
              <a:ext uri="{FF2B5EF4-FFF2-40B4-BE49-F238E27FC236}">
                <a16:creationId xmlns:a16="http://schemas.microsoft.com/office/drawing/2014/main" id="{415EB372-AC26-FF74-A9EC-C96C5A5FCFD6}"/>
              </a:ext>
            </a:extLst>
          </p:cNvPr>
          <p:cNvSpPr txBox="1"/>
          <p:nvPr/>
        </p:nvSpPr>
        <p:spPr>
          <a:xfrm>
            <a:off x="3776831" y="2426701"/>
            <a:ext cx="2682572" cy="1446550"/>
          </a:xfrm>
          <a:prstGeom prst="rect">
            <a:avLst/>
          </a:prstGeom>
          <a:noFill/>
        </p:spPr>
        <p:txBody>
          <a:bodyPr wrap="square" rtlCol="0">
            <a:spAutoFit/>
          </a:bodyPr>
          <a:lstStyle/>
          <a:p>
            <a:r>
              <a:rPr lang="en-US" sz="4400" dirty="0">
                <a:latin typeface="Poppins ExtraBold" panose="00000900000000000000" pitchFamily="2" charset="0"/>
                <a:cs typeface="Poppins ExtraBold" panose="00000900000000000000" pitchFamily="2" charset="0"/>
              </a:rPr>
              <a:t>UI MOBILE</a:t>
            </a:r>
            <a:endParaRPr lang="en-ID" sz="4400" dirty="0">
              <a:latin typeface="Poppins ExtraBold" panose="00000900000000000000" pitchFamily="2" charset="0"/>
              <a:cs typeface="Poppins ExtraBold" panose="00000900000000000000" pitchFamily="2" charset="0"/>
            </a:endParaRPr>
          </a:p>
        </p:txBody>
      </p:sp>
      <p:pic>
        <p:nvPicPr>
          <p:cNvPr id="7" name="Picture 6">
            <a:extLst>
              <a:ext uri="{FF2B5EF4-FFF2-40B4-BE49-F238E27FC236}">
                <a16:creationId xmlns:a16="http://schemas.microsoft.com/office/drawing/2014/main" id="{B5680B89-D954-487F-6A01-5F6E99B4002D}"/>
              </a:ext>
            </a:extLst>
          </p:cNvPr>
          <p:cNvPicPr>
            <a:picLocks noChangeAspect="1"/>
          </p:cNvPicPr>
          <p:nvPr/>
        </p:nvPicPr>
        <p:blipFill>
          <a:blip r:embed="rId5"/>
          <a:stretch>
            <a:fillRect/>
          </a:stretch>
        </p:blipFill>
        <p:spPr>
          <a:xfrm>
            <a:off x="6168347" y="2087714"/>
            <a:ext cx="2682572" cy="2682572"/>
          </a:xfrm>
          <a:prstGeom prst="rect">
            <a:avLst/>
          </a:prstGeom>
        </p:spPr>
      </p:pic>
    </p:spTree>
    <p:extLst>
      <p:ext uri="{BB962C8B-B14F-4D97-AF65-F5344CB8AC3E}">
        <p14:creationId xmlns:p14="http://schemas.microsoft.com/office/powerpoint/2010/main" val="1397882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48735CF-5888-E635-D91E-28A341E56062}"/>
              </a:ext>
            </a:extLst>
          </p:cNvPr>
          <p:cNvPicPr>
            <a:picLocks noChangeAspect="1"/>
          </p:cNvPicPr>
          <p:nvPr/>
        </p:nvPicPr>
        <p:blipFill>
          <a:blip r:embed="rId2"/>
          <a:stretch>
            <a:fillRect/>
          </a:stretch>
        </p:blipFill>
        <p:spPr>
          <a:xfrm>
            <a:off x="8450558" y="3762082"/>
            <a:ext cx="5195211" cy="3956673"/>
          </a:xfrm>
          <a:prstGeom prst="rect">
            <a:avLst/>
          </a:prstGeom>
        </p:spPr>
      </p:pic>
      <p:sp>
        <p:nvSpPr>
          <p:cNvPr id="4" name="Rectangle: Rounded Corners 3">
            <a:extLst>
              <a:ext uri="{FF2B5EF4-FFF2-40B4-BE49-F238E27FC236}">
                <a16:creationId xmlns:a16="http://schemas.microsoft.com/office/drawing/2014/main" id="{7C6522EA-B69C-D87E-1AB3-DD0603363528}"/>
              </a:ext>
            </a:extLst>
          </p:cNvPr>
          <p:cNvSpPr/>
          <p:nvPr/>
        </p:nvSpPr>
        <p:spPr>
          <a:xfrm>
            <a:off x="3037116" y="1706181"/>
            <a:ext cx="8011048" cy="3837540"/>
          </a:xfrm>
          <a:prstGeom prst="round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id="{EC56745E-F4CF-0070-A45A-34CC90E28ABF}"/>
              </a:ext>
            </a:extLst>
          </p:cNvPr>
          <p:cNvSpPr>
            <a:spLocks noGrp="1"/>
          </p:cNvSpPr>
          <p:nvPr>
            <p:ph type="title"/>
          </p:nvPr>
        </p:nvSpPr>
        <p:spPr>
          <a:xfrm>
            <a:off x="1601581" y="432385"/>
            <a:ext cx="7127631" cy="834066"/>
          </a:xfrm>
        </p:spPr>
        <p:txBody>
          <a:bodyPr>
            <a:normAutofit/>
          </a:bodyPr>
          <a:lstStyle/>
          <a:p>
            <a:r>
              <a:rPr lang="en-US" sz="3600" dirty="0" err="1">
                <a:solidFill>
                  <a:schemeClr val="tx1">
                    <a:lumMod val="75000"/>
                    <a:lumOff val="25000"/>
                  </a:schemeClr>
                </a:solidFill>
                <a:latin typeface="Poppins ExtraBold" panose="00000900000000000000" pitchFamily="2" charset="0"/>
                <a:cs typeface="Poppins ExtraBold" panose="00000900000000000000" pitchFamily="2" charset="0"/>
              </a:rPr>
              <a:t>Pengenalan</a:t>
            </a:r>
            <a:r>
              <a:rPr lang="en-US" sz="3600" dirty="0">
                <a:solidFill>
                  <a:schemeClr val="tx1">
                    <a:lumMod val="75000"/>
                    <a:lumOff val="25000"/>
                  </a:schemeClr>
                </a:solidFill>
                <a:latin typeface="Poppins ExtraBold" panose="00000900000000000000" pitchFamily="2" charset="0"/>
                <a:cs typeface="Poppins ExtraBold" panose="00000900000000000000" pitchFamily="2" charset="0"/>
              </a:rPr>
              <a:t> Mobile</a:t>
            </a:r>
            <a:endParaRPr lang="en-ID" sz="3600" dirty="0">
              <a:solidFill>
                <a:schemeClr val="tx1">
                  <a:lumMod val="75000"/>
                  <a:lumOff val="25000"/>
                </a:schemeClr>
              </a:solidFill>
              <a:latin typeface="Poppins ExtraBold" panose="00000900000000000000" pitchFamily="2" charset="0"/>
              <a:cs typeface="Poppins ExtraBold" panose="00000900000000000000" pitchFamily="2" charset="0"/>
            </a:endParaRPr>
          </a:p>
        </p:txBody>
      </p:sp>
      <p:sp>
        <p:nvSpPr>
          <p:cNvPr id="3" name="Content Placeholder 2">
            <a:extLst>
              <a:ext uri="{FF2B5EF4-FFF2-40B4-BE49-F238E27FC236}">
                <a16:creationId xmlns:a16="http://schemas.microsoft.com/office/drawing/2014/main" id="{7F013572-FFA7-7160-B8F8-96488E2EB332}"/>
              </a:ext>
            </a:extLst>
          </p:cNvPr>
          <p:cNvSpPr>
            <a:spLocks noGrp="1"/>
          </p:cNvSpPr>
          <p:nvPr>
            <p:ph idx="1"/>
          </p:nvPr>
        </p:nvSpPr>
        <p:spPr>
          <a:xfrm>
            <a:off x="3952688" y="2395582"/>
            <a:ext cx="6710623" cy="2458738"/>
          </a:xfrm>
        </p:spPr>
        <p:txBody>
          <a:bodyPr>
            <a:normAutofit/>
          </a:bodyPr>
          <a:lstStyle/>
          <a:p>
            <a:pPr marL="0" indent="0">
              <a:buNone/>
            </a:pPr>
            <a:r>
              <a:rPr lang="en-ID" sz="2000" dirty="0">
                <a:solidFill>
                  <a:schemeClr val="tx1">
                    <a:lumMod val="75000"/>
                    <a:lumOff val="25000"/>
                  </a:schemeClr>
                </a:solidFill>
                <a:latin typeface="Poppins" panose="00000500000000000000" pitchFamily="2" charset="0"/>
                <a:cs typeface="Poppins" panose="00000500000000000000" pitchFamily="2" charset="0"/>
              </a:rPr>
              <a:t>Mobile </a:t>
            </a:r>
            <a:r>
              <a:rPr lang="en-ID" sz="2000" dirty="0" err="1">
                <a:solidFill>
                  <a:schemeClr val="tx1">
                    <a:lumMod val="75000"/>
                    <a:lumOff val="25000"/>
                  </a:schemeClr>
                </a:solidFill>
                <a:latin typeface="Poppins" panose="00000500000000000000" pitchFamily="2" charset="0"/>
                <a:cs typeface="Poppins" panose="00000500000000000000" pitchFamily="2" charset="0"/>
              </a:rPr>
              <a:t>adalah</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sebuah</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sistem</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perangkat</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lunak</a:t>
            </a:r>
            <a:r>
              <a:rPr lang="en-ID" sz="2000" dirty="0">
                <a:solidFill>
                  <a:schemeClr val="tx1">
                    <a:lumMod val="75000"/>
                    <a:lumOff val="25000"/>
                  </a:schemeClr>
                </a:solidFill>
                <a:latin typeface="Poppins" panose="00000500000000000000" pitchFamily="2" charset="0"/>
                <a:cs typeface="Poppins" panose="00000500000000000000" pitchFamily="2" charset="0"/>
              </a:rPr>
              <a:t> yang </a:t>
            </a:r>
            <a:r>
              <a:rPr lang="en-ID" sz="2000" dirty="0" err="1">
                <a:solidFill>
                  <a:schemeClr val="tx1">
                    <a:lumMod val="75000"/>
                    <a:lumOff val="25000"/>
                  </a:schemeClr>
                </a:solidFill>
                <a:latin typeface="Poppins" panose="00000500000000000000" pitchFamily="2" charset="0"/>
                <a:cs typeface="Poppins" panose="00000500000000000000" pitchFamily="2" charset="0"/>
              </a:rPr>
              <a:t>memungkinkan</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setiap</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pemakai</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melakukan</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mobilitas</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dengan</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perlengkapan</a:t>
            </a:r>
            <a:r>
              <a:rPr lang="en-ID" sz="2000" dirty="0">
                <a:solidFill>
                  <a:schemeClr val="tx1">
                    <a:lumMod val="75000"/>
                    <a:lumOff val="25000"/>
                  </a:schemeClr>
                </a:solidFill>
                <a:latin typeface="Poppins" panose="00000500000000000000" pitchFamily="2" charset="0"/>
                <a:cs typeface="Poppins" panose="00000500000000000000" pitchFamily="2" charset="0"/>
              </a:rPr>
              <a:t> PDA-</a:t>
            </a:r>
            <a:r>
              <a:rPr lang="en-ID" sz="2000" dirty="0" err="1">
                <a:solidFill>
                  <a:schemeClr val="tx1">
                    <a:lumMod val="75000"/>
                    <a:lumOff val="25000"/>
                  </a:schemeClr>
                </a:solidFill>
                <a:latin typeface="Poppins" panose="00000500000000000000" pitchFamily="2" charset="0"/>
                <a:cs typeface="Poppins" panose="00000500000000000000" pitchFamily="2" charset="0"/>
              </a:rPr>
              <a:t>asisten</a:t>
            </a:r>
            <a:r>
              <a:rPr lang="en-ID" sz="2000" dirty="0">
                <a:solidFill>
                  <a:schemeClr val="tx1">
                    <a:lumMod val="75000"/>
                    <a:lumOff val="25000"/>
                  </a:schemeClr>
                </a:solidFill>
                <a:latin typeface="Poppins" panose="00000500000000000000" pitchFamily="2" charset="0"/>
                <a:cs typeface="Poppins" panose="00000500000000000000" pitchFamily="2" charset="0"/>
              </a:rPr>
              <a:t> digital </a:t>
            </a:r>
            <a:r>
              <a:rPr lang="en-ID" sz="2000" dirty="0" err="1">
                <a:solidFill>
                  <a:schemeClr val="tx1">
                    <a:lumMod val="75000"/>
                    <a:lumOff val="25000"/>
                  </a:schemeClr>
                </a:solidFill>
                <a:latin typeface="Poppins" panose="00000500000000000000" pitchFamily="2" charset="0"/>
                <a:cs typeface="Poppins" panose="00000500000000000000" pitchFamily="2" charset="0"/>
              </a:rPr>
              <a:t>perusahaan</a:t>
            </a:r>
            <a:r>
              <a:rPr lang="en-ID" sz="2000" dirty="0">
                <a:solidFill>
                  <a:schemeClr val="tx1">
                    <a:lumMod val="75000"/>
                    <a:lumOff val="25000"/>
                  </a:schemeClr>
                </a:solidFill>
                <a:latin typeface="Poppins" panose="00000500000000000000" pitchFamily="2" charset="0"/>
                <a:cs typeface="Poppins" panose="00000500000000000000" pitchFamily="2" charset="0"/>
              </a:rPr>
              <a:t> pada </a:t>
            </a:r>
            <a:r>
              <a:rPr lang="en-ID" sz="2000" dirty="0" err="1">
                <a:solidFill>
                  <a:schemeClr val="tx1">
                    <a:lumMod val="75000"/>
                    <a:lumOff val="25000"/>
                  </a:schemeClr>
                </a:solidFill>
                <a:latin typeface="Poppins" panose="00000500000000000000" pitchFamily="2" charset="0"/>
                <a:cs typeface="Poppins" panose="00000500000000000000" pitchFamily="2" charset="0"/>
              </a:rPr>
              <a:t>telepon</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genggam</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atau</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seluler</a:t>
            </a:r>
            <a:r>
              <a:rPr lang="en-ID" sz="2000" dirty="0">
                <a:solidFill>
                  <a:schemeClr val="tx1">
                    <a:lumMod val="75000"/>
                    <a:lumOff val="25000"/>
                  </a:schemeClr>
                </a:solidFill>
                <a:latin typeface="Poppins" panose="00000500000000000000" pitchFamily="2" charset="0"/>
                <a:cs typeface="Poppins" panose="00000500000000000000" pitchFamily="2" charset="0"/>
              </a:rPr>
              <a:t>. Android dan iOS </a:t>
            </a:r>
            <a:r>
              <a:rPr lang="en-ID" sz="2000" dirty="0" err="1">
                <a:solidFill>
                  <a:schemeClr val="tx1">
                    <a:lumMod val="75000"/>
                    <a:lumOff val="25000"/>
                  </a:schemeClr>
                </a:solidFill>
                <a:latin typeface="Poppins" panose="00000500000000000000" pitchFamily="2" charset="0"/>
                <a:cs typeface="Poppins" panose="00000500000000000000" pitchFamily="2" charset="0"/>
              </a:rPr>
              <a:t>merupakan</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sistem</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operasi</a:t>
            </a:r>
            <a:r>
              <a:rPr lang="en-ID" sz="2000" dirty="0">
                <a:solidFill>
                  <a:schemeClr val="tx1">
                    <a:lumMod val="75000"/>
                    <a:lumOff val="25000"/>
                  </a:schemeClr>
                </a:solidFill>
                <a:latin typeface="Poppins" panose="00000500000000000000" pitchFamily="2" charset="0"/>
                <a:cs typeface="Poppins" panose="00000500000000000000" pitchFamily="2" charset="0"/>
              </a:rPr>
              <a:t> mobile yang </a:t>
            </a:r>
            <a:r>
              <a:rPr lang="en-ID" sz="2000" dirty="0" err="1">
                <a:solidFill>
                  <a:schemeClr val="tx1">
                    <a:lumMod val="75000"/>
                    <a:lumOff val="25000"/>
                  </a:schemeClr>
                </a:solidFill>
                <a:latin typeface="Poppins" panose="00000500000000000000" pitchFamily="2" charset="0"/>
                <a:cs typeface="Poppins" panose="00000500000000000000" pitchFamily="2" charset="0"/>
              </a:rPr>
              <a:t>untuk</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saat</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ini</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merajai</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pasaran</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Aplikasi</a:t>
            </a:r>
            <a:r>
              <a:rPr lang="en-ID" sz="2000" dirty="0">
                <a:solidFill>
                  <a:schemeClr val="tx1">
                    <a:lumMod val="75000"/>
                    <a:lumOff val="25000"/>
                  </a:schemeClr>
                </a:solidFill>
                <a:latin typeface="Poppins" panose="00000500000000000000" pitchFamily="2" charset="0"/>
                <a:cs typeface="Poppins" panose="00000500000000000000" pitchFamily="2" charset="0"/>
              </a:rPr>
              <a:t> mobile juga </a:t>
            </a:r>
            <a:r>
              <a:rPr lang="en-ID" sz="2000" dirty="0" err="1">
                <a:solidFill>
                  <a:schemeClr val="tx1">
                    <a:lumMod val="75000"/>
                    <a:lumOff val="25000"/>
                  </a:schemeClr>
                </a:solidFill>
                <a:latin typeface="Poppins" panose="00000500000000000000" pitchFamily="2" charset="0"/>
                <a:cs typeface="Poppins" panose="00000500000000000000" pitchFamily="2" charset="0"/>
              </a:rPr>
              <a:t>dikenal</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sebagai</a:t>
            </a:r>
            <a:r>
              <a:rPr lang="en-ID" sz="2000" dirty="0">
                <a:solidFill>
                  <a:schemeClr val="tx1">
                    <a:lumMod val="75000"/>
                    <a:lumOff val="25000"/>
                  </a:schemeClr>
                </a:solidFill>
                <a:latin typeface="Poppins" panose="00000500000000000000" pitchFamily="2" charset="0"/>
                <a:cs typeface="Poppins" panose="00000500000000000000" pitchFamily="2" charset="0"/>
              </a:rPr>
              <a:t> web app, online app, iPhone app </a:t>
            </a:r>
            <a:r>
              <a:rPr lang="en-ID" sz="2000" dirty="0" err="1">
                <a:solidFill>
                  <a:schemeClr val="tx1">
                    <a:lumMod val="75000"/>
                    <a:lumOff val="25000"/>
                  </a:schemeClr>
                </a:solidFill>
                <a:latin typeface="Poppins" panose="00000500000000000000" pitchFamily="2" charset="0"/>
                <a:cs typeface="Poppins" panose="00000500000000000000" pitchFamily="2" charset="0"/>
              </a:rPr>
              <a:t>atau</a:t>
            </a:r>
            <a:r>
              <a:rPr lang="en-ID" sz="2000" dirty="0">
                <a:solidFill>
                  <a:schemeClr val="tx1">
                    <a:lumMod val="75000"/>
                    <a:lumOff val="25000"/>
                  </a:schemeClr>
                </a:solidFill>
                <a:latin typeface="Poppins" panose="00000500000000000000" pitchFamily="2" charset="0"/>
                <a:cs typeface="Poppins" panose="00000500000000000000" pitchFamily="2" charset="0"/>
              </a:rPr>
              <a:t> smartphone app.</a:t>
            </a:r>
          </a:p>
        </p:txBody>
      </p:sp>
      <p:pic>
        <p:nvPicPr>
          <p:cNvPr id="1026" name="Picture 2" descr="Pay Monthly Mobile Phone Contracts &amp; Plans | Sky Mobile">
            <a:extLst>
              <a:ext uri="{FF2B5EF4-FFF2-40B4-BE49-F238E27FC236}">
                <a16:creationId xmlns:a16="http://schemas.microsoft.com/office/drawing/2014/main" id="{CAEB3286-4B60-2100-50E8-F3EE45BEA8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585" y="1314280"/>
            <a:ext cx="4724525" cy="47245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8039F6C6-C91E-2C5B-4BA7-07A13EF17CFA}"/>
              </a:ext>
            </a:extLst>
          </p:cNvPr>
          <p:cNvPicPr>
            <a:picLocks noChangeAspect="1"/>
          </p:cNvPicPr>
          <p:nvPr/>
        </p:nvPicPr>
        <p:blipFill>
          <a:blip r:embed="rId2"/>
          <a:stretch>
            <a:fillRect/>
          </a:stretch>
        </p:blipFill>
        <p:spPr>
          <a:xfrm>
            <a:off x="-997793" y="-617198"/>
            <a:ext cx="2756256" cy="2099165"/>
          </a:xfrm>
          <a:prstGeom prst="rect">
            <a:avLst/>
          </a:prstGeom>
        </p:spPr>
      </p:pic>
    </p:spTree>
    <p:extLst>
      <p:ext uri="{BB962C8B-B14F-4D97-AF65-F5344CB8AC3E}">
        <p14:creationId xmlns:p14="http://schemas.microsoft.com/office/powerpoint/2010/main" val="3776709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A83CB-C18F-F303-9C01-60C7D8C77D1D}"/>
              </a:ext>
            </a:extLst>
          </p:cNvPr>
          <p:cNvPicPr>
            <a:picLocks noChangeAspect="1"/>
          </p:cNvPicPr>
          <p:nvPr/>
        </p:nvPicPr>
        <p:blipFill>
          <a:blip r:embed="rId2"/>
          <a:stretch>
            <a:fillRect/>
          </a:stretch>
        </p:blipFill>
        <p:spPr>
          <a:xfrm>
            <a:off x="-2293146" y="-1182688"/>
            <a:ext cx="5805130" cy="4421188"/>
          </a:xfrm>
          <a:prstGeom prst="rect">
            <a:avLst/>
          </a:prstGeom>
        </p:spPr>
      </p:pic>
      <p:sp>
        <p:nvSpPr>
          <p:cNvPr id="4" name="Rectangle: Rounded Corners 3">
            <a:extLst>
              <a:ext uri="{FF2B5EF4-FFF2-40B4-BE49-F238E27FC236}">
                <a16:creationId xmlns:a16="http://schemas.microsoft.com/office/drawing/2014/main" id="{45571267-DB12-91C3-9BCE-79C63281C972}"/>
              </a:ext>
            </a:extLst>
          </p:cNvPr>
          <p:cNvSpPr/>
          <p:nvPr/>
        </p:nvSpPr>
        <p:spPr>
          <a:xfrm>
            <a:off x="2576575" y="1532731"/>
            <a:ext cx="7657738" cy="4232278"/>
          </a:xfrm>
          <a:prstGeom prst="round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id="{EC56745E-F4CF-0070-A45A-34CC90E28ABF}"/>
              </a:ext>
            </a:extLst>
          </p:cNvPr>
          <p:cNvSpPr>
            <a:spLocks noGrp="1"/>
          </p:cNvSpPr>
          <p:nvPr>
            <p:ph type="title"/>
          </p:nvPr>
        </p:nvSpPr>
        <p:spPr>
          <a:xfrm>
            <a:off x="838200" y="365124"/>
            <a:ext cx="10515600" cy="1325563"/>
          </a:xfrm>
        </p:spPr>
        <p:txBody>
          <a:bodyPr>
            <a:normAutofit/>
          </a:bodyPr>
          <a:lstStyle/>
          <a:p>
            <a:pPr algn="ctr"/>
            <a:r>
              <a:rPr lang="en-US" sz="3600" dirty="0">
                <a:solidFill>
                  <a:schemeClr val="tx1">
                    <a:lumMod val="75000"/>
                    <a:lumOff val="25000"/>
                  </a:schemeClr>
                </a:solidFill>
                <a:latin typeface="Poppins ExtraBold" panose="00000900000000000000" pitchFamily="2" charset="0"/>
                <a:cs typeface="Poppins ExtraBold" panose="00000900000000000000" pitchFamily="2" charset="0"/>
              </a:rPr>
              <a:t>Sejarah Mobile</a:t>
            </a:r>
            <a:endParaRPr lang="en-ID" sz="3600" dirty="0">
              <a:solidFill>
                <a:schemeClr val="tx1">
                  <a:lumMod val="75000"/>
                  <a:lumOff val="25000"/>
                </a:schemeClr>
              </a:solidFill>
              <a:latin typeface="Poppins ExtraBold" panose="00000900000000000000" pitchFamily="2" charset="0"/>
              <a:cs typeface="Poppins ExtraBold" panose="00000900000000000000" pitchFamily="2" charset="0"/>
            </a:endParaRPr>
          </a:p>
        </p:txBody>
      </p:sp>
      <p:sp>
        <p:nvSpPr>
          <p:cNvPr id="3" name="Content Placeholder 2">
            <a:extLst>
              <a:ext uri="{FF2B5EF4-FFF2-40B4-BE49-F238E27FC236}">
                <a16:creationId xmlns:a16="http://schemas.microsoft.com/office/drawing/2014/main" id="{7F013572-FFA7-7160-B8F8-96488E2EB332}"/>
              </a:ext>
            </a:extLst>
          </p:cNvPr>
          <p:cNvSpPr>
            <a:spLocks noGrp="1"/>
          </p:cNvSpPr>
          <p:nvPr>
            <p:ph idx="1"/>
          </p:nvPr>
        </p:nvSpPr>
        <p:spPr>
          <a:xfrm>
            <a:off x="3200400" y="1884363"/>
            <a:ext cx="6410088" cy="3470275"/>
          </a:xfrm>
        </p:spPr>
        <p:txBody>
          <a:bodyPr>
            <a:normAutofit fontScale="92500"/>
          </a:bodyPr>
          <a:lstStyle/>
          <a:p>
            <a:pPr marL="0" indent="0">
              <a:buNone/>
            </a:pPr>
            <a:r>
              <a:rPr lang="en-ID" sz="2400" dirty="0">
                <a:solidFill>
                  <a:schemeClr val="tx1">
                    <a:lumMod val="75000"/>
                    <a:lumOff val="25000"/>
                  </a:schemeClr>
                </a:solidFill>
                <a:latin typeface="Poppins" panose="00000500000000000000" pitchFamily="2" charset="0"/>
                <a:cs typeface="Poppins" panose="00000500000000000000" pitchFamily="2" charset="0"/>
              </a:rPr>
              <a:t>Pada </a:t>
            </a:r>
            <a:r>
              <a:rPr lang="en-ID" sz="2400" dirty="0" err="1">
                <a:solidFill>
                  <a:schemeClr val="tx1">
                    <a:lumMod val="75000"/>
                    <a:lumOff val="25000"/>
                  </a:schemeClr>
                </a:solidFill>
                <a:latin typeface="Poppins" panose="00000500000000000000" pitchFamily="2" charset="0"/>
                <a:cs typeface="Poppins" panose="00000500000000000000" pitchFamily="2" charset="0"/>
              </a:rPr>
              <a:t>abad</a:t>
            </a:r>
            <a:r>
              <a:rPr lang="en-ID" sz="2400" dirty="0">
                <a:solidFill>
                  <a:schemeClr val="tx1">
                    <a:lumMod val="75000"/>
                    <a:lumOff val="25000"/>
                  </a:schemeClr>
                </a:solidFill>
                <a:latin typeface="Poppins" panose="00000500000000000000" pitchFamily="2" charset="0"/>
                <a:cs typeface="Poppins" panose="00000500000000000000" pitchFamily="2" charset="0"/>
              </a:rPr>
              <a:t> 19, </a:t>
            </a:r>
            <a:r>
              <a:rPr lang="en-ID" sz="2400" dirty="0" err="1">
                <a:solidFill>
                  <a:schemeClr val="tx1">
                    <a:lumMod val="75000"/>
                    <a:lumOff val="25000"/>
                  </a:schemeClr>
                </a:solidFill>
                <a:latin typeface="Poppins" panose="00000500000000000000" pitchFamily="2" charset="0"/>
                <a:cs typeface="Poppins" panose="00000500000000000000" pitchFamily="2" charset="0"/>
              </a:rPr>
              <a:t>teknologi</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telah</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berkambang</a:t>
            </a:r>
            <a:r>
              <a:rPr lang="en-ID" sz="2400" dirty="0">
                <a:solidFill>
                  <a:schemeClr val="tx1">
                    <a:lumMod val="75000"/>
                    <a:lumOff val="25000"/>
                  </a:schemeClr>
                </a:solidFill>
                <a:latin typeface="Poppins" panose="00000500000000000000" pitchFamily="2" charset="0"/>
                <a:cs typeface="Poppins" panose="00000500000000000000" pitchFamily="2" charset="0"/>
              </a:rPr>
              <a:t> dan </a:t>
            </a:r>
            <a:r>
              <a:rPr lang="en-ID" sz="2400" dirty="0" err="1">
                <a:solidFill>
                  <a:schemeClr val="tx1">
                    <a:lumMod val="75000"/>
                    <a:lumOff val="25000"/>
                  </a:schemeClr>
                </a:solidFill>
                <a:latin typeface="Poppins" panose="00000500000000000000" pitchFamily="2" charset="0"/>
                <a:cs typeface="Poppins" panose="00000500000000000000" pitchFamily="2" charset="0"/>
              </a:rPr>
              <a:t>terus</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berkembang</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hingga</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terciptanya</a:t>
            </a:r>
            <a:r>
              <a:rPr lang="en-ID" sz="2400" dirty="0">
                <a:solidFill>
                  <a:schemeClr val="tx1">
                    <a:lumMod val="75000"/>
                    <a:lumOff val="25000"/>
                  </a:schemeClr>
                </a:solidFill>
                <a:latin typeface="Poppins" panose="00000500000000000000" pitchFamily="2" charset="0"/>
                <a:cs typeface="Poppins" panose="00000500000000000000" pitchFamily="2" charset="0"/>
              </a:rPr>
              <a:t> handphone </a:t>
            </a:r>
            <a:r>
              <a:rPr lang="en-ID" sz="2400" dirty="0" err="1">
                <a:solidFill>
                  <a:schemeClr val="tx1">
                    <a:lumMod val="75000"/>
                    <a:lumOff val="25000"/>
                  </a:schemeClr>
                </a:solidFill>
                <a:latin typeface="Poppins" panose="00000500000000000000" pitchFamily="2" charset="0"/>
                <a:cs typeface="Poppins" panose="00000500000000000000" pitchFamily="2" charset="0"/>
              </a:rPr>
              <a:t>atau</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bisa</a:t>
            </a:r>
            <a:r>
              <a:rPr lang="en-ID" sz="2400" dirty="0">
                <a:solidFill>
                  <a:schemeClr val="tx1">
                    <a:lumMod val="75000"/>
                    <a:lumOff val="25000"/>
                  </a:schemeClr>
                </a:solidFill>
                <a:latin typeface="Poppins" panose="00000500000000000000" pitchFamily="2" charset="0"/>
                <a:cs typeface="Poppins" panose="00000500000000000000" pitchFamily="2" charset="0"/>
              </a:rPr>
              <a:t> juga </a:t>
            </a:r>
            <a:r>
              <a:rPr lang="en-ID" sz="2400" dirty="0" err="1">
                <a:solidFill>
                  <a:schemeClr val="tx1">
                    <a:lumMod val="75000"/>
                    <a:lumOff val="25000"/>
                  </a:schemeClr>
                </a:solidFill>
                <a:latin typeface="Poppins" panose="00000500000000000000" pitchFamily="2" charset="0"/>
                <a:cs typeface="Poppins" panose="00000500000000000000" pitchFamily="2" charset="0"/>
              </a:rPr>
              <a:t>disebut</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dengan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telefon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genggam</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Kemudian</a:t>
            </a:r>
            <a:r>
              <a:rPr lang="en-ID" sz="2400" dirty="0">
                <a:solidFill>
                  <a:schemeClr val="tx1">
                    <a:lumMod val="75000"/>
                    <a:lumOff val="25000"/>
                  </a:schemeClr>
                </a:solidFill>
                <a:latin typeface="Poppins" panose="00000500000000000000" pitchFamily="2" charset="0"/>
                <a:cs typeface="Poppins" panose="00000500000000000000" pitchFamily="2" charset="0"/>
              </a:rPr>
              <a:t> pada </a:t>
            </a:r>
            <a:r>
              <a:rPr lang="en-ID" sz="2400" dirty="0" err="1">
                <a:solidFill>
                  <a:schemeClr val="tx1">
                    <a:lumMod val="75000"/>
                    <a:lumOff val="25000"/>
                  </a:schemeClr>
                </a:solidFill>
                <a:latin typeface="Poppins" panose="00000500000000000000" pitchFamily="2" charset="0"/>
                <a:cs typeface="Poppins" panose="00000500000000000000" pitchFamily="2" charset="0"/>
              </a:rPr>
              <a:t>abad</a:t>
            </a:r>
            <a:r>
              <a:rPr lang="en-ID" sz="2400" dirty="0">
                <a:solidFill>
                  <a:schemeClr val="tx1">
                    <a:lumMod val="75000"/>
                    <a:lumOff val="25000"/>
                  </a:schemeClr>
                </a:solidFill>
                <a:latin typeface="Poppins" panose="00000500000000000000" pitchFamily="2" charset="0"/>
                <a:cs typeface="Poppins" panose="00000500000000000000" pitchFamily="2" charset="0"/>
              </a:rPr>
              <a:t> 20, </a:t>
            </a:r>
            <a:r>
              <a:rPr lang="en-ID" sz="2400" dirty="0" err="1">
                <a:solidFill>
                  <a:schemeClr val="tx1">
                    <a:lumMod val="75000"/>
                    <a:lumOff val="25000"/>
                  </a:schemeClr>
                </a:solidFill>
                <a:latin typeface="Poppins" panose="00000500000000000000" pitchFamily="2" charset="0"/>
                <a:cs typeface="Poppins" panose="00000500000000000000" pitchFamily="2" charset="0"/>
              </a:rPr>
              <a:t>perkembangan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teknologi</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semakin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pesat</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perkembangannya</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hingga</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terciptanya</a:t>
            </a:r>
            <a:r>
              <a:rPr lang="en-ID" sz="2400" dirty="0">
                <a:solidFill>
                  <a:schemeClr val="tx1">
                    <a:lumMod val="75000"/>
                    <a:lumOff val="25000"/>
                  </a:schemeClr>
                </a:solidFill>
                <a:latin typeface="Poppins" panose="00000500000000000000" pitchFamily="2" charset="0"/>
                <a:cs typeface="Poppins" panose="00000500000000000000" pitchFamily="2" charset="0"/>
              </a:rPr>
              <a:t> internet. Internet </a:t>
            </a:r>
            <a:r>
              <a:rPr lang="en-ID" sz="2400" dirty="0" err="1">
                <a:solidFill>
                  <a:schemeClr val="tx1">
                    <a:lumMod val="75000"/>
                    <a:lumOff val="25000"/>
                  </a:schemeClr>
                </a:solidFill>
                <a:latin typeface="Poppins" panose="00000500000000000000" pitchFamily="2" charset="0"/>
                <a:cs typeface="Poppins" panose="00000500000000000000" pitchFamily="2" charset="0"/>
              </a:rPr>
              <a:t>ini</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memicu</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untuk</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semua</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teknologi</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untuk</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berkembang</a:t>
            </a:r>
            <a:r>
              <a:rPr lang="en-ID" sz="2400" dirty="0">
                <a:solidFill>
                  <a:schemeClr val="tx1">
                    <a:lumMod val="75000"/>
                    <a:lumOff val="25000"/>
                  </a:schemeClr>
                </a:solidFill>
                <a:latin typeface="Poppins" panose="00000500000000000000" pitchFamily="2" charset="0"/>
                <a:cs typeface="Poppins" panose="00000500000000000000" pitchFamily="2" charset="0"/>
              </a:rPr>
              <a:t> dan </a:t>
            </a:r>
            <a:r>
              <a:rPr lang="en-ID" sz="2400" dirty="0" err="1">
                <a:solidFill>
                  <a:schemeClr val="tx1">
                    <a:lumMod val="75000"/>
                    <a:lumOff val="25000"/>
                  </a:schemeClr>
                </a:solidFill>
                <a:latin typeface="Poppins" panose="00000500000000000000" pitchFamily="2" charset="0"/>
                <a:cs typeface="Poppins" panose="00000500000000000000" pitchFamily="2" charset="0"/>
              </a:rPr>
              <a:t>maju</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lebih</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dari</a:t>
            </a:r>
            <a:r>
              <a:rPr lang="en-ID" sz="2400" dirty="0">
                <a:solidFill>
                  <a:schemeClr val="tx1">
                    <a:lumMod val="75000"/>
                    <a:lumOff val="25000"/>
                  </a:schemeClr>
                </a:solidFill>
                <a:latin typeface="Poppins" panose="00000500000000000000" pitchFamily="2" charset="0"/>
                <a:cs typeface="Poppins" panose="00000500000000000000" pitchFamily="2" charset="0"/>
              </a:rPr>
              <a:t> yang </a:t>
            </a:r>
            <a:r>
              <a:rPr lang="en-ID" sz="2400" dirty="0" err="1">
                <a:solidFill>
                  <a:schemeClr val="tx1">
                    <a:lumMod val="75000"/>
                    <a:lumOff val="25000"/>
                  </a:schemeClr>
                </a:solidFill>
                <a:latin typeface="Poppins" panose="00000500000000000000" pitchFamily="2" charset="0"/>
                <a:cs typeface="Poppins" panose="00000500000000000000" pitchFamily="2" charset="0"/>
              </a:rPr>
              <a:t>dibayangkan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sebelumnya</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terutama</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untuk</a:t>
            </a:r>
            <a:r>
              <a:rPr lang="en-ID" sz="2400" dirty="0">
                <a:solidFill>
                  <a:schemeClr val="tx1">
                    <a:lumMod val="75000"/>
                    <a:lumOff val="25000"/>
                  </a:schemeClr>
                </a:solidFill>
                <a:latin typeface="Poppins" panose="00000500000000000000" pitchFamily="2" charset="0"/>
                <a:cs typeface="Poppins" panose="00000500000000000000" pitchFamily="2" charset="0"/>
              </a:rPr>
              <a:t> handphone </a:t>
            </a:r>
            <a:r>
              <a:rPr lang="en-ID" sz="2400" dirty="0" err="1">
                <a:solidFill>
                  <a:schemeClr val="tx1">
                    <a:lumMod val="75000"/>
                    <a:lumOff val="25000"/>
                  </a:schemeClr>
                </a:solidFill>
                <a:latin typeface="Poppins" panose="00000500000000000000" pitchFamily="2" charset="0"/>
                <a:cs typeface="Poppins" panose="00000500000000000000" pitchFamily="2" charset="0"/>
              </a:rPr>
              <a:t>atau</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telefon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genggam</a:t>
            </a:r>
            <a:r>
              <a:rPr lang="en-ID" sz="2400" dirty="0">
                <a:solidFill>
                  <a:schemeClr val="tx1">
                    <a:lumMod val="75000"/>
                    <a:lumOff val="25000"/>
                  </a:schemeClr>
                </a:solidFill>
                <a:latin typeface="Poppins" panose="00000500000000000000" pitchFamily="2" charset="0"/>
                <a:cs typeface="Poppins" panose="00000500000000000000" pitchFamily="2" charset="0"/>
              </a:rPr>
              <a:t>. </a:t>
            </a:r>
          </a:p>
        </p:txBody>
      </p:sp>
    </p:spTree>
    <p:extLst>
      <p:ext uri="{BB962C8B-B14F-4D97-AF65-F5344CB8AC3E}">
        <p14:creationId xmlns:p14="http://schemas.microsoft.com/office/powerpoint/2010/main" val="3395344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869E035-D4A6-4713-3452-20CAF33094D5}"/>
              </a:ext>
            </a:extLst>
          </p:cNvPr>
          <p:cNvSpPr/>
          <p:nvPr/>
        </p:nvSpPr>
        <p:spPr>
          <a:xfrm>
            <a:off x="2581512" y="1700731"/>
            <a:ext cx="7334138" cy="3837540"/>
          </a:xfrm>
          <a:prstGeom prst="round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75000"/>
                  <a:lumOff val="25000"/>
                </a:schemeClr>
              </a:solidFill>
            </a:endParaRPr>
          </a:p>
        </p:txBody>
      </p:sp>
      <p:sp>
        <p:nvSpPr>
          <p:cNvPr id="2" name="Title 1">
            <a:extLst>
              <a:ext uri="{FF2B5EF4-FFF2-40B4-BE49-F238E27FC236}">
                <a16:creationId xmlns:a16="http://schemas.microsoft.com/office/drawing/2014/main" id="{EC56745E-F4CF-0070-A45A-34CC90E28ABF}"/>
              </a:ext>
            </a:extLst>
          </p:cNvPr>
          <p:cNvSpPr>
            <a:spLocks noGrp="1"/>
          </p:cNvSpPr>
          <p:nvPr>
            <p:ph type="title"/>
          </p:nvPr>
        </p:nvSpPr>
        <p:spPr>
          <a:xfrm>
            <a:off x="4048125" y="296567"/>
            <a:ext cx="4095750" cy="1325563"/>
          </a:xfrm>
        </p:spPr>
        <p:txBody>
          <a:bodyPr>
            <a:normAutofit/>
          </a:bodyPr>
          <a:lstStyle/>
          <a:p>
            <a:pPr algn="ctr"/>
            <a:r>
              <a:rPr lang="en-US" sz="3600" dirty="0">
                <a:solidFill>
                  <a:schemeClr val="tx1">
                    <a:lumMod val="75000"/>
                    <a:lumOff val="25000"/>
                  </a:schemeClr>
                </a:solidFill>
                <a:latin typeface="Poppins ExtraBold" panose="00000900000000000000" pitchFamily="2" charset="0"/>
                <a:cs typeface="Poppins ExtraBold" panose="00000900000000000000" pitchFamily="2" charset="0"/>
              </a:rPr>
              <a:t>Sejarah Mobile</a:t>
            </a:r>
            <a:endParaRPr lang="en-ID" sz="3600" dirty="0">
              <a:solidFill>
                <a:schemeClr val="tx1">
                  <a:lumMod val="75000"/>
                  <a:lumOff val="25000"/>
                </a:schemeClr>
              </a:solidFill>
              <a:latin typeface="Poppins ExtraBold" panose="00000900000000000000" pitchFamily="2" charset="0"/>
              <a:cs typeface="Poppins ExtraBold" panose="00000900000000000000" pitchFamily="2" charset="0"/>
            </a:endParaRPr>
          </a:p>
        </p:txBody>
      </p:sp>
      <p:sp>
        <p:nvSpPr>
          <p:cNvPr id="3" name="Content Placeholder 2">
            <a:extLst>
              <a:ext uri="{FF2B5EF4-FFF2-40B4-BE49-F238E27FC236}">
                <a16:creationId xmlns:a16="http://schemas.microsoft.com/office/drawing/2014/main" id="{7F013572-FFA7-7160-B8F8-96488E2EB332}"/>
              </a:ext>
            </a:extLst>
          </p:cNvPr>
          <p:cNvSpPr>
            <a:spLocks noGrp="1"/>
          </p:cNvSpPr>
          <p:nvPr>
            <p:ph idx="1"/>
          </p:nvPr>
        </p:nvSpPr>
        <p:spPr>
          <a:xfrm>
            <a:off x="3038656" y="2571750"/>
            <a:ext cx="6419850" cy="2095501"/>
          </a:xfrm>
        </p:spPr>
        <p:txBody>
          <a:bodyPr>
            <a:normAutofit fontScale="92500" lnSpcReduction="10000"/>
          </a:bodyPr>
          <a:lstStyle/>
          <a:p>
            <a:pPr marL="0" indent="0">
              <a:buNone/>
            </a:pPr>
            <a:r>
              <a:rPr lang="en-ID" sz="2400" dirty="0" err="1">
                <a:solidFill>
                  <a:schemeClr val="tx1">
                    <a:lumMod val="75000"/>
                    <a:lumOff val="25000"/>
                  </a:schemeClr>
                </a:solidFill>
                <a:latin typeface="Poppins" panose="00000500000000000000" pitchFamily="2" charset="0"/>
                <a:cs typeface="Poppins" panose="00000500000000000000" pitchFamily="2" charset="0"/>
              </a:rPr>
              <a:t>Mulai</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dari</a:t>
            </a:r>
            <a:r>
              <a:rPr lang="en-ID" sz="2400" dirty="0">
                <a:solidFill>
                  <a:schemeClr val="tx1">
                    <a:lumMod val="75000"/>
                    <a:lumOff val="25000"/>
                  </a:schemeClr>
                </a:solidFill>
                <a:latin typeface="Poppins" panose="00000500000000000000" pitchFamily="2" charset="0"/>
                <a:cs typeface="Poppins" panose="00000500000000000000" pitchFamily="2" charset="0"/>
              </a:rPr>
              <a:t> website yang </a:t>
            </a:r>
            <a:r>
              <a:rPr lang="en-ID" sz="2400" dirty="0" err="1">
                <a:solidFill>
                  <a:schemeClr val="tx1">
                    <a:lumMod val="75000"/>
                    <a:lumOff val="25000"/>
                  </a:schemeClr>
                </a:solidFill>
                <a:latin typeface="Poppins" panose="00000500000000000000" pitchFamily="2" charset="0"/>
                <a:cs typeface="Poppins" panose="00000500000000000000" pitchFamily="2" charset="0"/>
              </a:rPr>
              <a:t>dapat</a:t>
            </a:r>
            <a:r>
              <a:rPr lang="en-ID" sz="2400" dirty="0">
                <a:solidFill>
                  <a:schemeClr val="tx1">
                    <a:lumMod val="75000"/>
                    <a:lumOff val="25000"/>
                  </a:schemeClr>
                </a:solidFill>
                <a:latin typeface="Poppins" panose="00000500000000000000" pitchFamily="2" charset="0"/>
                <a:cs typeface="Poppins" panose="00000500000000000000" pitchFamily="2" charset="0"/>
              </a:rPr>
              <a:t> di </a:t>
            </a:r>
            <a:r>
              <a:rPr lang="en-ID" sz="2400" dirty="0" err="1">
                <a:solidFill>
                  <a:schemeClr val="tx1">
                    <a:lumMod val="75000"/>
                    <a:lumOff val="25000"/>
                  </a:schemeClr>
                </a:solidFill>
                <a:latin typeface="Poppins" panose="00000500000000000000" pitchFamily="2" charset="0"/>
                <a:cs typeface="Poppins" panose="00000500000000000000" pitchFamily="2" charset="0"/>
              </a:rPr>
              <a:t>akses</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dengan</a:t>
            </a:r>
            <a:r>
              <a:rPr lang="en-ID" sz="2400" dirty="0">
                <a:solidFill>
                  <a:schemeClr val="tx1">
                    <a:lumMod val="75000"/>
                    <a:lumOff val="25000"/>
                  </a:schemeClr>
                </a:solidFill>
                <a:latin typeface="Poppins" panose="00000500000000000000" pitchFamily="2" charset="0"/>
                <a:cs typeface="Poppins" panose="00000500000000000000" pitchFamily="2" charset="0"/>
              </a:rPr>
              <a:t> mobile view </a:t>
            </a:r>
            <a:r>
              <a:rPr lang="en-ID" sz="2400" dirty="0" err="1">
                <a:solidFill>
                  <a:schemeClr val="tx1">
                    <a:lumMod val="75000"/>
                    <a:lumOff val="25000"/>
                  </a:schemeClr>
                </a:solidFill>
                <a:latin typeface="Poppins" panose="00000500000000000000" pitchFamily="2" charset="0"/>
                <a:cs typeface="Poppins" panose="00000500000000000000" pitchFamily="2" charset="0"/>
              </a:rPr>
              <a:t>atau</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responsif</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dengan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tampilan</a:t>
            </a:r>
            <a:r>
              <a:rPr lang="en-ID" sz="2400" dirty="0">
                <a:solidFill>
                  <a:schemeClr val="tx1">
                    <a:lumMod val="75000"/>
                    <a:lumOff val="25000"/>
                  </a:schemeClr>
                </a:solidFill>
                <a:latin typeface="Poppins" panose="00000500000000000000" pitchFamily="2" charset="0"/>
                <a:cs typeface="Poppins" panose="00000500000000000000" pitchFamily="2" charset="0"/>
              </a:rPr>
              <a:t> handphone, </a:t>
            </a:r>
            <a:r>
              <a:rPr lang="en-ID" sz="2400" dirty="0" err="1">
                <a:solidFill>
                  <a:schemeClr val="tx1">
                    <a:lumMod val="75000"/>
                    <a:lumOff val="25000"/>
                  </a:schemeClr>
                </a:solidFill>
                <a:latin typeface="Poppins" panose="00000500000000000000" pitchFamily="2" charset="0"/>
                <a:cs typeface="Poppins" panose="00000500000000000000" pitchFamily="2" charset="0"/>
              </a:rPr>
              <a:t>hingga</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aplikasi</a:t>
            </a:r>
            <a:r>
              <a:rPr lang="en-ID" sz="2400" dirty="0">
                <a:solidFill>
                  <a:schemeClr val="tx1">
                    <a:lumMod val="75000"/>
                    <a:lumOff val="25000"/>
                  </a:schemeClr>
                </a:solidFill>
                <a:latin typeface="Poppins" panose="00000500000000000000" pitchFamily="2" charset="0"/>
                <a:cs typeface="Poppins" panose="00000500000000000000" pitchFamily="2" charset="0"/>
              </a:rPr>
              <a:t> yang </a:t>
            </a:r>
            <a:r>
              <a:rPr lang="en-ID" sz="2400" dirty="0" err="1">
                <a:solidFill>
                  <a:schemeClr val="tx1">
                    <a:lumMod val="75000"/>
                    <a:lumOff val="25000"/>
                  </a:schemeClr>
                </a:solidFill>
                <a:latin typeface="Poppins" panose="00000500000000000000" pitchFamily="2" charset="0"/>
                <a:cs typeface="Poppins" panose="00000500000000000000" pitchFamily="2" charset="0"/>
              </a:rPr>
              <a:t>dapat</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terhubung</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dengan</a:t>
            </a:r>
            <a:r>
              <a:rPr lang="en-ID" sz="2400" dirty="0">
                <a:solidFill>
                  <a:schemeClr val="tx1">
                    <a:lumMod val="75000"/>
                    <a:lumOff val="25000"/>
                  </a:schemeClr>
                </a:solidFill>
                <a:latin typeface="Poppins" panose="00000500000000000000" pitchFamily="2" charset="0"/>
                <a:cs typeface="Poppins" panose="00000500000000000000" pitchFamily="2" charset="0"/>
              </a:rPr>
              <a:t> internet dan </a:t>
            </a:r>
            <a:r>
              <a:rPr lang="en-ID" sz="2400" dirty="0" err="1">
                <a:solidFill>
                  <a:schemeClr val="tx1">
                    <a:lumMod val="75000"/>
                    <a:lumOff val="25000"/>
                  </a:schemeClr>
                </a:solidFill>
                <a:latin typeface="Poppins" panose="00000500000000000000" pitchFamily="2" charset="0"/>
                <a:cs typeface="Poppins" panose="00000500000000000000" pitchFamily="2" charset="0"/>
              </a:rPr>
              <a:t>bahkan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aplikasi</a:t>
            </a:r>
            <a:r>
              <a:rPr lang="en-ID" sz="2400" dirty="0">
                <a:solidFill>
                  <a:schemeClr val="tx1">
                    <a:lumMod val="75000"/>
                    <a:lumOff val="25000"/>
                  </a:schemeClr>
                </a:solidFill>
                <a:latin typeface="Poppins" panose="00000500000000000000" pitchFamily="2" charset="0"/>
                <a:cs typeface="Poppins" panose="00000500000000000000" pitchFamily="2" charset="0"/>
              </a:rPr>
              <a:t> yang </a:t>
            </a:r>
            <a:r>
              <a:rPr lang="en-ID" sz="2400" dirty="0" err="1">
                <a:solidFill>
                  <a:schemeClr val="tx1">
                    <a:lumMod val="75000"/>
                    <a:lumOff val="25000"/>
                  </a:schemeClr>
                </a:solidFill>
                <a:latin typeface="Poppins" panose="00000500000000000000" pitchFamily="2" charset="0"/>
                <a:cs typeface="Poppins" panose="00000500000000000000" pitchFamily="2" charset="0"/>
              </a:rPr>
              <a:t>membutuhkan</a:t>
            </a:r>
            <a:r>
              <a:rPr lang="en-ID" sz="2400" dirty="0">
                <a:solidFill>
                  <a:schemeClr val="tx1">
                    <a:lumMod val="75000"/>
                    <a:lumOff val="25000"/>
                  </a:schemeClr>
                </a:solidFill>
                <a:latin typeface="Poppins" panose="00000500000000000000" pitchFamily="2" charset="0"/>
                <a:cs typeface="Poppins" panose="00000500000000000000" pitchFamily="2" charset="0"/>
              </a:rPr>
              <a:t> internet </a:t>
            </a:r>
            <a:r>
              <a:rPr lang="en-ID" sz="2400" dirty="0" err="1">
                <a:solidFill>
                  <a:schemeClr val="tx1">
                    <a:lumMod val="75000"/>
                    <a:lumOff val="25000"/>
                  </a:schemeClr>
                </a:solidFill>
                <a:latin typeface="Poppins" panose="00000500000000000000" pitchFamily="2" charset="0"/>
                <a:cs typeface="Poppins" panose="00000500000000000000" pitchFamily="2" charset="0"/>
              </a:rPr>
              <a:t>untuk</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dapat</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menjalankan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aplikasi</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tersebut</a:t>
            </a:r>
            <a:r>
              <a:rPr lang="en-ID" sz="2400" dirty="0">
                <a:solidFill>
                  <a:schemeClr val="tx1">
                    <a:lumMod val="75000"/>
                    <a:lumOff val="25000"/>
                  </a:schemeClr>
                </a:solidFill>
                <a:latin typeface="Poppins" panose="00000500000000000000" pitchFamily="2" charset="0"/>
                <a:cs typeface="Poppins" panose="00000500000000000000" pitchFamily="2" charset="0"/>
              </a:rPr>
              <a:t>.</a:t>
            </a:r>
          </a:p>
        </p:txBody>
      </p:sp>
      <p:pic>
        <p:nvPicPr>
          <p:cNvPr id="5" name="Picture 4">
            <a:extLst>
              <a:ext uri="{FF2B5EF4-FFF2-40B4-BE49-F238E27FC236}">
                <a16:creationId xmlns:a16="http://schemas.microsoft.com/office/drawing/2014/main" id="{4B5A8EED-7459-06F7-9AC7-5376FD3C81A1}"/>
              </a:ext>
            </a:extLst>
          </p:cNvPr>
          <p:cNvPicPr>
            <a:picLocks noChangeAspect="1"/>
          </p:cNvPicPr>
          <p:nvPr/>
        </p:nvPicPr>
        <p:blipFill>
          <a:blip r:embed="rId2"/>
          <a:stretch>
            <a:fillRect/>
          </a:stretch>
        </p:blipFill>
        <p:spPr>
          <a:xfrm>
            <a:off x="-2293146" y="-1182688"/>
            <a:ext cx="5805130" cy="4421188"/>
          </a:xfrm>
          <a:prstGeom prst="rect">
            <a:avLst/>
          </a:prstGeom>
        </p:spPr>
      </p:pic>
    </p:spTree>
    <p:extLst>
      <p:ext uri="{BB962C8B-B14F-4D97-AF65-F5344CB8AC3E}">
        <p14:creationId xmlns:p14="http://schemas.microsoft.com/office/powerpoint/2010/main" val="1500237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3ECF61D-2525-CD94-B951-D2080A7010CD}"/>
              </a:ext>
            </a:extLst>
          </p:cNvPr>
          <p:cNvPicPr>
            <a:picLocks noChangeAspect="1"/>
          </p:cNvPicPr>
          <p:nvPr/>
        </p:nvPicPr>
        <p:blipFill>
          <a:blip r:embed="rId2"/>
          <a:stretch>
            <a:fillRect/>
          </a:stretch>
        </p:blipFill>
        <p:spPr>
          <a:xfrm>
            <a:off x="7873424" y="3804"/>
            <a:ext cx="4698923" cy="3578700"/>
          </a:xfrm>
          <a:prstGeom prst="rect">
            <a:avLst/>
          </a:prstGeom>
        </p:spPr>
      </p:pic>
      <p:sp>
        <p:nvSpPr>
          <p:cNvPr id="4" name="Rectangle: Rounded Corners 3">
            <a:extLst>
              <a:ext uri="{FF2B5EF4-FFF2-40B4-BE49-F238E27FC236}">
                <a16:creationId xmlns:a16="http://schemas.microsoft.com/office/drawing/2014/main" id="{1B1C2EFD-2ED7-E1F7-5B7C-ECFBD3D72F47}"/>
              </a:ext>
            </a:extLst>
          </p:cNvPr>
          <p:cNvSpPr/>
          <p:nvPr/>
        </p:nvSpPr>
        <p:spPr>
          <a:xfrm>
            <a:off x="4248443" y="1603139"/>
            <a:ext cx="7334138" cy="3837540"/>
          </a:xfrm>
          <a:prstGeom prst="round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030" name="Picture 6" descr="Mobile X UI kit — Figma design system for Android / iOS apps | by Roman  Kamushken | Medium">
            <a:extLst>
              <a:ext uri="{FF2B5EF4-FFF2-40B4-BE49-F238E27FC236}">
                <a16:creationId xmlns:a16="http://schemas.microsoft.com/office/drawing/2014/main" id="{FD7A0069-5FD5-532E-53F8-7066FA92F6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914" y="1793154"/>
            <a:ext cx="6564968" cy="402336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7482594B-700E-EA4C-6448-8AD65C84A025}"/>
              </a:ext>
            </a:extLst>
          </p:cNvPr>
          <p:cNvSpPr txBox="1"/>
          <p:nvPr/>
        </p:nvSpPr>
        <p:spPr>
          <a:xfrm>
            <a:off x="1392700" y="552837"/>
            <a:ext cx="3066757" cy="646331"/>
          </a:xfrm>
          <a:prstGeom prst="rect">
            <a:avLst/>
          </a:prstGeom>
          <a:noFill/>
        </p:spPr>
        <p:txBody>
          <a:bodyPr wrap="square" rtlCol="0">
            <a:spAutoFit/>
          </a:bodyPr>
          <a:lstStyle/>
          <a:p>
            <a:r>
              <a:rPr lang="en-US" sz="3600" dirty="0" err="1">
                <a:solidFill>
                  <a:schemeClr val="tx1">
                    <a:lumMod val="75000"/>
                    <a:lumOff val="25000"/>
                  </a:schemeClr>
                </a:solidFill>
                <a:latin typeface="Poppins ExtraBold" panose="00000900000000000000" pitchFamily="2" charset="0"/>
                <a:cs typeface="Poppins ExtraBold" panose="00000900000000000000" pitchFamily="2" charset="0"/>
              </a:rPr>
              <a:t>Definisi</a:t>
            </a:r>
            <a:r>
              <a:rPr lang="en-US" sz="3600" dirty="0">
                <a:solidFill>
                  <a:schemeClr val="tx1">
                    <a:lumMod val="75000"/>
                    <a:lumOff val="25000"/>
                  </a:schemeClr>
                </a:solidFill>
                <a:latin typeface="Poppins ExtraBold" panose="00000900000000000000" pitchFamily="2" charset="0"/>
                <a:cs typeface="Poppins ExtraBold" panose="00000900000000000000" pitchFamily="2" charset="0"/>
              </a:rPr>
              <a:t> UI</a:t>
            </a:r>
            <a:endParaRPr lang="en-ID" sz="3600" dirty="0">
              <a:solidFill>
                <a:schemeClr val="tx1">
                  <a:lumMod val="75000"/>
                  <a:lumOff val="25000"/>
                </a:schemeClr>
              </a:solidFill>
              <a:latin typeface="Poppins ExtraBold" panose="00000900000000000000" pitchFamily="2" charset="0"/>
              <a:cs typeface="Poppins ExtraBold" panose="00000900000000000000" pitchFamily="2" charset="0"/>
            </a:endParaRPr>
          </a:p>
        </p:txBody>
      </p:sp>
      <p:sp>
        <p:nvSpPr>
          <p:cNvPr id="3" name="Content Placeholder 2">
            <a:extLst>
              <a:ext uri="{FF2B5EF4-FFF2-40B4-BE49-F238E27FC236}">
                <a16:creationId xmlns:a16="http://schemas.microsoft.com/office/drawing/2014/main" id="{7F013572-FFA7-7160-B8F8-96488E2EB332}"/>
              </a:ext>
            </a:extLst>
          </p:cNvPr>
          <p:cNvSpPr>
            <a:spLocks noGrp="1"/>
          </p:cNvSpPr>
          <p:nvPr>
            <p:ph idx="1"/>
          </p:nvPr>
        </p:nvSpPr>
        <p:spPr>
          <a:xfrm>
            <a:off x="5778555" y="2323602"/>
            <a:ext cx="5334921" cy="2396614"/>
          </a:xfrm>
        </p:spPr>
        <p:txBody>
          <a:bodyPr>
            <a:noAutofit/>
          </a:bodyPr>
          <a:lstStyle/>
          <a:p>
            <a:pPr marL="0" indent="0">
              <a:buNone/>
            </a:pPr>
            <a:r>
              <a:rPr lang="en-ID" sz="2400" dirty="0">
                <a:solidFill>
                  <a:schemeClr val="tx1">
                    <a:lumMod val="75000"/>
                    <a:lumOff val="25000"/>
                  </a:schemeClr>
                </a:solidFill>
                <a:latin typeface="Poppins" panose="00000500000000000000" pitchFamily="2" charset="0"/>
                <a:cs typeface="Poppins" panose="00000500000000000000" pitchFamily="2" charset="0"/>
              </a:rPr>
              <a:t>User Interface </a:t>
            </a:r>
            <a:r>
              <a:rPr lang="en-ID" sz="2400" dirty="0" err="1">
                <a:solidFill>
                  <a:schemeClr val="tx1">
                    <a:lumMod val="75000"/>
                    <a:lumOff val="25000"/>
                  </a:schemeClr>
                </a:solidFill>
                <a:latin typeface="Poppins" panose="00000500000000000000" pitchFamily="2" charset="0"/>
                <a:cs typeface="Poppins" panose="00000500000000000000" pitchFamily="2" charset="0"/>
              </a:rPr>
              <a:t>adalah</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tampilan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grafis</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interaktif</a:t>
            </a:r>
            <a:r>
              <a:rPr lang="en-ID" sz="2400" dirty="0">
                <a:solidFill>
                  <a:schemeClr val="tx1">
                    <a:lumMod val="75000"/>
                    <a:lumOff val="25000"/>
                  </a:schemeClr>
                </a:solidFill>
                <a:latin typeface="Poppins" panose="00000500000000000000" pitchFamily="2" charset="0"/>
                <a:cs typeface="Poppins" panose="00000500000000000000" pitchFamily="2" charset="0"/>
              </a:rPr>
              <a:t> pada </a:t>
            </a:r>
            <a:r>
              <a:rPr lang="en-ID" sz="2400" dirty="0" err="1">
                <a:solidFill>
                  <a:schemeClr val="tx1">
                    <a:lumMod val="75000"/>
                    <a:lumOff val="25000"/>
                  </a:schemeClr>
                </a:solidFill>
                <a:latin typeface="Poppins" panose="00000500000000000000" pitchFamily="2" charset="0"/>
                <a:cs typeface="Poppins" panose="00000500000000000000" pitchFamily="2" charset="0"/>
              </a:rPr>
              <a:t>sebuah</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aplikasi</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atau</a:t>
            </a:r>
            <a:r>
              <a:rPr lang="en-ID" sz="2400" dirty="0">
                <a:solidFill>
                  <a:schemeClr val="tx1">
                    <a:lumMod val="75000"/>
                    <a:lumOff val="25000"/>
                  </a:schemeClr>
                </a:solidFill>
                <a:latin typeface="Poppins" panose="00000500000000000000" pitchFamily="2" charset="0"/>
                <a:cs typeface="Poppins" panose="00000500000000000000" pitchFamily="2" charset="0"/>
              </a:rPr>
              <a:t> website yang </a:t>
            </a:r>
            <a:r>
              <a:rPr lang="en-ID" sz="2400" dirty="0" err="1">
                <a:solidFill>
                  <a:schemeClr val="tx1">
                    <a:lumMod val="75000"/>
                    <a:lumOff val="25000"/>
                  </a:schemeClr>
                </a:solidFill>
                <a:latin typeface="Poppins" panose="00000500000000000000" pitchFamily="2" charset="0"/>
                <a:cs typeface="Poppins" panose="00000500000000000000" pitchFamily="2" charset="0"/>
              </a:rPr>
              <a:t>membantu</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pengguna</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untuk</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berinteraksi</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fitur-fitur</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konten</a:t>
            </a:r>
            <a:r>
              <a:rPr lang="en-ID" sz="2400" dirty="0">
                <a:solidFill>
                  <a:schemeClr val="tx1">
                    <a:lumMod val="75000"/>
                    <a:lumOff val="25000"/>
                  </a:schemeClr>
                </a:solidFill>
                <a:latin typeface="Poppins" panose="00000500000000000000" pitchFamily="2" charset="0"/>
                <a:cs typeface="Poppins" panose="00000500000000000000" pitchFamily="2" charset="0"/>
              </a:rPr>
              <a:t>, dan juga </a:t>
            </a:r>
            <a:r>
              <a:rPr lang="en-ID" sz="2400" dirty="0" err="1">
                <a:solidFill>
                  <a:schemeClr val="tx1">
                    <a:lumMod val="75000"/>
                    <a:lumOff val="25000"/>
                  </a:schemeClr>
                </a:solidFill>
                <a:latin typeface="Poppins" panose="00000500000000000000" pitchFamily="2" charset="0"/>
                <a:cs typeface="Poppins" panose="00000500000000000000" pitchFamily="2" charset="0"/>
              </a:rPr>
              <a:t>fungsi-fungsi</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didalamnya</a:t>
            </a:r>
            <a:endParaRPr lang="en-ID" sz="2400" dirty="0">
              <a:solidFill>
                <a:schemeClr val="tx1">
                  <a:lumMod val="75000"/>
                  <a:lumOff val="25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293865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94A7667-7A54-6BD2-8705-EDEB1DE252F0}"/>
              </a:ext>
            </a:extLst>
          </p:cNvPr>
          <p:cNvPicPr>
            <a:picLocks noChangeAspect="1"/>
          </p:cNvPicPr>
          <p:nvPr/>
        </p:nvPicPr>
        <p:blipFill>
          <a:blip r:embed="rId2"/>
          <a:stretch>
            <a:fillRect/>
          </a:stretch>
        </p:blipFill>
        <p:spPr>
          <a:xfrm>
            <a:off x="-846439" y="-562457"/>
            <a:ext cx="4191704" cy="3192402"/>
          </a:xfrm>
          <a:prstGeom prst="rect">
            <a:avLst/>
          </a:prstGeom>
        </p:spPr>
      </p:pic>
      <p:sp>
        <p:nvSpPr>
          <p:cNvPr id="2" name="Rectangle: Rounded Corners 1">
            <a:extLst>
              <a:ext uri="{FF2B5EF4-FFF2-40B4-BE49-F238E27FC236}">
                <a16:creationId xmlns:a16="http://schemas.microsoft.com/office/drawing/2014/main" id="{D68E5EFD-D14E-F73D-7A86-486CE412EF42}"/>
              </a:ext>
            </a:extLst>
          </p:cNvPr>
          <p:cNvSpPr/>
          <p:nvPr/>
        </p:nvSpPr>
        <p:spPr>
          <a:xfrm>
            <a:off x="4248443" y="1603139"/>
            <a:ext cx="7334138" cy="3837540"/>
          </a:xfrm>
          <a:prstGeom prst="round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2050" name="Picture 2" descr="UI and UX Design Services">
            <a:extLst>
              <a:ext uri="{FF2B5EF4-FFF2-40B4-BE49-F238E27FC236}">
                <a16:creationId xmlns:a16="http://schemas.microsoft.com/office/drawing/2014/main" id="{00C8E037-14AE-99B5-3E27-522E8DFA07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178" y="1603139"/>
            <a:ext cx="5385037" cy="356417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C6957A7-CCD0-7E41-EA4A-E5D4A825250C}"/>
              </a:ext>
            </a:extLst>
          </p:cNvPr>
          <p:cNvSpPr>
            <a:spLocks noGrp="1"/>
          </p:cNvSpPr>
          <p:nvPr>
            <p:ph idx="1"/>
          </p:nvPr>
        </p:nvSpPr>
        <p:spPr>
          <a:xfrm>
            <a:off x="5655799" y="2053117"/>
            <a:ext cx="5542670" cy="2937583"/>
          </a:xfrm>
        </p:spPr>
        <p:txBody>
          <a:bodyPr>
            <a:normAutofit/>
          </a:bodyPr>
          <a:lstStyle/>
          <a:p>
            <a:pPr marL="0" indent="0">
              <a:buNone/>
            </a:pPr>
            <a:r>
              <a:rPr lang="sv-SE" sz="2000" dirty="0">
                <a:latin typeface="Poppins" panose="00000500000000000000" pitchFamily="2" charset="0"/>
                <a:cs typeface="Poppins" panose="00000500000000000000" pitchFamily="2" charset="0"/>
              </a:rPr>
              <a:t>Mobile web adalah halaman HTML berbasis browser yang diakses menggunakan perangkat portable (smartphone atau tablet) melalui jaringan seluler seperti 3G, 4G maupun Wifi. Mobile Web dirancang untuk menampilkan data seperti teks, gambar, dan video dari sebuah website kedalam sebuah tampilan yang lebih kecil yakni perangkat mobile. </a:t>
            </a:r>
            <a:endParaRPr lang="en-ID" sz="2000" dirty="0">
              <a:latin typeface="Poppins" panose="00000500000000000000" pitchFamily="2" charset="0"/>
              <a:cs typeface="Poppins" panose="00000500000000000000" pitchFamily="2" charset="0"/>
            </a:endParaRPr>
          </a:p>
        </p:txBody>
      </p:sp>
      <p:sp>
        <p:nvSpPr>
          <p:cNvPr id="4" name="Title 1">
            <a:extLst>
              <a:ext uri="{FF2B5EF4-FFF2-40B4-BE49-F238E27FC236}">
                <a16:creationId xmlns:a16="http://schemas.microsoft.com/office/drawing/2014/main" id="{42F17992-E5B8-854A-0987-E8A3AC714107}"/>
              </a:ext>
            </a:extLst>
          </p:cNvPr>
          <p:cNvSpPr>
            <a:spLocks noGrp="1"/>
          </p:cNvSpPr>
          <p:nvPr>
            <p:ph type="title"/>
          </p:nvPr>
        </p:nvSpPr>
        <p:spPr>
          <a:xfrm>
            <a:off x="1716258" y="365125"/>
            <a:ext cx="6260124" cy="1325563"/>
          </a:xfrm>
        </p:spPr>
        <p:txBody>
          <a:bodyPr>
            <a:normAutofit/>
          </a:bodyPr>
          <a:lstStyle/>
          <a:p>
            <a:r>
              <a:rPr lang="en-US" sz="3600" dirty="0" err="1">
                <a:latin typeface="Poppins ExtraBold" panose="00000900000000000000" pitchFamily="2" charset="0"/>
                <a:cs typeface="Poppins ExtraBold" panose="00000900000000000000" pitchFamily="2" charset="0"/>
              </a:rPr>
              <a:t>Pengertian</a:t>
            </a:r>
            <a:r>
              <a:rPr lang="en-US" sz="3600" dirty="0">
                <a:latin typeface="Poppins ExtraBold" panose="00000900000000000000" pitchFamily="2" charset="0"/>
                <a:cs typeface="Poppins ExtraBold" panose="00000900000000000000" pitchFamily="2" charset="0"/>
              </a:rPr>
              <a:t> Mobile Web</a:t>
            </a:r>
            <a:endParaRPr lang="en-ID" sz="3600" dirty="0">
              <a:latin typeface="Poppins ExtraBold" panose="00000900000000000000" pitchFamily="2" charset="0"/>
              <a:cs typeface="Poppins ExtraBold" panose="00000900000000000000" pitchFamily="2" charset="0"/>
            </a:endParaRPr>
          </a:p>
        </p:txBody>
      </p:sp>
    </p:spTree>
    <p:extLst>
      <p:ext uri="{BB962C8B-B14F-4D97-AF65-F5344CB8AC3E}">
        <p14:creationId xmlns:p14="http://schemas.microsoft.com/office/powerpoint/2010/main" val="659186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34694A5-9B6E-5D47-E75E-B7E1F2486CA2}"/>
              </a:ext>
            </a:extLst>
          </p:cNvPr>
          <p:cNvPicPr>
            <a:picLocks noChangeAspect="1"/>
          </p:cNvPicPr>
          <p:nvPr/>
        </p:nvPicPr>
        <p:blipFill>
          <a:blip r:embed="rId2"/>
          <a:stretch>
            <a:fillRect/>
          </a:stretch>
        </p:blipFill>
        <p:spPr>
          <a:xfrm>
            <a:off x="5726562" y="1265515"/>
            <a:ext cx="6574569" cy="5007192"/>
          </a:xfrm>
          <a:prstGeom prst="rect">
            <a:avLst/>
          </a:prstGeom>
        </p:spPr>
      </p:pic>
      <p:sp>
        <p:nvSpPr>
          <p:cNvPr id="2" name="Rectangle: Rounded Corners 1">
            <a:extLst>
              <a:ext uri="{FF2B5EF4-FFF2-40B4-BE49-F238E27FC236}">
                <a16:creationId xmlns:a16="http://schemas.microsoft.com/office/drawing/2014/main" id="{DEA154DE-0B49-BFFF-4D34-EFB4761CC353}"/>
              </a:ext>
            </a:extLst>
          </p:cNvPr>
          <p:cNvSpPr/>
          <p:nvPr/>
        </p:nvSpPr>
        <p:spPr>
          <a:xfrm>
            <a:off x="4248443" y="1603139"/>
            <a:ext cx="7334138" cy="3837540"/>
          </a:xfrm>
          <a:prstGeom prst="round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Content Placeholder 2">
            <a:extLst>
              <a:ext uri="{FF2B5EF4-FFF2-40B4-BE49-F238E27FC236}">
                <a16:creationId xmlns:a16="http://schemas.microsoft.com/office/drawing/2014/main" id="{5C6957A7-CCD0-7E41-EA4A-E5D4A825250C}"/>
              </a:ext>
            </a:extLst>
          </p:cNvPr>
          <p:cNvSpPr>
            <a:spLocks noGrp="1"/>
          </p:cNvSpPr>
          <p:nvPr>
            <p:ph idx="1"/>
          </p:nvPr>
        </p:nvSpPr>
        <p:spPr>
          <a:xfrm>
            <a:off x="5008098" y="2226094"/>
            <a:ext cx="6105379" cy="2591630"/>
          </a:xfrm>
        </p:spPr>
        <p:txBody>
          <a:bodyPr>
            <a:normAutofit/>
          </a:bodyPr>
          <a:lstStyle/>
          <a:p>
            <a:pPr marL="0" indent="0">
              <a:buNone/>
            </a:pPr>
            <a:r>
              <a:rPr lang="sv-SE" sz="2000" dirty="0">
                <a:solidFill>
                  <a:schemeClr val="tx1">
                    <a:lumMod val="75000"/>
                    <a:lumOff val="25000"/>
                  </a:schemeClr>
                </a:solidFill>
                <a:latin typeface="Poppins" panose="00000500000000000000" pitchFamily="2" charset="0"/>
                <a:cs typeface="Poppins" panose="00000500000000000000" pitchFamily="2" charset="0"/>
              </a:rPr>
              <a:t>Sedangkan mobile apps adalah sebuah aplikasi yang dibuat untuk perangkat mobile yang penggunanya harus melakukan pengunduhan atau download serta menginstall dari toko aplikasi seperti Google Play Store untuk perangkat Android dan Apple App Store untuk perangkat iOS dan masih banyak lagi toko aplikasi yang sesuai dengan platform smartphone. </a:t>
            </a:r>
            <a:endParaRPr lang="en-ID" sz="2000" dirty="0">
              <a:solidFill>
                <a:schemeClr val="tx1">
                  <a:lumMod val="75000"/>
                  <a:lumOff val="25000"/>
                </a:schemeClr>
              </a:solidFill>
              <a:latin typeface="Poppins" panose="00000500000000000000" pitchFamily="2" charset="0"/>
              <a:cs typeface="Poppins" panose="00000500000000000000" pitchFamily="2" charset="0"/>
            </a:endParaRPr>
          </a:p>
        </p:txBody>
      </p:sp>
      <p:sp>
        <p:nvSpPr>
          <p:cNvPr id="4" name="Title 1">
            <a:extLst>
              <a:ext uri="{FF2B5EF4-FFF2-40B4-BE49-F238E27FC236}">
                <a16:creationId xmlns:a16="http://schemas.microsoft.com/office/drawing/2014/main" id="{42F17992-E5B8-854A-0987-E8A3AC714107}"/>
              </a:ext>
            </a:extLst>
          </p:cNvPr>
          <p:cNvSpPr>
            <a:spLocks noGrp="1"/>
          </p:cNvSpPr>
          <p:nvPr>
            <p:ph type="title"/>
          </p:nvPr>
        </p:nvSpPr>
        <p:spPr>
          <a:xfrm>
            <a:off x="1842868" y="365125"/>
            <a:ext cx="6330461" cy="1325563"/>
          </a:xfrm>
        </p:spPr>
        <p:txBody>
          <a:bodyPr>
            <a:normAutofit/>
          </a:bodyPr>
          <a:lstStyle/>
          <a:p>
            <a:r>
              <a:rPr lang="en-US" sz="3600" dirty="0" err="1">
                <a:solidFill>
                  <a:schemeClr val="tx1">
                    <a:lumMod val="75000"/>
                    <a:lumOff val="25000"/>
                  </a:schemeClr>
                </a:solidFill>
                <a:latin typeface="Poppins ExtraBold" panose="00000900000000000000" pitchFamily="2" charset="0"/>
                <a:cs typeface="Poppins ExtraBold" panose="00000900000000000000" pitchFamily="2" charset="0"/>
              </a:rPr>
              <a:t>Pengertian</a:t>
            </a:r>
            <a:r>
              <a:rPr lang="en-US" sz="3600" dirty="0">
                <a:solidFill>
                  <a:schemeClr val="tx1">
                    <a:lumMod val="75000"/>
                    <a:lumOff val="25000"/>
                  </a:schemeClr>
                </a:solidFill>
                <a:latin typeface="Poppins ExtraBold" panose="00000900000000000000" pitchFamily="2" charset="0"/>
                <a:cs typeface="Poppins ExtraBold" panose="00000900000000000000" pitchFamily="2" charset="0"/>
              </a:rPr>
              <a:t> Mobile Apps</a:t>
            </a:r>
            <a:endParaRPr lang="en-ID" sz="3600" dirty="0">
              <a:solidFill>
                <a:schemeClr val="tx1">
                  <a:lumMod val="75000"/>
                  <a:lumOff val="25000"/>
                </a:schemeClr>
              </a:solidFill>
              <a:latin typeface="Poppins ExtraBold" panose="00000900000000000000" pitchFamily="2" charset="0"/>
              <a:cs typeface="Poppins ExtraBold" panose="00000900000000000000" pitchFamily="2" charset="0"/>
            </a:endParaRPr>
          </a:p>
        </p:txBody>
      </p:sp>
      <p:pic>
        <p:nvPicPr>
          <p:cNvPr id="3074" name="Picture 2" descr="UI | UX | Mobile App​ - Which Colour You Want - Graphic Design Agency">
            <a:extLst>
              <a:ext uri="{FF2B5EF4-FFF2-40B4-BE49-F238E27FC236}">
                <a16:creationId xmlns:a16="http://schemas.microsoft.com/office/drawing/2014/main" id="{448E1CBB-1798-3194-197F-DECBF73688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877" y="1603139"/>
            <a:ext cx="4398679" cy="5007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4988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2C18B10-6B67-AD52-E653-826F50FC8DFE}"/>
              </a:ext>
            </a:extLst>
          </p:cNvPr>
          <p:cNvSpPr/>
          <p:nvPr/>
        </p:nvSpPr>
        <p:spPr>
          <a:xfrm>
            <a:off x="4248443" y="1603139"/>
            <a:ext cx="7334138" cy="3837540"/>
          </a:xfrm>
          <a:prstGeom prst="round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Content Placeholder 2">
            <a:extLst>
              <a:ext uri="{FF2B5EF4-FFF2-40B4-BE49-F238E27FC236}">
                <a16:creationId xmlns:a16="http://schemas.microsoft.com/office/drawing/2014/main" id="{5C6957A7-CCD0-7E41-EA4A-E5D4A825250C}"/>
              </a:ext>
            </a:extLst>
          </p:cNvPr>
          <p:cNvSpPr>
            <a:spLocks noGrp="1"/>
          </p:cNvSpPr>
          <p:nvPr>
            <p:ph idx="1"/>
          </p:nvPr>
        </p:nvSpPr>
        <p:spPr>
          <a:xfrm>
            <a:off x="5267836" y="1825625"/>
            <a:ext cx="5937738" cy="3429236"/>
          </a:xfrm>
        </p:spPr>
        <p:txBody>
          <a:bodyPr>
            <a:normAutofit/>
          </a:bodyPr>
          <a:lstStyle/>
          <a:p>
            <a:pPr marL="0" indent="0">
              <a:buNone/>
            </a:pPr>
            <a:r>
              <a:rPr lang="sv-SE" sz="2000" dirty="0">
                <a:solidFill>
                  <a:schemeClr val="tx1">
                    <a:lumMod val="75000"/>
                    <a:lumOff val="25000"/>
                  </a:schemeClr>
                </a:solidFill>
                <a:latin typeface="Poppins" panose="00000500000000000000" pitchFamily="2" charset="0"/>
                <a:cs typeface="Poppins" panose="00000500000000000000" pitchFamily="2" charset="0"/>
              </a:rPr>
              <a:t>Mobile web memerlukan aplikasi browser untuk mengakses informasi dari sebuah domain yang telah ditentukan. Mobile web juga sangat bergantung dengan saluran internet Anda. Secara jelas, mobile web tidak akan dapat digunakan jika tidak ada koneksi internet. Sedangkan mobile apps bisa saja keduanya. Konten – konten yang tersedia di mobile apps bisa di akses tanpa internet atau berbasis offline. Tetapi ada juga perangkat mobile apps yang harus terkoneksi dengan internet atau online.</a:t>
            </a:r>
            <a:endParaRPr lang="en-ID" sz="2000" dirty="0">
              <a:solidFill>
                <a:schemeClr val="tx1">
                  <a:lumMod val="75000"/>
                  <a:lumOff val="25000"/>
                </a:schemeClr>
              </a:solidFill>
              <a:latin typeface="Poppins" panose="00000500000000000000" pitchFamily="2" charset="0"/>
              <a:cs typeface="Poppins" panose="00000500000000000000" pitchFamily="2" charset="0"/>
            </a:endParaRPr>
          </a:p>
        </p:txBody>
      </p:sp>
      <p:sp>
        <p:nvSpPr>
          <p:cNvPr id="4" name="Title 1">
            <a:extLst>
              <a:ext uri="{FF2B5EF4-FFF2-40B4-BE49-F238E27FC236}">
                <a16:creationId xmlns:a16="http://schemas.microsoft.com/office/drawing/2014/main" id="{42F17992-E5B8-854A-0987-E8A3AC714107}"/>
              </a:ext>
            </a:extLst>
          </p:cNvPr>
          <p:cNvSpPr>
            <a:spLocks noGrp="1"/>
          </p:cNvSpPr>
          <p:nvPr>
            <p:ph type="title"/>
          </p:nvPr>
        </p:nvSpPr>
        <p:spPr>
          <a:xfrm>
            <a:off x="1955408" y="365125"/>
            <a:ext cx="6260123" cy="1325563"/>
          </a:xfrm>
        </p:spPr>
        <p:txBody>
          <a:bodyPr>
            <a:normAutofit/>
          </a:bodyPr>
          <a:lstStyle/>
          <a:p>
            <a:r>
              <a:rPr lang="en-US" sz="3600" dirty="0" err="1">
                <a:solidFill>
                  <a:schemeClr val="tx1">
                    <a:lumMod val="75000"/>
                    <a:lumOff val="25000"/>
                  </a:schemeClr>
                </a:solidFill>
                <a:latin typeface="Poppins ExtraBold" panose="00000900000000000000" pitchFamily="2" charset="0"/>
                <a:cs typeface="Poppins ExtraBold" panose="00000900000000000000" pitchFamily="2" charset="0"/>
              </a:rPr>
              <a:t>Perbedaan</a:t>
            </a:r>
            <a:r>
              <a:rPr lang="en-US" sz="3600" dirty="0">
                <a:solidFill>
                  <a:schemeClr val="tx1">
                    <a:lumMod val="75000"/>
                    <a:lumOff val="25000"/>
                  </a:schemeClr>
                </a:solidFill>
                <a:latin typeface="Poppins ExtraBold" panose="00000900000000000000" pitchFamily="2" charset="0"/>
                <a:cs typeface="Poppins ExtraBold" panose="00000900000000000000" pitchFamily="2" charset="0"/>
              </a:rPr>
              <a:t> Mobile Web</a:t>
            </a:r>
            <a:endParaRPr lang="en-ID" sz="3600" dirty="0">
              <a:solidFill>
                <a:schemeClr val="tx1">
                  <a:lumMod val="75000"/>
                  <a:lumOff val="25000"/>
                </a:schemeClr>
              </a:solidFill>
              <a:latin typeface="Poppins ExtraBold" panose="00000900000000000000" pitchFamily="2" charset="0"/>
              <a:cs typeface="Poppins ExtraBold" panose="00000900000000000000" pitchFamily="2" charset="0"/>
            </a:endParaRPr>
          </a:p>
        </p:txBody>
      </p:sp>
      <p:pic>
        <p:nvPicPr>
          <p:cNvPr id="5" name="Picture 4">
            <a:extLst>
              <a:ext uri="{FF2B5EF4-FFF2-40B4-BE49-F238E27FC236}">
                <a16:creationId xmlns:a16="http://schemas.microsoft.com/office/drawing/2014/main" id="{01A7D458-9FAB-6673-78CD-9CFE823F98D3}"/>
              </a:ext>
            </a:extLst>
          </p:cNvPr>
          <p:cNvPicPr>
            <a:picLocks noChangeAspect="1"/>
          </p:cNvPicPr>
          <p:nvPr/>
        </p:nvPicPr>
        <p:blipFill>
          <a:blip r:embed="rId2"/>
          <a:stretch>
            <a:fillRect/>
          </a:stretch>
        </p:blipFill>
        <p:spPr>
          <a:xfrm>
            <a:off x="0" y="3047570"/>
            <a:ext cx="4767756" cy="5153895"/>
          </a:xfrm>
          <a:prstGeom prst="rect">
            <a:avLst/>
          </a:prstGeom>
        </p:spPr>
      </p:pic>
      <p:pic>
        <p:nvPicPr>
          <p:cNvPr id="4098" name="Picture 2" descr="Top UX/UI Design Services Company in India &amp; USA | Binmile">
            <a:extLst>
              <a:ext uri="{FF2B5EF4-FFF2-40B4-BE49-F238E27FC236}">
                <a16:creationId xmlns:a16="http://schemas.microsoft.com/office/drawing/2014/main" id="{1600BA07-8CFF-22FA-192B-3363E8F6DF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493" y="1690688"/>
            <a:ext cx="4971343" cy="374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2238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40CC936-616C-6F97-B044-7AF6BF8009D6}"/>
              </a:ext>
            </a:extLst>
          </p:cNvPr>
          <p:cNvPicPr>
            <a:picLocks noChangeAspect="1"/>
          </p:cNvPicPr>
          <p:nvPr/>
        </p:nvPicPr>
        <p:blipFill>
          <a:blip r:embed="rId2"/>
          <a:stretch>
            <a:fillRect/>
          </a:stretch>
        </p:blipFill>
        <p:spPr>
          <a:xfrm>
            <a:off x="1593699" y="1690688"/>
            <a:ext cx="7025746" cy="5350808"/>
          </a:xfrm>
          <a:prstGeom prst="rect">
            <a:avLst/>
          </a:prstGeom>
        </p:spPr>
      </p:pic>
      <p:sp>
        <p:nvSpPr>
          <p:cNvPr id="4" name="Rectangle: Rounded Corners 3">
            <a:extLst>
              <a:ext uri="{FF2B5EF4-FFF2-40B4-BE49-F238E27FC236}">
                <a16:creationId xmlns:a16="http://schemas.microsoft.com/office/drawing/2014/main" id="{3DFFA134-E149-4170-2A0B-F2630BBDE1EF}"/>
              </a:ext>
            </a:extLst>
          </p:cNvPr>
          <p:cNvSpPr/>
          <p:nvPr/>
        </p:nvSpPr>
        <p:spPr>
          <a:xfrm>
            <a:off x="4248443" y="1603139"/>
            <a:ext cx="7334138" cy="3837540"/>
          </a:xfrm>
          <a:prstGeom prst="round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id="{FD8854DD-D9F8-8F6A-4B55-3D78AF369103}"/>
              </a:ext>
            </a:extLst>
          </p:cNvPr>
          <p:cNvSpPr>
            <a:spLocks noGrp="1"/>
          </p:cNvSpPr>
          <p:nvPr>
            <p:ph type="title"/>
          </p:nvPr>
        </p:nvSpPr>
        <p:spPr>
          <a:xfrm>
            <a:off x="1593699" y="365125"/>
            <a:ext cx="7465894" cy="1325563"/>
          </a:xfrm>
        </p:spPr>
        <p:txBody>
          <a:bodyPr/>
          <a:lstStyle/>
          <a:p>
            <a:r>
              <a:rPr lang="en-US" dirty="0" err="1">
                <a:solidFill>
                  <a:schemeClr val="tx1">
                    <a:lumMod val="75000"/>
                    <a:lumOff val="25000"/>
                  </a:schemeClr>
                </a:solidFill>
                <a:latin typeface="Poppins ExtraBold" panose="00000900000000000000" pitchFamily="2" charset="0"/>
                <a:cs typeface="Poppins ExtraBold" panose="00000900000000000000" pitchFamily="2" charset="0"/>
              </a:rPr>
              <a:t>Karakteristik</a:t>
            </a:r>
            <a:r>
              <a:rPr lang="en-US" dirty="0">
                <a:solidFill>
                  <a:schemeClr val="tx1">
                    <a:lumMod val="75000"/>
                    <a:lumOff val="25000"/>
                  </a:schemeClr>
                </a:solidFill>
                <a:latin typeface="Poppins ExtraBold" panose="00000900000000000000" pitchFamily="2" charset="0"/>
                <a:cs typeface="Poppins ExtraBold" panose="00000900000000000000" pitchFamily="2" charset="0"/>
              </a:rPr>
              <a:t> Mobile</a:t>
            </a:r>
            <a:endParaRPr lang="en-ID" dirty="0">
              <a:solidFill>
                <a:schemeClr val="tx1">
                  <a:lumMod val="75000"/>
                  <a:lumOff val="25000"/>
                </a:schemeClr>
              </a:solidFill>
              <a:latin typeface="Poppins ExtraBold" panose="00000900000000000000" pitchFamily="2" charset="0"/>
              <a:cs typeface="Poppins ExtraBold" panose="00000900000000000000" pitchFamily="2" charset="0"/>
            </a:endParaRPr>
          </a:p>
        </p:txBody>
      </p:sp>
      <p:sp>
        <p:nvSpPr>
          <p:cNvPr id="3" name="Content Placeholder 2">
            <a:extLst>
              <a:ext uri="{FF2B5EF4-FFF2-40B4-BE49-F238E27FC236}">
                <a16:creationId xmlns:a16="http://schemas.microsoft.com/office/drawing/2014/main" id="{C6D76E58-5443-BCBA-AF6D-F21D06B32E81}"/>
              </a:ext>
            </a:extLst>
          </p:cNvPr>
          <p:cNvSpPr>
            <a:spLocks noGrp="1"/>
          </p:cNvSpPr>
          <p:nvPr>
            <p:ph idx="1"/>
          </p:nvPr>
        </p:nvSpPr>
        <p:spPr>
          <a:xfrm>
            <a:off x="6028252" y="2095054"/>
            <a:ext cx="5182385" cy="2941259"/>
          </a:xfrm>
        </p:spPr>
        <p:txBody>
          <a:bodyPr>
            <a:normAutofit/>
          </a:bodyPr>
          <a:lstStyle/>
          <a:p>
            <a:pPr marL="0" indent="0">
              <a:buNone/>
            </a:pPr>
            <a:r>
              <a:rPr lang="en-ID" dirty="0" err="1">
                <a:solidFill>
                  <a:schemeClr val="tx1">
                    <a:lumMod val="75000"/>
                    <a:lumOff val="25000"/>
                  </a:schemeClr>
                </a:solidFill>
                <a:latin typeface="Poppins ExtraBold" panose="00000900000000000000" pitchFamily="2" charset="0"/>
                <a:cs typeface="Poppins ExtraBold" panose="00000900000000000000" pitchFamily="2" charset="0"/>
              </a:rPr>
              <a:t>Kontras</a:t>
            </a:r>
            <a:r>
              <a:rPr lang="en-ID" dirty="0">
                <a:solidFill>
                  <a:schemeClr val="tx1">
                    <a:lumMod val="75000"/>
                    <a:lumOff val="25000"/>
                  </a:schemeClr>
                </a:solidFill>
                <a:latin typeface="Poppins ExtraBold" panose="00000900000000000000" pitchFamily="2" charset="0"/>
                <a:cs typeface="Poppins ExtraBold" panose="00000900000000000000" pitchFamily="2" charset="0"/>
              </a:rPr>
              <a:t> </a:t>
            </a:r>
            <a:r>
              <a:rPr lang="en-ID" dirty="0" err="1">
                <a:solidFill>
                  <a:schemeClr val="tx1">
                    <a:lumMod val="75000"/>
                    <a:lumOff val="25000"/>
                  </a:schemeClr>
                </a:solidFill>
                <a:latin typeface="Poppins ExtraBold" panose="00000900000000000000" pitchFamily="2" charset="0"/>
                <a:cs typeface="Poppins ExtraBold" panose="00000900000000000000" pitchFamily="2" charset="0"/>
              </a:rPr>
              <a:t>Warna</a:t>
            </a:r>
            <a:r>
              <a:rPr lang="en-ID" dirty="0">
                <a:solidFill>
                  <a:schemeClr val="tx1">
                    <a:lumMod val="75000"/>
                    <a:lumOff val="25000"/>
                  </a:schemeClr>
                </a:solidFill>
                <a:latin typeface="Poppins ExtraBold" panose="00000900000000000000" pitchFamily="2" charset="0"/>
                <a:cs typeface="Poppins ExtraBold" panose="00000900000000000000" pitchFamily="2" charset="0"/>
              </a:rPr>
              <a:t> </a:t>
            </a:r>
            <a:r>
              <a:rPr lang="en-ID" dirty="0" err="1">
                <a:solidFill>
                  <a:schemeClr val="tx1">
                    <a:lumMod val="75000"/>
                    <a:lumOff val="25000"/>
                  </a:schemeClr>
                </a:solidFill>
                <a:latin typeface="Poppins ExtraBold" panose="00000900000000000000" pitchFamily="2" charset="0"/>
                <a:cs typeface="Poppins ExtraBold" panose="00000900000000000000" pitchFamily="2" charset="0"/>
              </a:rPr>
              <a:t>Baik</a:t>
            </a:r>
            <a:endParaRPr lang="en-ID" dirty="0">
              <a:solidFill>
                <a:schemeClr val="tx1">
                  <a:lumMod val="75000"/>
                  <a:lumOff val="25000"/>
                </a:schemeClr>
              </a:solidFill>
              <a:latin typeface="Poppins ExtraBold" panose="00000900000000000000" pitchFamily="2" charset="0"/>
              <a:cs typeface="Poppins ExtraBold" panose="00000900000000000000" pitchFamily="2" charset="0"/>
            </a:endParaRPr>
          </a:p>
          <a:p>
            <a:pPr marL="0" indent="0">
              <a:buNone/>
            </a:pPr>
            <a:r>
              <a:rPr lang="en-ID" sz="2400" dirty="0">
                <a:solidFill>
                  <a:schemeClr val="tx1">
                    <a:lumMod val="75000"/>
                    <a:lumOff val="25000"/>
                  </a:schemeClr>
                </a:solidFill>
                <a:latin typeface="Poppins" panose="00000500000000000000" pitchFamily="2" charset="0"/>
                <a:cs typeface="Poppins" panose="00000500000000000000" pitchFamily="2" charset="0"/>
              </a:rPr>
              <a:t>Agar </a:t>
            </a:r>
            <a:r>
              <a:rPr lang="en-ID" sz="2400" dirty="0" err="1">
                <a:solidFill>
                  <a:schemeClr val="tx1">
                    <a:lumMod val="75000"/>
                    <a:lumOff val="25000"/>
                  </a:schemeClr>
                </a:solidFill>
                <a:latin typeface="Poppins" panose="00000500000000000000" pitchFamily="2" charset="0"/>
                <a:cs typeface="Poppins" panose="00000500000000000000" pitchFamily="2" charset="0"/>
              </a:rPr>
              <a:t>tampilan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tidak</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mengganggu</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pandangan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pengguna</a:t>
            </a:r>
            <a:r>
              <a:rPr lang="en-ID" sz="2400" dirty="0">
                <a:solidFill>
                  <a:schemeClr val="tx1">
                    <a:lumMod val="75000"/>
                    <a:lumOff val="25000"/>
                  </a:schemeClr>
                </a:solidFill>
                <a:latin typeface="Poppins" panose="00000500000000000000" pitchFamily="2" charset="0"/>
                <a:cs typeface="Poppins" panose="00000500000000000000" pitchFamily="2" charset="0"/>
              </a:rPr>
              <a:t> dan </a:t>
            </a:r>
            <a:r>
              <a:rPr lang="en-ID" sz="2400" dirty="0" err="1">
                <a:solidFill>
                  <a:schemeClr val="tx1">
                    <a:lumMod val="75000"/>
                    <a:lumOff val="25000"/>
                  </a:schemeClr>
                </a:solidFill>
                <a:latin typeface="Poppins" panose="00000500000000000000" pitchFamily="2" charset="0"/>
                <a:cs typeface="Poppins" panose="00000500000000000000" pitchFamily="2" charset="0"/>
              </a:rPr>
              <a:t>terlihat</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indah</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Perlu</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diperhatikan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kontras</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warna</a:t>
            </a:r>
            <a:r>
              <a:rPr lang="en-ID" sz="2400" dirty="0">
                <a:solidFill>
                  <a:schemeClr val="tx1">
                    <a:lumMod val="75000"/>
                    <a:lumOff val="25000"/>
                  </a:schemeClr>
                </a:solidFill>
                <a:latin typeface="Poppins" panose="00000500000000000000" pitchFamily="2" charset="0"/>
                <a:cs typeface="Poppins" panose="00000500000000000000" pitchFamily="2" charset="0"/>
              </a:rPr>
              <a:t> yang pas </a:t>
            </a:r>
            <a:r>
              <a:rPr lang="en-ID" sz="2400" dirty="0" err="1">
                <a:solidFill>
                  <a:schemeClr val="tx1">
                    <a:lumMod val="75000"/>
                    <a:lumOff val="25000"/>
                  </a:schemeClr>
                </a:solidFill>
                <a:latin typeface="Poppins" panose="00000500000000000000" pitchFamily="2" charset="0"/>
                <a:cs typeface="Poppins" panose="00000500000000000000" pitchFamily="2" charset="0"/>
              </a:rPr>
              <a:t>dengan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memperhatikan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kombinasi</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warnyanya</a:t>
            </a:r>
            <a:r>
              <a:rPr lang="en-ID" sz="2400" dirty="0">
                <a:solidFill>
                  <a:schemeClr val="tx1">
                    <a:lumMod val="75000"/>
                    <a:lumOff val="25000"/>
                  </a:schemeClr>
                </a:solidFill>
                <a:latin typeface="Poppins" panose="00000500000000000000" pitchFamily="2" charset="0"/>
                <a:cs typeface="Poppins" panose="00000500000000000000" pitchFamily="2" charset="0"/>
              </a:rPr>
              <a:t> yang </a:t>
            </a:r>
            <a:r>
              <a:rPr lang="en-ID" sz="2400" dirty="0" err="1">
                <a:solidFill>
                  <a:schemeClr val="tx1">
                    <a:lumMod val="75000"/>
                    <a:lumOff val="25000"/>
                  </a:schemeClr>
                </a:solidFill>
                <a:latin typeface="Poppins" panose="00000500000000000000" pitchFamily="2" charset="0"/>
                <a:cs typeface="Poppins" panose="00000500000000000000" pitchFamily="2" charset="0"/>
              </a:rPr>
              <a:t>baik</a:t>
            </a:r>
            <a:endParaRPr lang="en-ID" sz="2400" dirty="0">
              <a:solidFill>
                <a:schemeClr val="tx1">
                  <a:lumMod val="75000"/>
                  <a:lumOff val="25000"/>
                </a:schemeClr>
              </a:solidFill>
              <a:latin typeface="Poppins" panose="00000500000000000000" pitchFamily="2" charset="0"/>
              <a:cs typeface="Poppins" panose="00000500000000000000" pitchFamily="2" charset="0"/>
            </a:endParaRPr>
          </a:p>
        </p:txBody>
      </p:sp>
      <p:pic>
        <p:nvPicPr>
          <p:cNvPr id="6146" name="Picture 2" descr="UI / UX | Coral Creative">
            <a:extLst>
              <a:ext uri="{FF2B5EF4-FFF2-40B4-BE49-F238E27FC236}">
                <a16:creationId xmlns:a16="http://schemas.microsoft.com/office/drawing/2014/main" id="{BF7145E3-5BAA-798E-16B3-0A92DC7A3E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877" y="1690688"/>
            <a:ext cx="5312431" cy="40857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7978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9377F4F-44E5-DB76-C5F3-2C03FBDF0113}"/>
              </a:ext>
            </a:extLst>
          </p:cNvPr>
          <p:cNvPicPr>
            <a:picLocks noChangeAspect="1"/>
          </p:cNvPicPr>
          <p:nvPr/>
        </p:nvPicPr>
        <p:blipFill>
          <a:blip r:embed="rId2"/>
          <a:stretch>
            <a:fillRect/>
          </a:stretch>
        </p:blipFill>
        <p:spPr>
          <a:xfrm>
            <a:off x="-1961376" y="-2268796"/>
            <a:ext cx="7025746" cy="5350808"/>
          </a:xfrm>
          <a:prstGeom prst="rect">
            <a:avLst/>
          </a:prstGeom>
        </p:spPr>
      </p:pic>
      <p:sp>
        <p:nvSpPr>
          <p:cNvPr id="2" name="Rectangle: Rounded Corners 1">
            <a:extLst>
              <a:ext uri="{FF2B5EF4-FFF2-40B4-BE49-F238E27FC236}">
                <a16:creationId xmlns:a16="http://schemas.microsoft.com/office/drawing/2014/main" id="{73DF8224-38DB-CBD9-475E-2A3240209EB5}"/>
              </a:ext>
            </a:extLst>
          </p:cNvPr>
          <p:cNvSpPr/>
          <p:nvPr/>
        </p:nvSpPr>
        <p:spPr>
          <a:xfrm>
            <a:off x="4248443" y="1603139"/>
            <a:ext cx="7334138" cy="3837540"/>
          </a:xfrm>
          <a:prstGeom prst="round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Content Placeholder 2">
            <a:extLst>
              <a:ext uri="{FF2B5EF4-FFF2-40B4-BE49-F238E27FC236}">
                <a16:creationId xmlns:a16="http://schemas.microsoft.com/office/drawing/2014/main" id="{A39BAA4B-DF55-036D-5C25-9D654FE540AF}"/>
              </a:ext>
            </a:extLst>
          </p:cNvPr>
          <p:cNvSpPr>
            <a:spLocks noGrp="1"/>
          </p:cNvSpPr>
          <p:nvPr>
            <p:ph idx="1"/>
          </p:nvPr>
        </p:nvSpPr>
        <p:spPr>
          <a:xfrm>
            <a:off x="5064370" y="1853760"/>
            <a:ext cx="6120618" cy="3429237"/>
          </a:xfrm>
        </p:spPr>
        <p:txBody>
          <a:bodyPr/>
          <a:lstStyle/>
          <a:p>
            <a:pPr marL="0" indent="0">
              <a:buNone/>
            </a:pPr>
            <a:r>
              <a:rPr lang="en-ID" dirty="0" err="1">
                <a:solidFill>
                  <a:schemeClr val="tx1">
                    <a:lumMod val="75000"/>
                    <a:lumOff val="25000"/>
                  </a:schemeClr>
                </a:solidFill>
                <a:latin typeface="Poppins ExtraBold" panose="00000900000000000000" pitchFamily="2" charset="0"/>
                <a:cs typeface="Poppins ExtraBold" panose="00000900000000000000" pitchFamily="2" charset="0"/>
              </a:rPr>
              <a:t>Informasi</a:t>
            </a:r>
            <a:r>
              <a:rPr lang="en-ID" dirty="0">
                <a:solidFill>
                  <a:schemeClr val="tx1">
                    <a:lumMod val="75000"/>
                    <a:lumOff val="25000"/>
                  </a:schemeClr>
                </a:solidFill>
                <a:latin typeface="Poppins ExtraBold" panose="00000900000000000000" pitchFamily="2" charset="0"/>
                <a:cs typeface="Poppins ExtraBold" panose="00000900000000000000" pitchFamily="2" charset="0"/>
              </a:rPr>
              <a:t> </a:t>
            </a:r>
            <a:r>
              <a:rPr lang="en-ID" dirty="0" err="1">
                <a:solidFill>
                  <a:schemeClr val="tx1">
                    <a:lumMod val="75000"/>
                    <a:lumOff val="25000"/>
                  </a:schemeClr>
                </a:solidFill>
                <a:latin typeface="Poppins ExtraBold" panose="00000900000000000000" pitchFamily="2" charset="0"/>
                <a:cs typeface="Poppins ExtraBold" panose="00000900000000000000" pitchFamily="2" charset="0"/>
              </a:rPr>
              <a:t>Terpapar</a:t>
            </a:r>
            <a:r>
              <a:rPr lang="en-ID" dirty="0">
                <a:solidFill>
                  <a:schemeClr val="tx1">
                    <a:lumMod val="75000"/>
                    <a:lumOff val="25000"/>
                  </a:schemeClr>
                </a:solidFill>
                <a:latin typeface="Poppins ExtraBold" panose="00000900000000000000" pitchFamily="2" charset="0"/>
                <a:cs typeface="Poppins ExtraBold" panose="00000900000000000000" pitchFamily="2" charset="0"/>
              </a:rPr>
              <a:t> </a:t>
            </a:r>
            <a:r>
              <a:rPr lang="en-ID" dirty="0" err="1">
                <a:solidFill>
                  <a:schemeClr val="tx1">
                    <a:lumMod val="75000"/>
                    <a:lumOff val="25000"/>
                  </a:schemeClr>
                </a:solidFill>
                <a:latin typeface="Poppins ExtraBold" panose="00000900000000000000" pitchFamily="2" charset="0"/>
                <a:cs typeface="Poppins ExtraBold" panose="00000900000000000000" pitchFamily="2" charset="0"/>
              </a:rPr>
              <a:t>Jelas</a:t>
            </a:r>
            <a:r>
              <a:rPr lang="en-ID" dirty="0">
                <a:solidFill>
                  <a:schemeClr val="tx1">
                    <a:lumMod val="75000"/>
                    <a:lumOff val="25000"/>
                  </a:schemeClr>
                </a:solidFill>
                <a:latin typeface="Poppins ExtraBold" panose="00000900000000000000" pitchFamily="2" charset="0"/>
                <a:cs typeface="Poppins ExtraBold" panose="00000900000000000000" pitchFamily="2" charset="0"/>
              </a:rPr>
              <a:t>, </a:t>
            </a:r>
            <a:r>
              <a:rPr lang="en-ID" dirty="0" err="1">
                <a:solidFill>
                  <a:schemeClr val="tx1">
                    <a:lumMod val="75000"/>
                    <a:lumOff val="25000"/>
                  </a:schemeClr>
                </a:solidFill>
                <a:latin typeface="Poppins ExtraBold" panose="00000900000000000000" pitchFamily="2" charset="0"/>
                <a:cs typeface="Poppins ExtraBold" panose="00000900000000000000" pitchFamily="2" charset="0"/>
              </a:rPr>
              <a:t>Ringkas</a:t>
            </a:r>
            <a:r>
              <a:rPr lang="en-ID" dirty="0">
                <a:solidFill>
                  <a:schemeClr val="tx1">
                    <a:lumMod val="75000"/>
                    <a:lumOff val="25000"/>
                  </a:schemeClr>
                </a:solidFill>
                <a:latin typeface="Poppins ExtraBold" panose="00000900000000000000" pitchFamily="2" charset="0"/>
                <a:cs typeface="Poppins ExtraBold" panose="00000900000000000000" pitchFamily="2" charset="0"/>
              </a:rPr>
              <a:t>, dan </a:t>
            </a:r>
            <a:r>
              <a:rPr lang="en-ID" dirty="0" err="1">
                <a:solidFill>
                  <a:schemeClr val="tx1">
                    <a:lumMod val="75000"/>
                    <a:lumOff val="25000"/>
                  </a:schemeClr>
                </a:solidFill>
                <a:latin typeface="Poppins ExtraBold" panose="00000900000000000000" pitchFamily="2" charset="0"/>
                <a:cs typeface="Poppins ExtraBold" panose="00000900000000000000" pitchFamily="2" charset="0"/>
              </a:rPr>
              <a:t>Terstruktur</a:t>
            </a:r>
            <a:endParaRPr lang="en-ID" dirty="0">
              <a:solidFill>
                <a:schemeClr val="tx1">
                  <a:lumMod val="75000"/>
                  <a:lumOff val="25000"/>
                </a:schemeClr>
              </a:solidFill>
              <a:latin typeface="Poppins ExtraBold" panose="00000900000000000000" pitchFamily="2" charset="0"/>
              <a:cs typeface="Poppins ExtraBold" panose="00000900000000000000" pitchFamily="2" charset="0"/>
            </a:endParaRPr>
          </a:p>
          <a:p>
            <a:pPr marL="0" indent="0">
              <a:buNone/>
            </a:pPr>
            <a:r>
              <a:rPr lang="en-ID" sz="2400" dirty="0">
                <a:solidFill>
                  <a:schemeClr val="tx1">
                    <a:lumMod val="75000"/>
                    <a:lumOff val="25000"/>
                  </a:schemeClr>
                </a:solidFill>
                <a:latin typeface="Poppins" panose="00000500000000000000" pitchFamily="2" charset="0"/>
                <a:cs typeface="Poppins" panose="00000500000000000000" pitchFamily="2" charset="0"/>
              </a:rPr>
              <a:t>Desain UI yang </a:t>
            </a:r>
            <a:r>
              <a:rPr lang="en-ID" sz="2400" dirty="0" err="1">
                <a:solidFill>
                  <a:schemeClr val="tx1">
                    <a:lumMod val="75000"/>
                    <a:lumOff val="25000"/>
                  </a:schemeClr>
                </a:solidFill>
                <a:latin typeface="Poppins" panose="00000500000000000000" pitchFamily="2" charset="0"/>
                <a:cs typeface="Poppins" panose="00000500000000000000" pitchFamily="2" charset="0"/>
              </a:rPr>
              <a:t>baik</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adalah</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saat</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tampilan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terlihat</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minimalis</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dengan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informasi</a:t>
            </a:r>
            <a:r>
              <a:rPr lang="en-ID" sz="2400" dirty="0">
                <a:solidFill>
                  <a:schemeClr val="tx1">
                    <a:lumMod val="75000"/>
                    <a:lumOff val="25000"/>
                  </a:schemeClr>
                </a:solidFill>
                <a:latin typeface="Poppins" panose="00000500000000000000" pitchFamily="2" charset="0"/>
                <a:cs typeface="Poppins" panose="00000500000000000000" pitchFamily="2" charset="0"/>
              </a:rPr>
              <a:t> yang </a:t>
            </a:r>
            <a:r>
              <a:rPr lang="en-ID" sz="2400" dirty="0" err="1">
                <a:solidFill>
                  <a:schemeClr val="tx1">
                    <a:lumMod val="75000"/>
                    <a:lumOff val="25000"/>
                  </a:schemeClr>
                </a:solidFill>
                <a:latin typeface="Poppins" panose="00000500000000000000" pitchFamily="2" charset="0"/>
                <a:cs typeface="Poppins" panose="00000500000000000000" pitchFamily="2" charset="0"/>
              </a:rPr>
              <a:t>tersampaikan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dengan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jelas</a:t>
            </a:r>
            <a:r>
              <a:rPr lang="en-ID" sz="2400" dirty="0">
                <a:solidFill>
                  <a:schemeClr val="tx1">
                    <a:lumMod val="75000"/>
                    <a:lumOff val="25000"/>
                  </a:schemeClr>
                </a:solidFill>
                <a:latin typeface="Poppins" panose="00000500000000000000" pitchFamily="2" charset="0"/>
                <a:cs typeface="Poppins" panose="00000500000000000000" pitchFamily="2" charset="0"/>
              </a:rPr>
              <a:t> dan </a:t>
            </a:r>
            <a:r>
              <a:rPr lang="en-ID" sz="2400" dirty="0" err="1">
                <a:solidFill>
                  <a:schemeClr val="tx1">
                    <a:lumMod val="75000"/>
                    <a:lumOff val="25000"/>
                  </a:schemeClr>
                </a:solidFill>
                <a:latin typeface="Poppins" panose="00000500000000000000" pitchFamily="2" charset="0"/>
                <a:cs typeface="Poppins" panose="00000500000000000000" pitchFamily="2" charset="0"/>
              </a:rPr>
              <a:t>harus</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disusun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dengan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terstruktur</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sehingga</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menimbulkan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kebingungan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pengguna</a:t>
            </a:r>
            <a:endParaRPr lang="en-ID" sz="2400" dirty="0">
              <a:solidFill>
                <a:schemeClr val="tx1">
                  <a:lumMod val="75000"/>
                  <a:lumOff val="25000"/>
                </a:schemeClr>
              </a:solidFill>
              <a:latin typeface="Poppins" panose="00000500000000000000" pitchFamily="2" charset="0"/>
              <a:cs typeface="Poppins" panose="00000500000000000000" pitchFamily="2" charset="0"/>
            </a:endParaRPr>
          </a:p>
        </p:txBody>
      </p:sp>
      <p:sp>
        <p:nvSpPr>
          <p:cNvPr id="4" name="Title 1">
            <a:extLst>
              <a:ext uri="{FF2B5EF4-FFF2-40B4-BE49-F238E27FC236}">
                <a16:creationId xmlns:a16="http://schemas.microsoft.com/office/drawing/2014/main" id="{A05530E0-5437-F32A-C72D-F6A14647A290}"/>
              </a:ext>
            </a:extLst>
          </p:cNvPr>
          <p:cNvSpPr>
            <a:spLocks noGrp="1"/>
          </p:cNvSpPr>
          <p:nvPr>
            <p:ph type="title"/>
          </p:nvPr>
        </p:nvSpPr>
        <p:spPr>
          <a:xfrm>
            <a:off x="1561514" y="365125"/>
            <a:ext cx="9792286" cy="1325563"/>
          </a:xfrm>
        </p:spPr>
        <p:txBody>
          <a:bodyPr/>
          <a:lstStyle/>
          <a:p>
            <a:r>
              <a:rPr lang="en-US" b="1" dirty="0" err="1">
                <a:solidFill>
                  <a:schemeClr val="tx1">
                    <a:lumMod val="75000"/>
                    <a:lumOff val="25000"/>
                  </a:schemeClr>
                </a:solidFill>
                <a:latin typeface="Poppins ExtraBold" panose="00000900000000000000" pitchFamily="2" charset="0"/>
                <a:cs typeface="Poppins ExtraBold" panose="00000900000000000000" pitchFamily="2" charset="0"/>
              </a:rPr>
              <a:t>Karakteristik</a:t>
            </a:r>
            <a:r>
              <a:rPr lang="en-US" b="1" dirty="0">
                <a:solidFill>
                  <a:schemeClr val="tx1">
                    <a:lumMod val="75000"/>
                    <a:lumOff val="25000"/>
                  </a:schemeClr>
                </a:solidFill>
                <a:latin typeface="Poppins ExtraBold" panose="00000900000000000000" pitchFamily="2" charset="0"/>
                <a:cs typeface="Poppins ExtraBold" panose="00000900000000000000" pitchFamily="2" charset="0"/>
              </a:rPr>
              <a:t> Mobile</a:t>
            </a:r>
            <a:endParaRPr lang="en-ID" b="1" dirty="0">
              <a:solidFill>
                <a:schemeClr val="tx1">
                  <a:lumMod val="75000"/>
                  <a:lumOff val="25000"/>
                </a:schemeClr>
              </a:solidFill>
              <a:latin typeface="Poppins ExtraBold" panose="00000900000000000000" pitchFamily="2" charset="0"/>
              <a:cs typeface="Poppins ExtraBold" panose="00000900000000000000" pitchFamily="2" charset="0"/>
            </a:endParaRPr>
          </a:p>
        </p:txBody>
      </p:sp>
      <p:pic>
        <p:nvPicPr>
          <p:cNvPr id="5" name="Picture 2" descr="UI | UX | Mobile App​ - Which Colour You Want - Graphic Design Agency">
            <a:extLst>
              <a:ext uri="{FF2B5EF4-FFF2-40B4-BE49-F238E27FC236}">
                <a16:creationId xmlns:a16="http://schemas.microsoft.com/office/drawing/2014/main" id="{260AF294-C2DC-C68F-A5C9-01CFB89BBA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419" y="1435277"/>
            <a:ext cx="4075123" cy="4638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47212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5B0C136-0015-A5F8-F565-F8241BC40055}"/>
              </a:ext>
            </a:extLst>
          </p:cNvPr>
          <p:cNvPicPr>
            <a:picLocks noChangeAspect="1"/>
          </p:cNvPicPr>
          <p:nvPr/>
        </p:nvPicPr>
        <p:blipFill>
          <a:blip r:embed="rId2"/>
          <a:stretch>
            <a:fillRect/>
          </a:stretch>
        </p:blipFill>
        <p:spPr>
          <a:xfrm>
            <a:off x="7840927" y="4182596"/>
            <a:ext cx="7025746" cy="5350808"/>
          </a:xfrm>
          <a:prstGeom prst="rect">
            <a:avLst/>
          </a:prstGeom>
        </p:spPr>
      </p:pic>
      <p:pic>
        <p:nvPicPr>
          <p:cNvPr id="7" name="Picture 6">
            <a:extLst>
              <a:ext uri="{FF2B5EF4-FFF2-40B4-BE49-F238E27FC236}">
                <a16:creationId xmlns:a16="http://schemas.microsoft.com/office/drawing/2014/main" id="{5BC85413-CAC7-F2E7-BA3A-29510DEC5D31}"/>
              </a:ext>
            </a:extLst>
          </p:cNvPr>
          <p:cNvPicPr>
            <a:picLocks noChangeAspect="1"/>
          </p:cNvPicPr>
          <p:nvPr/>
        </p:nvPicPr>
        <p:blipFill>
          <a:blip r:embed="rId2"/>
          <a:stretch>
            <a:fillRect/>
          </a:stretch>
        </p:blipFill>
        <p:spPr>
          <a:xfrm>
            <a:off x="-2531918" y="1690688"/>
            <a:ext cx="5208126" cy="3966509"/>
          </a:xfrm>
          <a:prstGeom prst="rect">
            <a:avLst/>
          </a:prstGeom>
        </p:spPr>
      </p:pic>
      <p:sp>
        <p:nvSpPr>
          <p:cNvPr id="2" name="Rectangle: Rounded Corners 1">
            <a:extLst>
              <a:ext uri="{FF2B5EF4-FFF2-40B4-BE49-F238E27FC236}">
                <a16:creationId xmlns:a16="http://schemas.microsoft.com/office/drawing/2014/main" id="{7A3B90D5-4564-E9CA-A9A7-FB94CD644617}"/>
              </a:ext>
            </a:extLst>
          </p:cNvPr>
          <p:cNvSpPr/>
          <p:nvPr/>
        </p:nvSpPr>
        <p:spPr>
          <a:xfrm>
            <a:off x="4248443" y="1603139"/>
            <a:ext cx="7334138" cy="3837540"/>
          </a:xfrm>
          <a:prstGeom prst="round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Content Placeholder 2">
            <a:extLst>
              <a:ext uri="{FF2B5EF4-FFF2-40B4-BE49-F238E27FC236}">
                <a16:creationId xmlns:a16="http://schemas.microsoft.com/office/drawing/2014/main" id="{9D94A936-4908-7DA4-78D1-62C1FE4A1BE2}"/>
              </a:ext>
            </a:extLst>
          </p:cNvPr>
          <p:cNvSpPr>
            <a:spLocks noGrp="1"/>
          </p:cNvSpPr>
          <p:nvPr>
            <p:ph idx="1"/>
          </p:nvPr>
        </p:nvSpPr>
        <p:spPr>
          <a:xfrm>
            <a:off x="5781821" y="2015078"/>
            <a:ext cx="5431301" cy="3013661"/>
          </a:xfrm>
        </p:spPr>
        <p:txBody>
          <a:bodyPr/>
          <a:lstStyle/>
          <a:p>
            <a:pPr marL="0" indent="0">
              <a:buNone/>
            </a:pPr>
            <a:r>
              <a:rPr lang="en-ID" dirty="0" err="1">
                <a:solidFill>
                  <a:schemeClr val="tx1">
                    <a:lumMod val="75000"/>
                    <a:lumOff val="25000"/>
                  </a:schemeClr>
                </a:solidFill>
                <a:latin typeface="Poppins ExtraBold" panose="00000900000000000000" pitchFamily="2" charset="0"/>
                <a:cs typeface="Poppins ExtraBold" panose="00000900000000000000" pitchFamily="2" charset="0"/>
              </a:rPr>
              <a:t>Layar</a:t>
            </a:r>
            <a:r>
              <a:rPr lang="en-ID" dirty="0">
                <a:solidFill>
                  <a:schemeClr val="tx1">
                    <a:lumMod val="75000"/>
                    <a:lumOff val="25000"/>
                  </a:schemeClr>
                </a:solidFill>
                <a:latin typeface="Poppins ExtraBold" panose="00000900000000000000" pitchFamily="2" charset="0"/>
                <a:cs typeface="Poppins ExtraBold" panose="00000900000000000000" pitchFamily="2" charset="0"/>
              </a:rPr>
              <a:t> </a:t>
            </a:r>
            <a:r>
              <a:rPr lang="en-ID" dirty="0" err="1">
                <a:solidFill>
                  <a:schemeClr val="tx1">
                    <a:lumMod val="75000"/>
                    <a:lumOff val="25000"/>
                  </a:schemeClr>
                </a:solidFill>
                <a:latin typeface="Poppins ExtraBold" panose="00000900000000000000" pitchFamily="2" charset="0"/>
                <a:cs typeface="Poppins ExtraBold" panose="00000900000000000000" pitchFamily="2" charset="0"/>
              </a:rPr>
              <a:t>Responsif</a:t>
            </a:r>
            <a:r>
              <a:rPr lang="en-ID" dirty="0">
                <a:solidFill>
                  <a:schemeClr val="tx1">
                    <a:lumMod val="75000"/>
                    <a:lumOff val="25000"/>
                  </a:schemeClr>
                </a:solidFill>
                <a:latin typeface="Poppins ExtraBold" panose="00000900000000000000" pitchFamily="2" charset="0"/>
                <a:cs typeface="Poppins ExtraBold" panose="00000900000000000000" pitchFamily="2" charset="0"/>
              </a:rPr>
              <a:t> </a:t>
            </a:r>
            <a:r>
              <a:rPr lang="en-ID" dirty="0" err="1">
                <a:solidFill>
                  <a:schemeClr val="tx1">
                    <a:lumMod val="75000"/>
                    <a:lumOff val="25000"/>
                  </a:schemeClr>
                </a:solidFill>
                <a:latin typeface="Poppins ExtraBold" panose="00000900000000000000" pitchFamily="2" charset="0"/>
                <a:cs typeface="Poppins ExtraBold" panose="00000900000000000000" pitchFamily="2" charset="0"/>
              </a:rPr>
              <a:t>dengan</a:t>
            </a:r>
            <a:r>
              <a:rPr lang="en-ID" dirty="0">
                <a:solidFill>
                  <a:schemeClr val="tx1">
                    <a:lumMod val="75000"/>
                    <a:lumOff val="25000"/>
                  </a:schemeClr>
                </a:solidFill>
                <a:latin typeface="Poppins ExtraBold" panose="00000900000000000000" pitchFamily="2" charset="0"/>
                <a:cs typeface="Poppins ExtraBold" panose="00000900000000000000" pitchFamily="2" charset="0"/>
              </a:rPr>
              <a:t> </a:t>
            </a:r>
            <a:r>
              <a:rPr lang="en-ID" dirty="0" err="1">
                <a:solidFill>
                  <a:schemeClr val="tx1">
                    <a:lumMod val="75000"/>
                    <a:lumOff val="25000"/>
                  </a:schemeClr>
                </a:solidFill>
                <a:latin typeface="Poppins ExtraBold" panose="00000900000000000000" pitchFamily="2" charset="0"/>
                <a:cs typeface="Poppins ExtraBold" panose="00000900000000000000" pitchFamily="2" charset="0"/>
              </a:rPr>
              <a:t>Ukuran</a:t>
            </a:r>
            <a:r>
              <a:rPr lang="en-ID" dirty="0">
                <a:solidFill>
                  <a:schemeClr val="tx1">
                    <a:lumMod val="75000"/>
                    <a:lumOff val="25000"/>
                  </a:schemeClr>
                </a:solidFill>
                <a:latin typeface="Poppins ExtraBold" panose="00000900000000000000" pitchFamily="2" charset="0"/>
                <a:cs typeface="Poppins ExtraBold" panose="00000900000000000000" pitchFamily="2" charset="0"/>
              </a:rPr>
              <a:t> UI yang </a:t>
            </a:r>
            <a:r>
              <a:rPr lang="en-ID" dirty="0" err="1">
                <a:solidFill>
                  <a:schemeClr val="tx1">
                    <a:lumMod val="75000"/>
                    <a:lumOff val="25000"/>
                  </a:schemeClr>
                </a:solidFill>
                <a:latin typeface="Poppins ExtraBold" panose="00000900000000000000" pitchFamily="2" charset="0"/>
                <a:cs typeface="Poppins ExtraBold" panose="00000900000000000000" pitchFamily="2" charset="0"/>
              </a:rPr>
              <a:t>Efisien</a:t>
            </a:r>
            <a:endParaRPr lang="en-ID" dirty="0">
              <a:solidFill>
                <a:schemeClr val="tx1">
                  <a:lumMod val="75000"/>
                  <a:lumOff val="25000"/>
                </a:schemeClr>
              </a:solidFill>
              <a:latin typeface="Poppins ExtraBold" panose="00000900000000000000" pitchFamily="2" charset="0"/>
              <a:cs typeface="Poppins ExtraBold" panose="00000900000000000000" pitchFamily="2" charset="0"/>
            </a:endParaRPr>
          </a:p>
          <a:p>
            <a:pPr marL="0" indent="0">
              <a:buNone/>
            </a:pPr>
            <a:r>
              <a:rPr lang="en-ID" sz="2400" dirty="0">
                <a:solidFill>
                  <a:schemeClr val="tx1">
                    <a:lumMod val="75000"/>
                    <a:lumOff val="25000"/>
                  </a:schemeClr>
                </a:solidFill>
                <a:latin typeface="Poppins" panose="00000500000000000000" pitchFamily="2" charset="0"/>
                <a:cs typeface="Poppins" panose="00000500000000000000" pitchFamily="2" charset="0"/>
              </a:rPr>
              <a:t>Area </a:t>
            </a:r>
            <a:r>
              <a:rPr lang="en-ID" sz="2400" dirty="0" err="1">
                <a:solidFill>
                  <a:schemeClr val="tx1">
                    <a:lumMod val="75000"/>
                    <a:lumOff val="25000"/>
                  </a:schemeClr>
                </a:solidFill>
                <a:latin typeface="Poppins" panose="00000500000000000000" pitchFamily="2" charset="0"/>
                <a:cs typeface="Poppins" panose="00000500000000000000" pitchFamily="2" charset="0"/>
              </a:rPr>
              <a:t>sentuh</a:t>
            </a:r>
            <a:r>
              <a:rPr lang="en-ID" sz="2400" dirty="0">
                <a:solidFill>
                  <a:schemeClr val="tx1">
                    <a:lumMod val="75000"/>
                    <a:lumOff val="25000"/>
                  </a:schemeClr>
                </a:solidFill>
                <a:latin typeface="Poppins" panose="00000500000000000000" pitchFamily="2" charset="0"/>
                <a:cs typeface="Poppins" panose="00000500000000000000" pitchFamily="2" charset="0"/>
              </a:rPr>
              <a:t> pada </a:t>
            </a:r>
            <a:r>
              <a:rPr lang="en-ID" sz="2400" dirty="0" err="1">
                <a:solidFill>
                  <a:schemeClr val="tx1">
                    <a:lumMod val="75000"/>
                    <a:lumOff val="25000"/>
                  </a:schemeClr>
                </a:solidFill>
                <a:latin typeface="Poppins" panose="00000500000000000000" pitchFamily="2" charset="0"/>
                <a:cs typeface="Poppins" panose="00000500000000000000" pitchFamily="2" charset="0"/>
              </a:rPr>
              <a:t>suatu</a:t>
            </a:r>
            <a:r>
              <a:rPr lang="en-ID" sz="2400" dirty="0">
                <a:solidFill>
                  <a:schemeClr val="tx1">
                    <a:lumMod val="75000"/>
                    <a:lumOff val="25000"/>
                  </a:schemeClr>
                </a:solidFill>
                <a:latin typeface="Poppins" panose="00000500000000000000" pitchFamily="2" charset="0"/>
                <a:cs typeface="Poppins" panose="00000500000000000000" pitchFamily="2" charset="0"/>
              </a:rPr>
              <a:t> selection </a:t>
            </a:r>
            <a:r>
              <a:rPr lang="en-ID" sz="2400" dirty="0" err="1">
                <a:solidFill>
                  <a:schemeClr val="tx1">
                    <a:lumMod val="75000"/>
                    <a:lumOff val="25000"/>
                  </a:schemeClr>
                </a:solidFill>
                <a:latin typeface="Poppins" panose="00000500000000000000" pitchFamily="2" charset="0"/>
                <a:cs typeface="Poppins" panose="00000500000000000000" pitchFamily="2" charset="0"/>
              </a:rPr>
              <a:t>harus</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memiliki</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ukuran</a:t>
            </a:r>
            <a:r>
              <a:rPr lang="en-ID" sz="2400" dirty="0">
                <a:solidFill>
                  <a:schemeClr val="tx1">
                    <a:lumMod val="75000"/>
                    <a:lumOff val="25000"/>
                  </a:schemeClr>
                </a:solidFill>
                <a:latin typeface="Poppins" panose="00000500000000000000" pitchFamily="2" charset="0"/>
                <a:cs typeface="Poppins" panose="00000500000000000000" pitchFamily="2" charset="0"/>
              </a:rPr>
              <a:t> yang pas </a:t>
            </a:r>
            <a:r>
              <a:rPr lang="en-ID" sz="2400" dirty="0" err="1">
                <a:solidFill>
                  <a:schemeClr val="tx1">
                    <a:lumMod val="75000"/>
                    <a:lumOff val="25000"/>
                  </a:schemeClr>
                </a:solidFill>
                <a:latin typeface="Poppins" panose="00000500000000000000" pitchFamily="2" charset="0"/>
                <a:cs typeface="Poppins" panose="00000500000000000000" pitchFamily="2" charset="0"/>
              </a:rPr>
              <a:t>sehingga</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lebih</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mudah</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untuk</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disentuh</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tanpa</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mengganggu</a:t>
            </a:r>
            <a:r>
              <a:rPr lang="en-ID" sz="2400" dirty="0">
                <a:solidFill>
                  <a:schemeClr val="tx1">
                    <a:lumMod val="75000"/>
                    <a:lumOff val="25000"/>
                  </a:schemeClr>
                </a:solidFill>
                <a:latin typeface="Poppins" panose="00000500000000000000" pitchFamily="2" charset="0"/>
                <a:cs typeface="Poppins" panose="00000500000000000000" pitchFamily="2" charset="0"/>
              </a:rPr>
              <a:t> area </a:t>
            </a:r>
            <a:r>
              <a:rPr lang="en-ID" sz="2400" dirty="0" err="1">
                <a:solidFill>
                  <a:schemeClr val="tx1">
                    <a:lumMod val="75000"/>
                    <a:lumOff val="25000"/>
                  </a:schemeClr>
                </a:solidFill>
                <a:latin typeface="Poppins" panose="00000500000000000000" pitchFamily="2" charset="0"/>
                <a:cs typeface="Poppins" panose="00000500000000000000" pitchFamily="2" charset="0"/>
              </a:rPr>
              <a:t>sentuh</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pilihan</a:t>
            </a:r>
            <a:r>
              <a:rPr lang="en-ID" sz="2400" dirty="0">
                <a:solidFill>
                  <a:schemeClr val="tx1">
                    <a:lumMod val="75000"/>
                    <a:lumOff val="25000"/>
                  </a:schemeClr>
                </a:solidFill>
                <a:latin typeface="Poppins" panose="00000500000000000000" pitchFamily="2" charset="0"/>
                <a:cs typeface="Poppins" panose="00000500000000000000" pitchFamily="2" charset="0"/>
              </a:rPr>
              <a:t> lain (</a:t>
            </a:r>
            <a:r>
              <a:rPr lang="en-ID" sz="2400" dirty="0" err="1">
                <a:solidFill>
                  <a:schemeClr val="tx1">
                    <a:lumMod val="75000"/>
                    <a:lumOff val="25000"/>
                  </a:schemeClr>
                </a:solidFill>
                <a:latin typeface="Poppins" panose="00000500000000000000" pitchFamily="2" charset="0"/>
                <a:cs typeface="Poppins" panose="00000500000000000000" pitchFamily="2" charset="0"/>
              </a:rPr>
              <a:t>menghindari</a:t>
            </a:r>
            <a:r>
              <a:rPr lang="en-ID" sz="2400" dirty="0">
                <a:solidFill>
                  <a:schemeClr val="tx1">
                    <a:lumMod val="75000"/>
                    <a:lumOff val="25000"/>
                  </a:schemeClr>
                </a:solidFill>
                <a:latin typeface="Poppins" panose="00000500000000000000" pitchFamily="2" charset="0"/>
                <a:cs typeface="Poppins" panose="00000500000000000000" pitchFamily="2" charset="0"/>
              </a:rPr>
              <a:t> fat fingering)</a:t>
            </a:r>
          </a:p>
        </p:txBody>
      </p:sp>
      <p:sp>
        <p:nvSpPr>
          <p:cNvPr id="4" name="Title 1">
            <a:extLst>
              <a:ext uri="{FF2B5EF4-FFF2-40B4-BE49-F238E27FC236}">
                <a16:creationId xmlns:a16="http://schemas.microsoft.com/office/drawing/2014/main" id="{D46F3512-711A-3A85-5992-055051317C11}"/>
              </a:ext>
            </a:extLst>
          </p:cNvPr>
          <p:cNvSpPr>
            <a:spLocks noGrp="1"/>
          </p:cNvSpPr>
          <p:nvPr>
            <p:ph type="title"/>
          </p:nvPr>
        </p:nvSpPr>
        <p:spPr>
          <a:xfrm>
            <a:off x="1955409" y="365125"/>
            <a:ext cx="9398390" cy="1325563"/>
          </a:xfrm>
        </p:spPr>
        <p:txBody>
          <a:bodyPr/>
          <a:lstStyle/>
          <a:p>
            <a:r>
              <a:rPr lang="en-US" b="1" dirty="0" err="1">
                <a:solidFill>
                  <a:schemeClr val="tx1">
                    <a:lumMod val="75000"/>
                    <a:lumOff val="25000"/>
                  </a:schemeClr>
                </a:solidFill>
                <a:latin typeface="Poppins ExtraBold" panose="00000900000000000000" pitchFamily="2" charset="0"/>
                <a:cs typeface="Poppins ExtraBold" panose="00000900000000000000" pitchFamily="2" charset="0"/>
              </a:rPr>
              <a:t>Karakteristik</a:t>
            </a:r>
            <a:r>
              <a:rPr lang="en-US" b="1" dirty="0">
                <a:solidFill>
                  <a:schemeClr val="tx1">
                    <a:lumMod val="75000"/>
                    <a:lumOff val="25000"/>
                  </a:schemeClr>
                </a:solidFill>
                <a:latin typeface="Poppins ExtraBold" panose="00000900000000000000" pitchFamily="2" charset="0"/>
                <a:cs typeface="Poppins ExtraBold" panose="00000900000000000000" pitchFamily="2" charset="0"/>
              </a:rPr>
              <a:t> Mobile</a:t>
            </a:r>
            <a:endParaRPr lang="en-ID" b="1" dirty="0">
              <a:solidFill>
                <a:schemeClr val="tx1">
                  <a:lumMod val="75000"/>
                  <a:lumOff val="25000"/>
                </a:schemeClr>
              </a:solidFill>
              <a:latin typeface="Poppins ExtraBold" panose="00000900000000000000" pitchFamily="2" charset="0"/>
              <a:cs typeface="Poppins ExtraBold" panose="00000900000000000000" pitchFamily="2" charset="0"/>
            </a:endParaRPr>
          </a:p>
        </p:txBody>
      </p:sp>
      <p:pic>
        <p:nvPicPr>
          <p:cNvPr id="5" name="Picture 2" descr="Top UX/UI Design Services Company in India &amp; USA | Binmile">
            <a:extLst>
              <a:ext uri="{FF2B5EF4-FFF2-40B4-BE49-F238E27FC236}">
                <a16:creationId xmlns:a16="http://schemas.microsoft.com/office/drawing/2014/main" id="{1B625D79-CBD8-1668-5DEA-9F5948F4E0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493" y="1690688"/>
            <a:ext cx="4971343" cy="374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1861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E055C66-DEDC-6FD1-5D8D-9E9F1471E938}"/>
              </a:ext>
            </a:extLst>
          </p:cNvPr>
          <p:cNvPicPr>
            <a:picLocks noChangeAspect="1"/>
          </p:cNvPicPr>
          <p:nvPr/>
        </p:nvPicPr>
        <p:blipFill>
          <a:blip r:embed="rId2"/>
          <a:stretch>
            <a:fillRect/>
          </a:stretch>
        </p:blipFill>
        <p:spPr>
          <a:xfrm>
            <a:off x="-2341204" y="-2170322"/>
            <a:ext cx="7025746" cy="5350808"/>
          </a:xfrm>
          <a:prstGeom prst="rect">
            <a:avLst/>
          </a:prstGeom>
        </p:spPr>
      </p:pic>
      <p:pic>
        <p:nvPicPr>
          <p:cNvPr id="6" name="Picture 5">
            <a:extLst>
              <a:ext uri="{FF2B5EF4-FFF2-40B4-BE49-F238E27FC236}">
                <a16:creationId xmlns:a16="http://schemas.microsoft.com/office/drawing/2014/main" id="{CFEA97FC-1A88-F06A-892A-4599F3BE87EA}"/>
              </a:ext>
            </a:extLst>
          </p:cNvPr>
          <p:cNvPicPr>
            <a:picLocks noChangeAspect="1"/>
          </p:cNvPicPr>
          <p:nvPr/>
        </p:nvPicPr>
        <p:blipFill>
          <a:blip r:embed="rId2"/>
          <a:stretch>
            <a:fillRect/>
          </a:stretch>
        </p:blipFill>
        <p:spPr>
          <a:xfrm rot="5400000">
            <a:off x="7643979" y="4731236"/>
            <a:ext cx="7025746" cy="5350808"/>
          </a:xfrm>
          <a:prstGeom prst="rect">
            <a:avLst/>
          </a:prstGeom>
        </p:spPr>
      </p:pic>
      <p:sp>
        <p:nvSpPr>
          <p:cNvPr id="4" name="Rectangle: Rounded Corners 3">
            <a:extLst>
              <a:ext uri="{FF2B5EF4-FFF2-40B4-BE49-F238E27FC236}">
                <a16:creationId xmlns:a16="http://schemas.microsoft.com/office/drawing/2014/main" id="{279D9097-BB1B-9B1A-3E29-76266D53723D}"/>
              </a:ext>
            </a:extLst>
          </p:cNvPr>
          <p:cNvSpPr/>
          <p:nvPr/>
        </p:nvSpPr>
        <p:spPr>
          <a:xfrm>
            <a:off x="4248443" y="1603139"/>
            <a:ext cx="7334138" cy="3837540"/>
          </a:xfrm>
          <a:prstGeom prst="round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id="{608F898F-A07E-C7AA-FCD0-EFFC7B118B65}"/>
              </a:ext>
            </a:extLst>
          </p:cNvPr>
          <p:cNvSpPr>
            <a:spLocks noGrp="1"/>
          </p:cNvSpPr>
          <p:nvPr>
            <p:ph type="title"/>
          </p:nvPr>
        </p:nvSpPr>
        <p:spPr>
          <a:xfrm>
            <a:off x="838200" y="365125"/>
            <a:ext cx="8840372" cy="1325563"/>
          </a:xfrm>
        </p:spPr>
        <p:txBody>
          <a:bodyPr/>
          <a:lstStyle/>
          <a:p>
            <a:pPr algn="ctr"/>
            <a:r>
              <a:rPr lang="en-US" dirty="0" err="1">
                <a:solidFill>
                  <a:schemeClr val="tx1">
                    <a:lumMod val="75000"/>
                    <a:lumOff val="25000"/>
                  </a:schemeClr>
                </a:solidFill>
                <a:latin typeface="Poppins ExtraBold" panose="00000900000000000000" pitchFamily="2" charset="0"/>
                <a:cs typeface="Poppins ExtraBold" panose="00000900000000000000" pitchFamily="2" charset="0"/>
              </a:rPr>
              <a:t>Manfaat</a:t>
            </a:r>
            <a:r>
              <a:rPr lang="en-US" dirty="0">
                <a:solidFill>
                  <a:schemeClr val="tx1">
                    <a:lumMod val="75000"/>
                    <a:lumOff val="25000"/>
                  </a:schemeClr>
                </a:solidFill>
                <a:latin typeface="Poppins ExtraBold" panose="00000900000000000000" pitchFamily="2" charset="0"/>
                <a:cs typeface="Poppins ExtraBold" panose="00000900000000000000" pitchFamily="2" charset="0"/>
              </a:rPr>
              <a:t> User Interface</a:t>
            </a:r>
            <a:endParaRPr lang="en-ID" dirty="0">
              <a:solidFill>
                <a:schemeClr val="tx1">
                  <a:lumMod val="75000"/>
                  <a:lumOff val="25000"/>
                </a:schemeClr>
              </a:solidFill>
              <a:latin typeface="Poppins ExtraBold" panose="00000900000000000000" pitchFamily="2" charset="0"/>
              <a:cs typeface="Poppins ExtraBold" panose="00000900000000000000" pitchFamily="2" charset="0"/>
            </a:endParaRPr>
          </a:p>
        </p:txBody>
      </p:sp>
      <p:sp>
        <p:nvSpPr>
          <p:cNvPr id="3" name="Content Placeholder 2">
            <a:extLst>
              <a:ext uri="{FF2B5EF4-FFF2-40B4-BE49-F238E27FC236}">
                <a16:creationId xmlns:a16="http://schemas.microsoft.com/office/drawing/2014/main" id="{34BED4FC-5C64-B13C-4B59-C8ACC6D2C992}"/>
              </a:ext>
            </a:extLst>
          </p:cNvPr>
          <p:cNvSpPr>
            <a:spLocks noGrp="1"/>
          </p:cNvSpPr>
          <p:nvPr>
            <p:ph idx="1"/>
          </p:nvPr>
        </p:nvSpPr>
        <p:spPr>
          <a:xfrm>
            <a:off x="4881489" y="2154286"/>
            <a:ext cx="6274191" cy="2549427"/>
          </a:xfrm>
        </p:spPr>
        <p:txBody>
          <a:bodyPr/>
          <a:lstStyle/>
          <a:p>
            <a:pPr marL="0" indent="0">
              <a:buNone/>
            </a:pPr>
            <a:r>
              <a:rPr lang="en-ID" b="1" dirty="0" err="1">
                <a:solidFill>
                  <a:schemeClr val="tx1">
                    <a:lumMod val="75000"/>
                    <a:lumOff val="25000"/>
                  </a:schemeClr>
                </a:solidFill>
                <a:latin typeface="Poppins ExtraBold" panose="00000900000000000000" pitchFamily="2" charset="0"/>
                <a:cs typeface="Poppins ExtraBold" panose="00000900000000000000" pitchFamily="2" charset="0"/>
              </a:rPr>
              <a:t>Memudahkan</a:t>
            </a:r>
            <a:r>
              <a:rPr lang="en-ID" b="1" dirty="0">
                <a:solidFill>
                  <a:schemeClr val="tx1">
                    <a:lumMod val="75000"/>
                    <a:lumOff val="25000"/>
                  </a:schemeClr>
                </a:solidFill>
                <a:latin typeface="Poppins ExtraBold" panose="00000900000000000000" pitchFamily="2" charset="0"/>
                <a:cs typeface="Poppins ExtraBold" panose="00000900000000000000" pitchFamily="2" charset="0"/>
              </a:rPr>
              <a:t> </a:t>
            </a:r>
            <a:r>
              <a:rPr lang="en-ID" b="1" dirty="0" err="1">
                <a:solidFill>
                  <a:schemeClr val="tx1">
                    <a:lumMod val="75000"/>
                    <a:lumOff val="25000"/>
                  </a:schemeClr>
                </a:solidFill>
                <a:latin typeface="Poppins ExtraBold" panose="00000900000000000000" pitchFamily="2" charset="0"/>
                <a:cs typeface="Poppins ExtraBold" panose="00000900000000000000" pitchFamily="2" charset="0"/>
              </a:rPr>
              <a:t>dalam</a:t>
            </a:r>
            <a:r>
              <a:rPr lang="en-ID" b="1" dirty="0">
                <a:solidFill>
                  <a:schemeClr val="tx1">
                    <a:lumMod val="75000"/>
                    <a:lumOff val="25000"/>
                  </a:schemeClr>
                </a:solidFill>
                <a:latin typeface="Poppins ExtraBold" panose="00000900000000000000" pitchFamily="2" charset="0"/>
                <a:cs typeface="Poppins ExtraBold" panose="00000900000000000000" pitchFamily="2" charset="0"/>
              </a:rPr>
              <a:t> proses </a:t>
            </a:r>
            <a:r>
              <a:rPr lang="en-ID" b="1" dirty="0" err="1">
                <a:solidFill>
                  <a:schemeClr val="tx1">
                    <a:lumMod val="75000"/>
                    <a:lumOff val="25000"/>
                  </a:schemeClr>
                </a:solidFill>
                <a:latin typeface="Poppins ExtraBold" panose="00000900000000000000" pitchFamily="2" charset="0"/>
                <a:cs typeface="Poppins ExtraBold" panose="00000900000000000000" pitchFamily="2" charset="0"/>
              </a:rPr>
              <a:t>interaksi</a:t>
            </a:r>
            <a:r>
              <a:rPr lang="en-ID" b="1" dirty="0">
                <a:solidFill>
                  <a:schemeClr val="tx1">
                    <a:lumMod val="75000"/>
                    <a:lumOff val="25000"/>
                  </a:schemeClr>
                </a:solidFill>
                <a:latin typeface="Poppins ExtraBold" panose="00000900000000000000" pitchFamily="2" charset="0"/>
                <a:cs typeface="Poppins ExtraBold" panose="00000900000000000000" pitchFamily="2" charset="0"/>
              </a:rPr>
              <a:t> </a:t>
            </a:r>
            <a:r>
              <a:rPr lang="en-ID" b="1" dirty="0" err="1">
                <a:solidFill>
                  <a:schemeClr val="tx1">
                    <a:lumMod val="75000"/>
                    <a:lumOff val="25000"/>
                  </a:schemeClr>
                </a:solidFill>
                <a:latin typeface="Poppins ExtraBold" panose="00000900000000000000" pitchFamily="2" charset="0"/>
                <a:cs typeface="Poppins ExtraBold" panose="00000900000000000000" pitchFamily="2" charset="0"/>
              </a:rPr>
              <a:t>dengan</a:t>
            </a:r>
            <a:r>
              <a:rPr lang="en-ID" b="1" dirty="0">
                <a:solidFill>
                  <a:schemeClr val="tx1">
                    <a:lumMod val="75000"/>
                    <a:lumOff val="25000"/>
                  </a:schemeClr>
                </a:solidFill>
                <a:latin typeface="Poppins ExtraBold" panose="00000900000000000000" pitchFamily="2" charset="0"/>
                <a:cs typeface="Poppins ExtraBold" panose="00000900000000000000" pitchFamily="2" charset="0"/>
              </a:rPr>
              <a:t> </a:t>
            </a:r>
            <a:r>
              <a:rPr lang="en-ID" b="1" dirty="0" err="1">
                <a:solidFill>
                  <a:schemeClr val="tx1">
                    <a:lumMod val="75000"/>
                    <a:lumOff val="25000"/>
                  </a:schemeClr>
                </a:solidFill>
                <a:latin typeface="Poppins ExtraBold" panose="00000900000000000000" pitchFamily="2" charset="0"/>
                <a:cs typeface="Poppins ExtraBold" panose="00000900000000000000" pitchFamily="2" charset="0"/>
              </a:rPr>
              <a:t>pengguna</a:t>
            </a:r>
            <a:r>
              <a:rPr lang="en-ID" b="1" dirty="0">
                <a:solidFill>
                  <a:schemeClr val="tx1">
                    <a:lumMod val="75000"/>
                    <a:lumOff val="25000"/>
                  </a:schemeClr>
                </a:solidFill>
                <a:latin typeface="Poppins ExtraBold" panose="00000900000000000000" pitchFamily="2" charset="0"/>
                <a:cs typeface="Poppins ExtraBold" panose="00000900000000000000" pitchFamily="2" charset="0"/>
              </a:rPr>
              <a:t> (user)</a:t>
            </a:r>
          </a:p>
          <a:p>
            <a:pPr marL="0" indent="0">
              <a:buNone/>
            </a:pPr>
            <a:r>
              <a:rPr lang="en-ID" sz="2400" dirty="0" err="1">
                <a:solidFill>
                  <a:schemeClr val="tx1">
                    <a:lumMod val="75000"/>
                    <a:lumOff val="25000"/>
                  </a:schemeClr>
                </a:solidFill>
                <a:latin typeface="Poppins" panose="00000500000000000000" pitchFamily="2" charset="0"/>
                <a:cs typeface="Poppins" panose="00000500000000000000" pitchFamily="2" charset="0"/>
              </a:rPr>
              <a:t>Manfaat</a:t>
            </a:r>
            <a:r>
              <a:rPr lang="en-ID" sz="2400" dirty="0">
                <a:solidFill>
                  <a:schemeClr val="tx1">
                    <a:lumMod val="75000"/>
                    <a:lumOff val="25000"/>
                  </a:schemeClr>
                </a:solidFill>
                <a:latin typeface="Poppins" panose="00000500000000000000" pitchFamily="2" charset="0"/>
                <a:cs typeface="Poppins" panose="00000500000000000000" pitchFamily="2" charset="0"/>
              </a:rPr>
              <a:t> user interface </a:t>
            </a:r>
            <a:r>
              <a:rPr lang="en-ID" sz="2400" dirty="0" err="1">
                <a:solidFill>
                  <a:schemeClr val="tx1">
                    <a:lumMod val="75000"/>
                    <a:lumOff val="25000"/>
                  </a:schemeClr>
                </a:solidFill>
                <a:latin typeface="Poppins" panose="00000500000000000000" pitchFamily="2" charset="0"/>
                <a:cs typeface="Poppins" panose="00000500000000000000" pitchFamily="2" charset="0"/>
              </a:rPr>
              <a:t>adalah</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menjadi</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sebuah</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jembatan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antara</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pengguna</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dengan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aplikasi</a:t>
            </a:r>
            <a:endParaRPr lang="en-ID" sz="2400" dirty="0">
              <a:solidFill>
                <a:schemeClr val="tx1">
                  <a:lumMod val="75000"/>
                  <a:lumOff val="25000"/>
                </a:schemeClr>
              </a:solidFill>
              <a:latin typeface="Poppins" panose="00000500000000000000" pitchFamily="2" charset="0"/>
              <a:cs typeface="Poppins" panose="00000500000000000000" pitchFamily="2" charset="0"/>
            </a:endParaRPr>
          </a:p>
        </p:txBody>
      </p:sp>
      <p:sp>
        <p:nvSpPr>
          <p:cNvPr id="7" name="AutoShape 2" descr="Redesigning prepaid top-up service on Grab for a better experience — a UX  case study | by Satya Nugraha | Muzli - Design Inspiration">
            <a:extLst>
              <a:ext uri="{FF2B5EF4-FFF2-40B4-BE49-F238E27FC236}">
                <a16:creationId xmlns:a16="http://schemas.microsoft.com/office/drawing/2014/main" id="{289AE096-ED72-82D5-BAE8-AFAE6267C5C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pic>
        <p:nvPicPr>
          <p:cNvPr id="8" name="Picture 7">
            <a:extLst>
              <a:ext uri="{FF2B5EF4-FFF2-40B4-BE49-F238E27FC236}">
                <a16:creationId xmlns:a16="http://schemas.microsoft.com/office/drawing/2014/main" id="{BD447EEC-EB78-99E6-8E76-90BC7F7B2616}"/>
              </a:ext>
            </a:extLst>
          </p:cNvPr>
          <p:cNvPicPr>
            <a:picLocks noChangeAspect="1"/>
          </p:cNvPicPr>
          <p:nvPr/>
        </p:nvPicPr>
        <p:blipFill>
          <a:blip r:embed="rId3"/>
          <a:stretch>
            <a:fillRect/>
          </a:stretch>
        </p:blipFill>
        <p:spPr>
          <a:xfrm>
            <a:off x="317734" y="1559169"/>
            <a:ext cx="3701928" cy="3434862"/>
          </a:xfrm>
          <a:prstGeom prst="rect">
            <a:avLst/>
          </a:prstGeom>
        </p:spPr>
      </p:pic>
    </p:spTree>
    <p:extLst>
      <p:ext uri="{BB962C8B-B14F-4D97-AF65-F5344CB8AC3E}">
        <p14:creationId xmlns:p14="http://schemas.microsoft.com/office/powerpoint/2010/main" val="2295394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DEFB5E9-1BE0-F347-7759-1F5993E32113}"/>
              </a:ext>
            </a:extLst>
          </p:cNvPr>
          <p:cNvPicPr>
            <a:picLocks noChangeAspect="1"/>
          </p:cNvPicPr>
          <p:nvPr/>
        </p:nvPicPr>
        <p:blipFill>
          <a:blip r:embed="rId2"/>
          <a:stretch>
            <a:fillRect/>
          </a:stretch>
        </p:blipFill>
        <p:spPr>
          <a:xfrm rot="5400000">
            <a:off x="7109727" y="3817471"/>
            <a:ext cx="5193961" cy="5350808"/>
          </a:xfrm>
          <a:prstGeom prst="rect">
            <a:avLst/>
          </a:prstGeom>
        </p:spPr>
      </p:pic>
      <p:sp>
        <p:nvSpPr>
          <p:cNvPr id="2" name="Rectangle: Rounded Corners 1">
            <a:extLst>
              <a:ext uri="{FF2B5EF4-FFF2-40B4-BE49-F238E27FC236}">
                <a16:creationId xmlns:a16="http://schemas.microsoft.com/office/drawing/2014/main" id="{20C58DFC-69D7-D617-44E2-2E470338A0B2}"/>
              </a:ext>
            </a:extLst>
          </p:cNvPr>
          <p:cNvSpPr/>
          <p:nvPr/>
        </p:nvSpPr>
        <p:spPr>
          <a:xfrm>
            <a:off x="4248443" y="1603139"/>
            <a:ext cx="7334138" cy="3837540"/>
          </a:xfrm>
          <a:prstGeom prst="round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Content Placeholder 2">
            <a:extLst>
              <a:ext uri="{FF2B5EF4-FFF2-40B4-BE49-F238E27FC236}">
                <a16:creationId xmlns:a16="http://schemas.microsoft.com/office/drawing/2014/main" id="{059C23DC-C965-A2C9-AFC3-488CB0E41423}"/>
              </a:ext>
            </a:extLst>
          </p:cNvPr>
          <p:cNvSpPr>
            <a:spLocks noGrp="1"/>
          </p:cNvSpPr>
          <p:nvPr>
            <p:ph idx="1"/>
          </p:nvPr>
        </p:nvSpPr>
        <p:spPr>
          <a:xfrm>
            <a:off x="4853354" y="2067951"/>
            <a:ext cx="6500446" cy="2996418"/>
          </a:xfrm>
        </p:spPr>
        <p:txBody>
          <a:bodyPr>
            <a:normAutofit/>
          </a:bodyPr>
          <a:lstStyle/>
          <a:p>
            <a:pPr marL="0" indent="0">
              <a:buNone/>
            </a:pPr>
            <a:r>
              <a:rPr lang="en-ID" sz="2400" b="1" dirty="0" err="1">
                <a:solidFill>
                  <a:schemeClr val="tx1">
                    <a:lumMod val="75000"/>
                    <a:lumOff val="25000"/>
                  </a:schemeClr>
                </a:solidFill>
                <a:latin typeface="Poppins ExtraBold" panose="00000900000000000000" pitchFamily="2" charset="0"/>
                <a:cs typeface="Poppins ExtraBold" panose="00000900000000000000" pitchFamily="2" charset="0"/>
              </a:rPr>
              <a:t>Meningkatkan</a:t>
            </a:r>
            <a:r>
              <a:rPr lang="en-ID" sz="2400" b="1" dirty="0">
                <a:solidFill>
                  <a:schemeClr val="tx1">
                    <a:lumMod val="75000"/>
                    <a:lumOff val="25000"/>
                  </a:schemeClr>
                </a:solidFill>
                <a:latin typeface="Poppins ExtraBold" panose="00000900000000000000" pitchFamily="2" charset="0"/>
                <a:cs typeface="Poppins ExtraBold" panose="00000900000000000000" pitchFamily="2" charset="0"/>
              </a:rPr>
              <a:t> branding </a:t>
            </a:r>
            <a:r>
              <a:rPr lang="en-ID" sz="2400" b="1" dirty="0" err="1">
                <a:solidFill>
                  <a:schemeClr val="tx1">
                    <a:lumMod val="75000"/>
                    <a:lumOff val="25000"/>
                  </a:schemeClr>
                </a:solidFill>
                <a:latin typeface="Poppins ExtraBold" panose="00000900000000000000" pitchFamily="2" charset="0"/>
                <a:cs typeface="Poppins ExtraBold" panose="00000900000000000000" pitchFamily="2" charset="0"/>
              </a:rPr>
              <a:t>sebuah</a:t>
            </a:r>
            <a:r>
              <a:rPr lang="en-ID" sz="2400" b="1" dirty="0">
                <a:solidFill>
                  <a:schemeClr val="tx1">
                    <a:lumMod val="75000"/>
                    <a:lumOff val="25000"/>
                  </a:schemeClr>
                </a:solidFill>
                <a:latin typeface="Poppins ExtraBold" panose="00000900000000000000" pitchFamily="2" charset="0"/>
                <a:cs typeface="Poppins ExtraBold" panose="00000900000000000000" pitchFamily="2" charset="0"/>
              </a:rPr>
              <a:t> </a:t>
            </a:r>
            <a:r>
              <a:rPr lang="en-ID" sz="2400" b="1" dirty="0" err="1">
                <a:solidFill>
                  <a:schemeClr val="tx1">
                    <a:lumMod val="75000"/>
                    <a:lumOff val="25000"/>
                  </a:schemeClr>
                </a:solidFill>
                <a:latin typeface="Poppins ExtraBold" panose="00000900000000000000" pitchFamily="2" charset="0"/>
                <a:cs typeface="Poppins ExtraBold" panose="00000900000000000000" pitchFamily="2" charset="0"/>
              </a:rPr>
              <a:t>perusahaan</a:t>
            </a:r>
            <a:endParaRPr lang="en-ID" sz="2400" b="1" dirty="0">
              <a:solidFill>
                <a:schemeClr val="tx1">
                  <a:lumMod val="75000"/>
                  <a:lumOff val="25000"/>
                </a:schemeClr>
              </a:solidFill>
              <a:latin typeface="Poppins ExtraBold" panose="00000900000000000000" pitchFamily="2" charset="0"/>
              <a:cs typeface="Poppins ExtraBold" panose="00000900000000000000" pitchFamily="2" charset="0"/>
            </a:endParaRPr>
          </a:p>
          <a:p>
            <a:pPr marL="0" indent="0">
              <a:buNone/>
            </a:pPr>
            <a:r>
              <a:rPr lang="en-ID" sz="2400" dirty="0" err="1">
                <a:solidFill>
                  <a:schemeClr val="tx1">
                    <a:lumMod val="75000"/>
                    <a:lumOff val="25000"/>
                  </a:schemeClr>
                </a:solidFill>
                <a:latin typeface="Poppins" panose="00000500000000000000" pitchFamily="2" charset="0"/>
                <a:cs typeface="Poppins" panose="00000500000000000000" pitchFamily="2" charset="0"/>
              </a:rPr>
              <a:t>Manfaat</a:t>
            </a:r>
            <a:r>
              <a:rPr lang="en-ID" sz="2400" dirty="0">
                <a:solidFill>
                  <a:schemeClr val="tx1">
                    <a:lumMod val="75000"/>
                    <a:lumOff val="25000"/>
                  </a:schemeClr>
                </a:solidFill>
                <a:latin typeface="Poppins" panose="00000500000000000000" pitchFamily="2" charset="0"/>
                <a:cs typeface="Poppins" panose="00000500000000000000" pitchFamily="2" charset="0"/>
              </a:rPr>
              <a:t> user interface </a:t>
            </a:r>
            <a:r>
              <a:rPr lang="en-ID" sz="2400" dirty="0" err="1">
                <a:solidFill>
                  <a:schemeClr val="tx1">
                    <a:lumMod val="75000"/>
                    <a:lumOff val="25000"/>
                  </a:schemeClr>
                </a:solidFill>
                <a:latin typeface="Poppins" panose="00000500000000000000" pitchFamily="2" charset="0"/>
                <a:cs typeface="Poppins" panose="00000500000000000000" pitchFamily="2" charset="0"/>
              </a:rPr>
              <a:t>selanjutnya</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dapat</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meningkatkan</a:t>
            </a:r>
            <a:r>
              <a:rPr lang="en-ID" sz="2400" dirty="0">
                <a:solidFill>
                  <a:schemeClr val="tx1">
                    <a:lumMod val="75000"/>
                    <a:lumOff val="25000"/>
                  </a:schemeClr>
                </a:solidFill>
                <a:latin typeface="Poppins" panose="00000500000000000000" pitchFamily="2" charset="0"/>
                <a:cs typeface="Poppins" panose="00000500000000000000" pitchFamily="2" charset="0"/>
              </a:rPr>
              <a:t> branding </a:t>
            </a:r>
            <a:r>
              <a:rPr lang="en-ID" sz="2400" dirty="0" err="1">
                <a:solidFill>
                  <a:schemeClr val="tx1">
                    <a:lumMod val="75000"/>
                    <a:lumOff val="25000"/>
                  </a:schemeClr>
                </a:solidFill>
                <a:latin typeface="Poppins" panose="00000500000000000000" pitchFamily="2" charset="0"/>
                <a:cs typeface="Poppins" panose="00000500000000000000" pitchFamily="2" charset="0"/>
              </a:rPr>
              <a:t>atau</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nilai</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suatu</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produk</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perusahaan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Sehingga</a:t>
            </a:r>
            <a:r>
              <a:rPr lang="en-ID" sz="2400" dirty="0">
                <a:solidFill>
                  <a:schemeClr val="tx1">
                    <a:lumMod val="75000"/>
                    <a:lumOff val="25000"/>
                  </a:schemeClr>
                </a:solidFill>
                <a:latin typeface="Poppins" panose="00000500000000000000" pitchFamily="2" charset="0"/>
                <a:cs typeface="Poppins" panose="00000500000000000000" pitchFamily="2" charset="0"/>
              </a:rPr>
              <a:t>, user </a:t>
            </a:r>
            <a:r>
              <a:rPr lang="en-ID" sz="2400" dirty="0" err="1">
                <a:solidFill>
                  <a:schemeClr val="tx1">
                    <a:lumMod val="75000"/>
                    <a:lumOff val="25000"/>
                  </a:schemeClr>
                </a:solidFill>
                <a:latin typeface="Poppins" panose="00000500000000000000" pitchFamily="2" charset="0"/>
                <a:cs typeface="Poppins" panose="00000500000000000000" pitchFamily="2" charset="0"/>
              </a:rPr>
              <a:t>dapat</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mengetahui</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dengan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jelas</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produk</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atau</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layanan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bisnis</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perusahaan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anda</a:t>
            </a:r>
            <a:endParaRPr lang="en-ID" sz="2400" dirty="0">
              <a:solidFill>
                <a:schemeClr val="tx1">
                  <a:lumMod val="75000"/>
                  <a:lumOff val="25000"/>
                </a:schemeClr>
              </a:solidFill>
              <a:latin typeface="Poppins" panose="00000500000000000000" pitchFamily="2" charset="0"/>
              <a:cs typeface="Poppins" panose="00000500000000000000" pitchFamily="2" charset="0"/>
            </a:endParaRPr>
          </a:p>
        </p:txBody>
      </p:sp>
      <p:sp>
        <p:nvSpPr>
          <p:cNvPr id="4" name="Title 1">
            <a:extLst>
              <a:ext uri="{FF2B5EF4-FFF2-40B4-BE49-F238E27FC236}">
                <a16:creationId xmlns:a16="http://schemas.microsoft.com/office/drawing/2014/main" id="{CC965802-F06F-1696-17B2-2845112735E4}"/>
              </a:ext>
            </a:extLst>
          </p:cNvPr>
          <p:cNvSpPr>
            <a:spLocks noGrp="1"/>
          </p:cNvSpPr>
          <p:nvPr>
            <p:ph type="title"/>
          </p:nvPr>
        </p:nvSpPr>
        <p:spPr>
          <a:xfrm>
            <a:off x="838200" y="365125"/>
            <a:ext cx="8868508" cy="1325563"/>
          </a:xfrm>
        </p:spPr>
        <p:txBody>
          <a:bodyPr/>
          <a:lstStyle/>
          <a:p>
            <a:pPr algn="ctr"/>
            <a:r>
              <a:rPr lang="en-US" dirty="0" err="1">
                <a:solidFill>
                  <a:schemeClr val="tx1">
                    <a:lumMod val="75000"/>
                    <a:lumOff val="25000"/>
                  </a:schemeClr>
                </a:solidFill>
                <a:latin typeface="Poppins ExtraBold" panose="00000900000000000000" pitchFamily="2" charset="0"/>
                <a:cs typeface="Poppins ExtraBold" panose="00000900000000000000" pitchFamily="2" charset="0"/>
              </a:rPr>
              <a:t>Manfaat</a:t>
            </a:r>
            <a:r>
              <a:rPr lang="en-US" dirty="0">
                <a:solidFill>
                  <a:schemeClr val="tx1">
                    <a:lumMod val="75000"/>
                    <a:lumOff val="25000"/>
                  </a:schemeClr>
                </a:solidFill>
                <a:latin typeface="Poppins ExtraBold" panose="00000900000000000000" pitchFamily="2" charset="0"/>
                <a:cs typeface="Poppins ExtraBold" panose="00000900000000000000" pitchFamily="2" charset="0"/>
              </a:rPr>
              <a:t> User Interface</a:t>
            </a:r>
            <a:endParaRPr lang="en-ID" dirty="0">
              <a:solidFill>
                <a:schemeClr val="tx1">
                  <a:lumMod val="75000"/>
                  <a:lumOff val="25000"/>
                </a:schemeClr>
              </a:solidFill>
              <a:latin typeface="Poppins ExtraBold" panose="00000900000000000000" pitchFamily="2" charset="0"/>
              <a:cs typeface="Poppins ExtraBold" panose="00000900000000000000" pitchFamily="2" charset="0"/>
            </a:endParaRPr>
          </a:p>
        </p:txBody>
      </p:sp>
      <p:pic>
        <p:nvPicPr>
          <p:cNvPr id="6" name="Picture 5">
            <a:extLst>
              <a:ext uri="{FF2B5EF4-FFF2-40B4-BE49-F238E27FC236}">
                <a16:creationId xmlns:a16="http://schemas.microsoft.com/office/drawing/2014/main" id="{A9DEB37C-88EA-F129-4257-C7FBBE84E2D9}"/>
              </a:ext>
            </a:extLst>
          </p:cNvPr>
          <p:cNvPicPr>
            <a:picLocks noChangeAspect="1"/>
          </p:cNvPicPr>
          <p:nvPr/>
        </p:nvPicPr>
        <p:blipFill>
          <a:blip r:embed="rId2"/>
          <a:stretch>
            <a:fillRect/>
          </a:stretch>
        </p:blipFill>
        <p:spPr>
          <a:xfrm rot="5400000">
            <a:off x="-2596981" y="890755"/>
            <a:ext cx="5193961" cy="5350808"/>
          </a:xfrm>
          <a:prstGeom prst="rect">
            <a:avLst/>
          </a:prstGeom>
        </p:spPr>
      </p:pic>
      <p:pic>
        <p:nvPicPr>
          <p:cNvPr id="7" name="Picture 6">
            <a:extLst>
              <a:ext uri="{FF2B5EF4-FFF2-40B4-BE49-F238E27FC236}">
                <a16:creationId xmlns:a16="http://schemas.microsoft.com/office/drawing/2014/main" id="{FF2A5024-3FB6-C2D9-DF48-4AE9A489F367}"/>
              </a:ext>
            </a:extLst>
          </p:cNvPr>
          <p:cNvPicPr>
            <a:picLocks noChangeAspect="1"/>
          </p:cNvPicPr>
          <p:nvPr/>
        </p:nvPicPr>
        <p:blipFill>
          <a:blip r:embed="rId3"/>
          <a:stretch>
            <a:fillRect/>
          </a:stretch>
        </p:blipFill>
        <p:spPr>
          <a:xfrm>
            <a:off x="0" y="1199246"/>
            <a:ext cx="4376920" cy="4733826"/>
          </a:xfrm>
          <a:prstGeom prst="rect">
            <a:avLst/>
          </a:prstGeom>
        </p:spPr>
      </p:pic>
    </p:spTree>
    <p:extLst>
      <p:ext uri="{BB962C8B-B14F-4D97-AF65-F5344CB8AC3E}">
        <p14:creationId xmlns:p14="http://schemas.microsoft.com/office/powerpoint/2010/main" val="12441132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402C977-42DF-1991-2DC2-1545E038C200}"/>
              </a:ext>
            </a:extLst>
          </p:cNvPr>
          <p:cNvSpPr/>
          <p:nvPr/>
        </p:nvSpPr>
        <p:spPr>
          <a:xfrm>
            <a:off x="4248443" y="1603139"/>
            <a:ext cx="7334138" cy="3837540"/>
          </a:xfrm>
          <a:prstGeom prst="round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Content Placeholder 2">
            <a:extLst>
              <a:ext uri="{FF2B5EF4-FFF2-40B4-BE49-F238E27FC236}">
                <a16:creationId xmlns:a16="http://schemas.microsoft.com/office/drawing/2014/main" id="{5C6957A7-CCD0-7E41-EA4A-E5D4A825250C}"/>
              </a:ext>
            </a:extLst>
          </p:cNvPr>
          <p:cNvSpPr>
            <a:spLocks noGrp="1"/>
          </p:cNvSpPr>
          <p:nvPr>
            <p:ph idx="1"/>
          </p:nvPr>
        </p:nvSpPr>
        <p:spPr>
          <a:xfrm>
            <a:off x="4753212" y="2313107"/>
            <a:ext cx="6324600" cy="2417604"/>
          </a:xfrm>
        </p:spPr>
        <p:txBody>
          <a:bodyPr/>
          <a:lstStyle/>
          <a:p>
            <a:pPr marL="0" indent="0">
              <a:buNone/>
            </a:pPr>
            <a:r>
              <a:rPr lang="sv-SE" b="1" dirty="0">
                <a:solidFill>
                  <a:schemeClr val="tx1">
                    <a:lumMod val="75000"/>
                    <a:lumOff val="25000"/>
                  </a:schemeClr>
                </a:solidFill>
                <a:latin typeface="Poppins ExtraBold" panose="00000900000000000000" pitchFamily="2" charset="0"/>
                <a:cs typeface="Poppins ExtraBold" panose="00000900000000000000" pitchFamily="2" charset="0"/>
              </a:rPr>
              <a:t>Meningkatkan keuntungan dalam bisnis yang dijalankan</a:t>
            </a:r>
          </a:p>
          <a:p>
            <a:pPr marL="0" indent="0">
              <a:buNone/>
            </a:pPr>
            <a:r>
              <a:rPr lang="sv-SE" sz="2400" dirty="0">
                <a:solidFill>
                  <a:schemeClr val="tx1">
                    <a:lumMod val="75000"/>
                    <a:lumOff val="25000"/>
                  </a:schemeClr>
                </a:solidFill>
                <a:latin typeface="Poppins" panose="00000500000000000000" pitchFamily="2" charset="0"/>
                <a:cs typeface="Poppins" panose="00000500000000000000" pitchFamily="2" charset="0"/>
              </a:rPr>
              <a:t>Antarmuka pengguna yang berkualitas merupakan tampilan yang dapat memberikan peningkatan dalam keberhasilan dan pencapaian bisnis</a:t>
            </a:r>
            <a:endParaRPr lang="en-ID" sz="2400" dirty="0">
              <a:solidFill>
                <a:schemeClr val="tx1">
                  <a:lumMod val="75000"/>
                  <a:lumOff val="25000"/>
                </a:schemeClr>
              </a:solidFill>
              <a:latin typeface="Poppins" panose="00000500000000000000" pitchFamily="2" charset="0"/>
              <a:cs typeface="Poppins" panose="00000500000000000000" pitchFamily="2" charset="0"/>
            </a:endParaRPr>
          </a:p>
        </p:txBody>
      </p:sp>
      <p:sp>
        <p:nvSpPr>
          <p:cNvPr id="4" name="Title 1">
            <a:extLst>
              <a:ext uri="{FF2B5EF4-FFF2-40B4-BE49-F238E27FC236}">
                <a16:creationId xmlns:a16="http://schemas.microsoft.com/office/drawing/2014/main" id="{42F17992-E5B8-854A-0987-E8A3AC714107}"/>
              </a:ext>
            </a:extLst>
          </p:cNvPr>
          <p:cNvSpPr>
            <a:spLocks noGrp="1"/>
          </p:cNvSpPr>
          <p:nvPr>
            <p:ph type="title"/>
          </p:nvPr>
        </p:nvSpPr>
        <p:spPr>
          <a:xfrm>
            <a:off x="838200" y="365125"/>
            <a:ext cx="9734550" cy="1325563"/>
          </a:xfrm>
        </p:spPr>
        <p:txBody>
          <a:bodyPr/>
          <a:lstStyle/>
          <a:p>
            <a:pPr algn="ctr"/>
            <a:r>
              <a:rPr lang="en-US" dirty="0" err="1">
                <a:solidFill>
                  <a:schemeClr val="tx1">
                    <a:lumMod val="75000"/>
                    <a:lumOff val="25000"/>
                  </a:schemeClr>
                </a:solidFill>
                <a:latin typeface="Poppins ExtraBold" panose="00000900000000000000" pitchFamily="2" charset="0"/>
                <a:cs typeface="Poppins ExtraBold" panose="00000900000000000000" pitchFamily="2" charset="0"/>
              </a:rPr>
              <a:t>Manfaat</a:t>
            </a:r>
            <a:r>
              <a:rPr lang="en-US" dirty="0">
                <a:solidFill>
                  <a:schemeClr val="tx1">
                    <a:lumMod val="75000"/>
                    <a:lumOff val="25000"/>
                  </a:schemeClr>
                </a:solidFill>
                <a:latin typeface="Poppins ExtraBold" panose="00000900000000000000" pitchFamily="2" charset="0"/>
                <a:cs typeface="Poppins ExtraBold" panose="00000900000000000000" pitchFamily="2" charset="0"/>
              </a:rPr>
              <a:t> User Interface</a:t>
            </a:r>
            <a:endParaRPr lang="en-ID" dirty="0">
              <a:solidFill>
                <a:schemeClr val="tx1">
                  <a:lumMod val="75000"/>
                  <a:lumOff val="25000"/>
                </a:schemeClr>
              </a:solidFill>
              <a:latin typeface="Poppins ExtraBold" panose="00000900000000000000" pitchFamily="2" charset="0"/>
              <a:cs typeface="Poppins ExtraBold" panose="00000900000000000000" pitchFamily="2" charset="0"/>
            </a:endParaRPr>
          </a:p>
        </p:txBody>
      </p:sp>
      <p:pic>
        <p:nvPicPr>
          <p:cNvPr id="5" name="Picture 4">
            <a:extLst>
              <a:ext uri="{FF2B5EF4-FFF2-40B4-BE49-F238E27FC236}">
                <a16:creationId xmlns:a16="http://schemas.microsoft.com/office/drawing/2014/main" id="{B45F0447-9E05-B684-E3F7-114FEA644088}"/>
              </a:ext>
            </a:extLst>
          </p:cNvPr>
          <p:cNvPicPr>
            <a:picLocks noChangeAspect="1"/>
          </p:cNvPicPr>
          <p:nvPr/>
        </p:nvPicPr>
        <p:blipFill>
          <a:blip r:embed="rId2"/>
          <a:stretch>
            <a:fillRect/>
          </a:stretch>
        </p:blipFill>
        <p:spPr>
          <a:xfrm rot="10800000">
            <a:off x="-1482793" y="484871"/>
            <a:ext cx="5193961" cy="5350808"/>
          </a:xfrm>
          <a:prstGeom prst="rect">
            <a:avLst/>
          </a:prstGeom>
        </p:spPr>
      </p:pic>
      <p:pic>
        <p:nvPicPr>
          <p:cNvPr id="6" name="Picture 5">
            <a:extLst>
              <a:ext uri="{FF2B5EF4-FFF2-40B4-BE49-F238E27FC236}">
                <a16:creationId xmlns:a16="http://schemas.microsoft.com/office/drawing/2014/main" id="{08C39AF4-BC47-B700-542F-AF925E340723}"/>
              </a:ext>
            </a:extLst>
          </p:cNvPr>
          <p:cNvPicPr>
            <a:picLocks noChangeAspect="1"/>
          </p:cNvPicPr>
          <p:nvPr/>
        </p:nvPicPr>
        <p:blipFill>
          <a:blip r:embed="rId3"/>
          <a:stretch>
            <a:fillRect/>
          </a:stretch>
        </p:blipFill>
        <p:spPr>
          <a:xfrm>
            <a:off x="-79936" y="1114560"/>
            <a:ext cx="4833148" cy="4342828"/>
          </a:xfrm>
          <a:prstGeom prst="rect">
            <a:avLst/>
          </a:prstGeom>
        </p:spPr>
      </p:pic>
    </p:spTree>
    <p:extLst>
      <p:ext uri="{BB962C8B-B14F-4D97-AF65-F5344CB8AC3E}">
        <p14:creationId xmlns:p14="http://schemas.microsoft.com/office/powerpoint/2010/main" val="2745575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197731-B3F2-384C-3641-5FF5FDAE0EA2}"/>
              </a:ext>
            </a:extLst>
          </p:cNvPr>
          <p:cNvSpPr>
            <a:spLocks noGrp="1"/>
          </p:cNvSpPr>
          <p:nvPr>
            <p:ph idx="1"/>
          </p:nvPr>
        </p:nvSpPr>
        <p:spPr>
          <a:xfrm>
            <a:off x="838200" y="1690688"/>
            <a:ext cx="10515600" cy="4486275"/>
          </a:xfrm>
        </p:spPr>
        <p:txBody>
          <a:bodyPr>
            <a:normAutofit/>
          </a:bodyPr>
          <a:lstStyle/>
          <a:p>
            <a:r>
              <a:rPr lang="en-ID" sz="2000" i="1" dirty="0">
                <a:latin typeface="Poppins" panose="00000500000000000000" pitchFamily="2" charset="0"/>
                <a:cs typeface="Poppins" panose="00000500000000000000" pitchFamily="2" charset="0"/>
                <a:hlinkClick r:id="rId2"/>
              </a:rPr>
              <a:t>https://sis.binus.ac.id/2018/02/13/pengenalan-mobile/</a:t>
            </a:r>
          </a:p>
          <a:p>
            <a:pPr marL="0" indent="0">
              <a:buNone/>
            </a:pPr>
            <a:endParaRPr lang="en-ID" sz="2000" i="1" dirty="0">
              <a:latin typeface="Poppins" panose="00000500000000000000" pitchFamily="2" charset="0"/>
              <a:cs typeface="Poppins" panose="00000500000000000000" pitchFamily="2" charset="0"/>
              <a:hlinkClick r:id="rId2"/>
            </a:endParaRPr>
          </a:p>
          <a:p>
            <a:r>
              <a:rPr lang="en-ID" sz="2000" i="1" dirty="0">
                <a:latin typeface="Poppins" panose="00000500000000000000" pitchFamily="2" charset="0"/>
                <a:cs typeface="Poppins" panose="00000500000000000000" pitchFamily="2" charset="0"/>
                <a:hlinkClick r:id="rId2"/>
              </a:rPr>
              <a:t>https://socs.binus.ac.id/2020/12/02/mobile-user-interface/#:~:text=User%20Interface%20adalah%20tampilan%20grafis,dan%20juga%20fungsi%2Dfungsi%20didalamnya</a:t>
            </a:r>
            <a:r>
              <a:rPr lang="en-ID" sz="2000" i="1" dirty="0">
                <a:latin typeface="Poppins" panose="00000500000000000000" pitchFamily="2" charset="0"/>
                <a:cs typeface="Poppins" panose="00000500000000000000" pitchFamily="2" charset="0"/>
              </a:rPr>
              <a:t>.</a:t>
            </a:r>
          </a:p>
          <a:p>
            <a:endParaRPr lang="en-ID" sz="2400" i="1" dirty="0"/>
          </a:p>
        </p:txBody>
      </p:sp>
      <p:sp>
        <p:nvSpPr>
          <p:cNvPr id="4" name="Title 1">
            <a:extLst>
              <a:ext uri="{FF2B5EF4-FFF2-40B4-BE49-F238E27FC236}">
                <a16:creationId xmlns:a16="http://schemas.microsoft.com/office/drawing/2014/main" id="{C4CE5AFB-50F8-B052-6BC0-1B69FC7A2F51}"/>
              </a:ext>
            </a:extLst>
          </p:cNvPr>
          <p:cNvSpPr>
            <a:spLocks noGrp="1"/>
          </p:cNvSpPr>
          <p:nvPr>
            <p:ph type="title"/>
          </p:nvPr>
        </p:nvSpPr>
        <p:spPr>
          <a:xfrm>
            <a:off x="838200" y="365125"/>
            <a:ext cx="10515600" cy="1325563"/>
          </a:xfrm>
        </p:spPr>
        <p:txBody>
          <a:bodyPr>
            <a:normAutofit/>
          </a:bodyPr>
          <a:lstStyle/>
          <a:p>
            <a:pPr algn="ctr"/>
            <a:r>
              <a:rPr lang="en-US" sz="4000" b="1" dirty="0" err="1">
                <a:latin typeface="Poppins ExtraBold" panose="00000900000000000000" pitchFamily="2" charset="0"/>
                <a:cs typeface="Poppins ExtraBold" panose="00000900000000000000" pitchFamily="2" charset="0"/>
              </a:rPr>
              <a:t>Referensi</a:t>
            </a:r>
            <a:endParaRPr lang="en-ID" sz="4000" b="1" dirty="0">
              <a:latin typeface="Poppins ExtraBold" panose="00000900000000000000" pitchFamily="2" charset="0"/>
              <a:cs typeface="Poppins ExtraBold" panose="00000900000000000000" pitchFamily="2" charset="0"/>
            </a:endParaRPr>
          </a:p>
        </p:txBody>
      </p:sp>
      <p:pic>
        <p:nvPicPr>
          <p:cNvPr id="2" name="Picture 1">
            <a:extLst>
              <a:ext uri="{FF2B5EF4-FFF2-40B4-BE49-F238E27FC236}">
                <a16:creationId xmlns:a16="http://schemas.microsoft.com/office/drawing/2014/main" id="{AE9A2B6D-86FD-D8DD-106E-E9619A5A9571}"/>
              </a:ext>
            </a:extLst>
          </p:cNvPr>
          <p:cNvPicPr>
            <a:picLocks noChangeAspect="1"/>
          </p:cNvPicPr>
          <p:nvPr/>
        </p:nvPicPr>
        <p:blipFill>
          <a:blip r:embed="rId3"/>
          <a:stretch>
            <a:fillRect/>
          </a:stretch>
        </p:blipFill>
        <p:spPr>
          <a:xfrm rot="10800000">
            <a:off x="7470707" y="5167312"/>
            <a:ext cx="5193961" cy="5350808"/>
          </a:xfrm>
          <a:prstGeom prst="rect">
            <a:avLst/>
          </a:prstGeom>
        </p:spPr>
      </p:pic>
    </p:spTree>
    <p:extLst>
      <p:ext uri="{BB962C8B-B14F-4D97-AF65-F5344CB8AC3E}">
        <p14:creationId xmlns:p14="http://schemas.microsoft.com/office/powerpoint/2010/main" val="26820532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063C06-836D-571B-9C15-F3DCA30C50AF}"/>
              </a:ext>
            </a:extLst>
          </p:cNvPr>
          <p:cNvPicPr>
            <a:picLocks noChangeAspect="1"/>
          </p:cNvPicPr>
          <p:nvPr/>
        </p:nvPicPr>
        <p:blipFill>
          <a:blip r:embed="rId2"/>
          <a:stretch>
            <a:fillRect/>
          </a:stretch>
        </p:blipFill>
        <p:spPr>
          <a:xfrm rot="10800000">
            <a:off x="8297037" y="-663197"/>
            <a:ext cx="4330350" cy="4461118"/>
          </a:xfrm>
          <a:prstGeom prst="rect">
            <a:avLst/>
          </a:prstGeom>
        </p:spPr>
      </p:pic>
      <p:sp>
        <p:nvSpPr>
          <p:cNvPr id="2" name="TextBox 1">
            <a:extLst>
              <a:ext uri="{FF2B5EF4-FFF2-40B4-BE49-F238E27FC236}">
                <a16:creationId xmlns:a16="http://schemas.microsoft.com/office/drawing/2014/main" id="{AD5AC81B-2383-27FE-DE39-9F71C0AB8FB1}"/>
              </a:ext>
            </a:extLst>
          </p:cNvPr>
          <p:cNvSpPr txBox="1"/>
          <p:nvPr/>
        </p:nvSpPr>
        <p:spPr>
          <a:xfrm>
            <a:off x="1134534" y="1567362"/>
            <a:ext cx="3572934" cy="769441"/>
          </a:xfrm>
          <a:prstGeom prst="rect">
            <a:avLst/>
          </a:prstGeom>
          <a:noFill/>
        </p:spPr>
        <p:txBody>
          <a:bodyPr wrap="square" rtlCol="0">
            <a:spAutoFit/>
          </a:bodyPr>
          <a:lstStyle/>
          <a:p>
            <a:r>
              <a:rPr lang="en-US" sz="4400">
                <a:solidFill>
                  <a:srgbClr val="2E2E2E"/>
                </a:solidFill>
                <a:latin typeface="Poppins ExtraBold" panose="00000900000000000000" pitchFamily="2" charset="0"/>
                <a:cs typeface="Poppins ExtraBold" panose="00000900000000000000" pitchFamily="2" charset="0"/>
              </a:rPr>
              <a:t>Thanks</a:t>
            </a:r>
            <a:endParaRPr lang="en-ID" sz="4400">
              <a:solidFill>
                <a:srgbClr val="2E2E2E"/>
              </a:solidFill>
              <a:latin typeface="Poppins ExtraBold" panose="00000900000000000000" pitchFamily="2" charset="0"/>
              <a:cs typeface="Poppins ExtraBold" panose="00000900000000000000" pitchFamily="2" charset="0"/>
            </a:endParaRPr>
          </a:p>
        </p:txBody>
      </p:sp>
      <p:sp>
        <p:nvSpPr>
          <p:cNvPr id="6" name="TextBox 5">
            <a:extLst>
              <a:ext uri="{FF2B5EF4-FFF2-40B4-BE49-F238E27FC236}">
                <a16:creationId xmlns:a16="http://schemas.microsoft.com/office/drawing/2014/main" id="{2560C845-A20D-12F0-4172-A659FE523640}"/>
              </a:ext>
            </a:extLst>
          </p:cNvPr>
          <p:cNvSpPr txBox="1"/>
          <p:nvPr/>
        </p:nvSpPr>
        <p:spPr>
          <a:xfrm>
            <a:off x="1134534" y="2336803"/>
            <a:ext cx="3364895" cy="338554"/>
          </a:xfrm>
          <a:prstGeom prst="rect">
            <a:avLst/>
          </a:prstGeom>
          <a:noFill/>
        </p:spPr>
        <p:txBody>
          <a:bodyPr wrap="square">
            <a:spAutoFit/>
          </a:bodyPr>
          <a:lstStyle/>
          <a:p>
            <a:r>
              <a:rPr lang="en-ID" sz="1600">
                <a:solidFill>
                  <a:schemeClr val="bg1">
                    <a:lumMod val="50000"/>
                  </a:schemeClr>
                </a:solidFill>
                <a:latin typeface="Poppins" panose="00000500000000000000" pitchFamily="2" charset="0"/>
                <a:cs typeface="Poppins" panose="00000500000000000000" pitchFamily="2" charset="0"/>
              </a:rPr>
              <a:t>Syukron jazakallah khairan</a:t>
            </a:r>
          </a:p>
        </p:txBody>
      </p:sp>
      <p:sp>
        <p:nvSpPr>
          <p:cNvPr id="7" name="Rectangle 6">
            <a:extLst>
              <a:ext uri="{FF2B5EF4-FFF2-40B4-BE49-F238E27FC236}">
                <a16:creationId xmlns:a16="http://schemas.microsoft.com/office/drawing/2014/main" id="{BA1CCA09-F66F-314D-4E1E-ECC8699C4321}"/>
              </a:ext>
            </a:extLst>
          </p:cNvPr>
          <p:cNvSpPr/>
          <p:nvPr/>
        </p:nvSpPr>
        <p:spPr>
          <a:xfrm>
            <a:off x="0" y="3444798"/>
            <a:ext cx="12192000" cy="3413202"/>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0" name="Picture 9">
            <a:extLst>
              <a:ext uri="{FF2B5EF4-FFF2-40B4-BE49-F238E27FC236}">
                <a16:creationId xmlns:a16="http://schemas.microsoft.com/office/drawing/2014/main" id="{854C3333-DAC2-3321-483D-2634D18A5837}"/>
              </a:ext>
            </a:extLst>
          </p:cNvPr>
          <p:cNvPicPr>
            <a:picLocks noChangeAspect="1"/>
          </p:cNvPicPr>
          <p:nvPr/>
        </p:nvPicPr>
        <p:blipFill>
          <a:blip r:embed="rId3"/>
          <a:stretch>
            <a:fillRect/>
          </a:stretch>
        </p:blipFill>
        <p:spPr>
          <a:xfrm>
            <a:off x="1134534" y="4549592"/>
            <a:ext cx="1482091" cy="1482091"/>
          </a:xfrm>
          <a:prstGeom prst="rect">
            <a:avLst/>
          </a:prstGeom>
        </p:spPr>
      </p:pic>
      <p:sp>
        <p:nvSpPr>
          <p:cNvPr id="11" name="TextBox 10">
            <a:extLst>
              <a:ext uri="{FF2B5EF4-FFF2-40B4-BE49-F238E27FC236}">
                <a16:creationId xmlns:a16="http://schemas.microsoft.com/office/drawing/2014/main" id="{C8B5E68F-E67E-F8A9-0D7F-157D6E6D85DD}"/>
              </a:ext>
            </a:extLst>
          </p:cNvPr>
          <p:cNvSpPr txBox="1"/>
          <p:nvPr/>
        </p:nvSpPr>
        <p:spPr>
          <a:xfrm>
            <a:off x="2816981" y="4828972"/>
            <a:ext cx="3572934" cy="461665"/>
          </a:xfrm>
          <a:prstGeom prst="rect">
            <a:avLst/>
          </a:prstGeom>
          <a:noFill/>
        </p:spPr>
        <p:txBody>
          <a:bodyPr wrap="square" rtlCol="0">
            <a:spAutoFit/>
          </a:bodyPr>
          <a:lstStyle/>
          <a:p>
            <a:r>
              <a:rPr lang="en-US" sz="2400" dirty="0" err="1">
                <a:solidFill>
                  <a:srgbClr val="2E2E2E"/>
                </a:solidFill>
                <a:latin typeface="Poppins ExtraBold" panose="00000900000000000000" pitchFamily="2" charset="0"/>
                <a:cs typeface="Poppins ExtraBold" panose="00000900000000000000" pitchFamily="2" charset="0"/>
              </a:rPr>
              <a:t>Kelompok</a:t>
            </a:r>
            <a:r>
              <a:rPr lang="en-US" sz="2400" dirty="0">
                <a:solidFill>
                  <a:srgbClr val="2E2E2E"/>
                </a:solidFill>
                <a:latin typeface="Poppins ExtraBold" panose="00000900000000000000" pitchFamily="2" charset="0"/>
                <a:cs typeface="Poppins ExtraBold" panose="00000900000000000000" pitchFamily="2" charset="0"/>
              </a:rPr>
              <a:t> 2</a:t>
            </a:r>
            <a:endParaRPr lang="en-ID" sz="2400" dirty="0">
              <a:solidFill>
                <a:srgbClr val="2E2E2E"/>
              </a:solidFill>
              <a:latin typeface="Poppins ExtraBold" panose="00000900000000000000" pitchFamily="2" charset="0"/>
              <a:cs typeface="Poppins ExtraBold" panose="00000900000000000000" pitchFamily="2" charset="0"/>
            </a:endParaRPr>
          </a:p>
        </p:txBody>
      </p:sp>
      <p:sp>
        <p:nvSpPr>
          <p:cNvPr id="12" name="TextBox 11">
            <a:extLst>
              <a:ext uri="{FF2B5EF4-FFF2-40B4-BE49-F238E27FC236}">
                <a16:creationId xmlns:a16="http://schemas.microsoft.com/office/drawing/2014/main" id="{43054BCE-3C23-BC33-D88A-262BA726F92D}"/>
              </a:ext>
            </a:extLst>
          </p:cNvPr>
          <p:cNvSpPr txBox="1"/>
          <p:nvPr/>
        </p:nvSpPr>
        <p:spPr>
          <a:xfrm>
            <a:off x="2816981" y="5290637"/>
            <a:ext cx="3917648" cy="307777"/>
          </a:xfrm>
          <a:prstGeom prst="rect">
            <a:avLst/>
          </a:prstGeom>
          <a:noFill/>
        </p:spPr>
        <p:txBody>
          <a:bodyPr wrap="square">
            <a:spAutoFit/>
          </a:bodyPr>
          <a:lstStyle/>
          <a:p>
            <a:r>
              <a:rPr lang="en-ID" sz="1400">
                <a:solidFill>
                  <a:schemeClr val="bg1">
                    <a:lumMod val="50000"/>
                  </a:schemeClr>
                </a:solidFill>
                <a:latin typeface="Poppins" panose="00000500000000000000" pitchFamily="2" charset="0"/>
                <a:cs typeface="Poppins" panose="00000500000000000000" pitchFamily="2" charset="0"/>
              </a:rPr>
              <a:t>Pengembangan Perangkat Lunak</a:t>
            </a:r>
          </a:p>
        </p:txBody>
      </p:sp>
      <p:pic>
        <p:nvPicPr>
          <p:cNvPr id="14" name="Picture 13">
            <a:extLst>
              <a:ext uri="{FF2B5EF4-FFF2-40B4-BE49-F238E27FC236}">
                <a16:creationId xmlns:a16="http://schemas.microsoft.com/office/drawing/2014/main" id="{7955225A-0E19-FEC3-67F0-FB88AD238D93}"/>
              </a:ext>
            </a:extLst>
          </p:cNvPr>
          <p:cNvPicPr>
            <a:picLocks noChangeAspect="1"/>
          </p:cNvPicPr>
          <p:nvPr/>
        </p:nvPicPr>
        <p:blipFill>
          <a:blip r:embed="rId4"/>
          <a:stretch>
            <a:fillRect/>
          </a:stretch>
        </p:blipFill>
        <p:spPr>
          <a:xfrm>
            <a:off x="9895986" y="4591578"/>
            <a:ext cx="1132453" cy="1119642"/>
          </a:xfrm>
          <a:prstGeom prst="rect">
            <a:avLst/>
          </a:prstGeom>
        </p:spPr>
      </p:pic>
    </p:spTree>
    <p:extLst>
      <p:ext uri="{BB962C8B-B14F-4D97-AF65-F5344CB8AC3E}">
        <p14:creationId xmlns:p14="http://schemas.microsoft.com/office/powerpoint/2010/main" val="9774350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TotalTime>
  <Words>612</Words>
  <Application>Microsoft Office PowerPoint</Application>
  <PresentationFormat>Widescreen</PresentationFormat>
  <Paragraphs>43</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Calibri</vt:lpstr>
      <vt:lpstr>Calibri Light</vt:lpstr>
      <vt:lpstr>Poppins</vt:lpstr>
      <vt:lpstr>Poppins ExtraBold</vt:lpstr>
      <vt:lpstr>Arial</vt:lpstr>
      <vt:lpstr>Office Theme</vt:lpstr>
      <vt:lpstr>PowerPoint Presentation</vt:lpstr>
      <vt:lpstr>Pengenalan Mobile</vt:lpstr>
      <vt:lpstr>Sejarah Mobile</vt:lpstr>
      <vt:lpstr>Sejarah Mobile</vt:lpstr>
      <vt:lpstr>PowerPoint Presentation</vt:lpstr>
      <vt:lpstr>Pengertian Mobile Web</vt:lpstr>
      <vt:lpstr>Pengertian Mobile Apps</vt:lpstr>
      <vt:lpstr>Perbedaan Mobile Web</vt:lpstr>
      <vt:lpstr>Karakteristik Mobile</vt:lpstr>
      <vt:lpstr>Karakteristik Mobile</vt:lpstr>
      <vt:lpstr>Karakteristik Mobile</vt:lpstr>
      <vt:lpstr>Manfaat User Interface</vt:lpstr>
      <vt:lpstr>Manfaat User Interface</vt:lpstr>
      <vt:lpstr>Manfaat User Interface</vt:lpstr>
      <vt:lpstr>Referensi</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DM-01</dc:creator>
  <cp:lastModifiedBy>DM-01</cp:lastModifiedBy>
  <cp:revision>11</cp:revision>
  <dcterms:created xsi:type="dcterms:W3CDTF">2023-01-09T02:19:25Z</dcterms:created>
  <dcterms:modified xsi:type="dcterms:W3CDTF">2023-01-09T03:54:37Z</dcterms:modified>
</cp:coreProperties>
</file>