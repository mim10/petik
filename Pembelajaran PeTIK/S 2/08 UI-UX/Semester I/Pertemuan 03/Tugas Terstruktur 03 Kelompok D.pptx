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18"/>
  </p:notesMasterIdLst>
  <p:sldIdLst>
    <p:sldId id="256" r:id="rId2"/>
    <p:sldId id="259" r:id="rId3"/>
    <p:sldId id="273" r:id="rId4"/>
    <p:sldId id="263" r:id="rId5"/>
    <p:sldId id="280" r:id="rId6"/>
    <p:sldId id="297" r:id="rId7"/>
    <p:sldId id="298" r:id="rId8"/>
    <p:sldId id="299" r:id="rId9"/>
    <p:sldId id="268" r:id="rId10"/>
    <p:sldId id="300" r:id="rId11"/>
    <p:sldId id="302" r:id="rId12"/>
    <p:sldId id="303" r:id="rId13"/>
    <p:sldId id="304" r:id="rId14"/>
    <p:sldId id="271" r:id="rId15"/>
    <p:sldId id="305" r:id="rId16"/>
    <p:sldId id="301" r:id="rId17"/>
  </p:sldIdLst>
  <p:sldSz cx="9144000" cy="5143500" type="screen16x9"/>
  <p:notesSz cx="6858000" cy="9144000"/>
  <p:embeddedFontLst>
    <p:embeddedFont>
      <p:font typeface="Advent Pro SemiBold" panose="020B0604020202020204" charset="0"/>
      <p:regular r:id="rId19"/>
      <p:bold r:id="rId20"/>
    </p:embeddedFont>
    <p:embeddedFont>
      <p:font typeface="Fira Sans Condensed Medium" panose="020B0603050000020004" pitchFamily="34" charset="0"/>
      <p:regular r:id="rId21"/>
      <p:bold r:id="rId22"/>
      <p:italic r:id="rId23"/>
      <p:boldItalic r:id="rId24"/>
    </p:embeddedFont>
    <p:embeddedFont>
      <p:font typeface="Fira Sans Extra Condensed Medium" panose="020B0604020202020204" charset="0"/>
      <p:regular r:id="rId25"/>
      <p:bold r:id="rId26"/>
      <p:italic r:id="rId27"/>
      <p:boldItalic r:id="rId28"/>
    </p:embeddedFont>
    <p:embeddedFont>
      <p:font typeface="Livvic Light" pitchFamily="2" charset="0"/>
      <p:regular r:id="rId29"/>
      <p:italic r:id="rId30"/>
    </p:embeddedFont>
    <p:embeddedFont>
      <p:font typeface="Maven Pro" panose="020B0604020202020204" charset="0"/>
      <p:regular r:id="rId31"/>
      <p:bold r:id="rId32"/>
    </p:embeddedFont>
    <p:embeddedFont>
      <p:font typeface="Nunito Light" pitchFamily="2" charset="0"/>
      <p:regular r:id="rId33"/>
      <p:italic r:id="rId34"/>
    </p:embeddedFont>
    <p:embeddedFont>
      <p:font typeface="Share Tech" panose="020B0604020202020204" charset="0"/>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583650-9D4C-48F8-A780-62A16809D29A}">
  <a:tblStyle styleId="{86583650-9D4C-48F8-A780-62A16809D29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846" y="7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tableStyles" Target="tableStyles.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6c52a2e8d8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6c52a2e8d8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6c4305b01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6c4305b01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6c52a2e8d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6c52a2e8d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6c60e245bf_1_3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6c60e245bf_1_3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2"/>
        <p:cNvGrpSpPr/>
        <p:nvPr/>
      </p:nvGrpSpPr>
      <p:grpSpPr>
        <a:xfrm>
          <a:off x="0" y="0"/>
          <a:ext cx="0" cy="0"/>
          <a:chOff x="0" y="0"/>
          <a:chExt cx="0" cy="0"/>
        </a:xfrm>
      </p:grpSpPr>
      <p:sp>
        <p:nvSpPr>
          <p:cNvPr id="1583" name="Google Shape;1583;g6c60e245bf_1_315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4" name="Google Shape;1584;g6c60e245bf_1_315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2"/>
        <p:cNvGrpSpPr/>
        <p:nvPr/>
      </p:nvGrpSpPr>
      <p:grpSpPr>
        <a:xfrm>
          <a:off x="0" y="0"/>
          <a:ext cx="0" cy="0"/>
          <a:chOff x="0" y="0"/>
          <a:chExt cx="0" cy="0"/>
        </a:xfrm>
      </p:grpSpPr>
      <p:sp>
        <p:nvSpPr>
          <p:cNvPr id="1583" name="Google Shape;1583;g6c60e245bf_1_315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4" name="Google Shape;1584;g6c60e245bf_1_315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76034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2"/>
        <p:cNvGrpSpPr/>
        <p:nvPr/>
      </p:nvGrpSpPr>
      <p:grpSpPr>
        <a:xfrm>
          <a:off x="0" y="0"/>
          <a:ext cx="0" cy="0"/>
          <a:chOff x="0" y="0"/>
          <a:chExt cx="0" cy="0"/>
        </a:xfrm>
      </p:grpSpPr>
      <p:sp>
        <p:nvSpPr>
          <p:cNvPr id="1583" name="Google Shape;1583;g6c60e245bf_1_315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4" name="Google Shape;1584;g6c60e245bf_1_315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25873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2"/>
        <p:cNvGrpSpPr/>
        <p:nvPr/>
      </p:nvGrpSpPr>
      <p:grpSpPr>
        <a:xfrm>
          <a:off x="0" y="0"/>
          <a:ext cx="0" cy="0"/>
          <a:chOff x="0" y="0"/>
          <a:chExt cx="0" cy="0"/>
        </a:xfrm>
      </p:grpSpPr>
      <p:sp>
        <p:nvSpPr>
          <p:cNvPr id="1583" name="Google Shape;1583;g6c60e245bf_1_315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4" name="Google Shape;1584;g6c60e245bf_1_315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7299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g70d13569c7_2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7" name="Google Shape;1077;g70d13569c7_2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6c60e245bf_1_3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6c60e245bf_1_3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0383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6c60e245bf_1_3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6c60e245bf_1_3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73292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6c60e245bf_1_3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6c60e245bf_1_3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20933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6c60e245bf_1_3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6c60e245bf_1_3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04667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g72c4329eae_4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1" name="Google Shape;1131;g72c4329eae_4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6c60e245bf_1_3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6c60e245bf_1_3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63527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g70d13569c7_2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7" name="Google Shape;1077;g70d13569c7_2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3693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61650" y="751888"/>
            <a:ext cx="60207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924250" y="2804488"/>
            <a:ext cx="3295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1060456" y="1158638"/>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79974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257933" y="2452405"/>
            <a:ext cx="57599" cy="57599"/>
          </a:xfrm>
          <a:custGeom>
            <a:avLst/>
            <a:gdLst/>
            <a:ahLst/>
            <a:cxnLst/>
            <a:rect l="l" t="t" r="r" b="b"/>
            <a:pathLst>
              <a:path w="2198" h="2198" fill="none" extrusionOk="0">
                <a:moveTo>
                  <a:pt x="1" y="1"/>
                </a:moveTo>
                <a:lnTo>
                  <a:pt x="2198" y="1"/>
                </a:lnTo>
                <a:lnTo>
                  <a:pt x="2198" y="2198"/>
                </a:lnTo>
                <a:lnTo>
                  <a:pt x="1" y="2198"/>
                </a:lnTo>
                <a:close/>
              </a:path>
            </a:pathLst>
          </a:custGeom>
          <a:noFill/>
          <a:ln w="13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10023" y="4821495"/>
            <a:ext cx="98059" cy="98295"/>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75669" y="1557059"/>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8263682" y="-434366"/>
            <a:ext cx="188886" cy="1181531"/>
            <a:chOff x="2877432" y="975334"/>
            <a:chExt cx="188886" cy="1181531"/>
          </a:xfrm>
        </p:grpSpPr>
        <p:sp>
          <p:nvSpPr>
            <p:cNvPr id="18" name="Google Shape;18;p2"/>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2"/>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2"/>
          <p:cNvGrpSpPr/>
          <p:nvPr/>
        </p:nvGrpSpPr>
        <p:grpSpPr>
          <a:xfrm>
            <a:off x="3090746" y="-533657"/>
            <a:ext cx="98059" cy="1147596"/>
            <a:chOff x="3347921" y="16006"/>
            <a:chExt cx="98059" cy="1147596"/>
          </a:xfrm>
        </p:grpSpPr>
        <p:sp>
          <p:nvSpPr>
            <p:cNvPr id="23" name="Google Shape;23;p2"/>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25;p2"/>
          <p:cNvGrpSpPr/>
          <p:nvPr/>
        </p:nvGrpSpPr>
        <p:grpSpPr>
          <a:xfrm>
            <a:off x="4892771" y="-340112"/>
            <a:ext cx="121172" cy="760495"/>
            <a:chOff x="5245196" y="3136513"/>
            <a:chExt cx="121172" cy="760495"/>
          </a:xfrm>
        </p:grpSpPr>
        <p:sp>
          <p:nvSpPr>
            <p:cNvPr id="26" name="Google Shape;26;p2"/>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28;p2"/>
          <p:cNvGrpSpPr/>
          <p:nvPr/>
        </p:nvGrpSpPr>
        <p:grpSpPr>
          <a:xfrm>
            <a:off x="250617" y="2402301"/>
            <a:ext cx="188650" cy="2468354"/>
            <a:chOff x="250617" y="2402301"/>
            <a:chExt cx="188650" cy="2468354"/>
          </a:xfrm>
        </p:grpSpPr>
        <p:sp>
          <p:nvSpPr>
            <p:cNvPr id="29" name="Google Shape;29;p2"/>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 name="Google Shape;33;p2"/>
          <p:cNvSpPr/>
          <p:nvPr/>
        </p:nvSpPr>
        <p:spPr>
          <a:xfrm>
            <a:off x="8935726" y="10"/>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5;p2"/>
          <p:cNvGrpSpPr/>
          <p:nvPr/>
        </p:nvGrpSpPr>
        <p:grpSpPr>
          <a:xfrm>
            <a:off x="2038689" y="173907"/>
            <a:ext cx="57599" cy="831799"/>
            <a:chOff x="2038689" y="173907"/>
            <a:chExt cx="57599" cy="831799"/>
          </a:xfrm>
        </p:grpSpPr>
        <p:sp>
          <p:nvSpPr>
            <p:cNvPr id="36" name="Google Shape;36;p2"/>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3"/>
          <p:cNvSpPr/>
          <p:nvPr/>
        </p:nvSpPr>
        <p:spPr>
          <a:xfrm>
            <a:off x="720239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 name="Google Shape;41;p3"/>
          <p:cNvGrpSpPr/>
          <p:nvPr/>
        </p:nvGrpSpPr>
        <p:grpSpPr>
          <a:xfrm>
            <a:off x="8263682" y="-434366"/>
            <a:ext cx="188886" cy="1181531"/>
            <a:chOff x="2877432" y="975334"/>
            <a:chExt cx="188886" cy="1181531"/>
          </a:xfrm>
        </p:grpSpPr>
        <p:sp>
          <p:nvSpPr>
            <p:cNvPr id="42" name="Google Shape;42;p3"/>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3"/>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3"/>
          <p:cNvGrpSpPr/>
          <p:nvPr/>
        </p:nvGrpSpPr>
        <p:grpSpPr>
          <a:xfrm>
            <a:off x="3643898" y="-436198"/>
            <a:ext cx="133252" cy="1952377"/>
            <a:chOff x="6780548" y="337714"/>
            <a:chExt cx="133252" cy="1952377"/>
          </a:xfrm>
        </p:grpSpPr>
        <p:sp>
          <p:nvSpPr>
            <p:cNvPr id="47" name="Google Shape;47;p3"/>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 name="Google Shape;49;p3"/>
          <p:cNvSpPr/>
          <p:nvPr/>
        </p:nvSpPr>
        <p:spPr>
          <a:xfrm>
            <a:off x="8935726" y="10"/>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 name="Google Shape;50;p3"/>
          <p:cNvGrpSpPr/>
          <p:nvPr/>
        </p:nvGrpSpPr>
        <p:grpSpPr>
          <a:xfrm>
            <a:off x="8008096" y="2108910"/>
            <a:ext cx="199001" cy="2139769"/>
            <a:chOff x="8008096" y="2108910"/>
            <a:chExt cx="199001" cy="2139769"/>
          </a:xfrm>
        </p:grpSpPr>
        <p:sp>
          <p:nvSpPr>
            <p:cNvPr id="51" name="Google Shape;51;p3"/>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53;p3"/>
          <p:cNvGrpSpPr/>
          <p:nvPr/>
        </p:nvGrpSpPr>
        <p:grpSpPr>
          <a:xfrm>
            <a:off x="520996" y="1091548"/>
            <a:ext cx="199001" cy="2139769"/>
            <a:chOff x="8008096" y="2108910"/>
            <a:chExt cx="199001" cy="2139769"/>
          </a:xfrm>
        </p:grpSpPr>
        <p:sp>
          <p:nvSpPr>
            <p:cNvPr id="54" name="Google Shape;54;p3"/>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 name="Google Shape;56;p3"/>
          <p:cNvSpPr txBox="1">
            <a:spLocks noGrp="1"/>
          </p:cNvSpPr>
          <p:nvPr>
            <p:ph type="ctrTitle"/>
          </p:nvPr>
        </p:nvSpPr>
        <p:spPr>
          <a:xfrm>
            <a:off x="2031287" y="1742775"/>
            <a:ext cx="2622000" cy="837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000000"/>
              </a:buClr>
              <a:buSzPts val="1200"/>
              <a:buNone/>
              <a:defRPr sz="4800">
                <a:solidFill>
                  <a:schemeClr val="lt1"/>
                </a:solidFill>
              </a:defRPr>
            </a:lvl1pPr>
            <a:lvl2pPr lvl="1" rtl="0">
              <a:spcBef>
                <a:spcPts val="0"/>
              </a:spcBef>
              <a:spcAft>
                <a:spcPts val="0"/>
              </a:spcAft>
              <a:buClr>
                <a:srgbClr val="000000"/>
              </a:buClr>
              <a:buSzPts val="1200"/>
              <a:buNone/>
              <a:defRPr sz="1200">
                <a:solidFill>
                  <a:srgbClr val="000000"/>
                </a:solidFill>
              </a:defRPr>
            </a:lvl2pPr>
            <a:lvl3pPr lvl="2" rtl="0">
              <a:spcBef>
                <a:spcPts val="0"/>
              </a:spcBef>
              <a:spcAft>
                <a:spcPts val="0"/>
              </a:spcAft>
              <a:buClr>
                <a:srgbClr val="000000"/>
              </a:buClr>
              <a:buSzPts val="1200"/>
              <a:buNone/>
              <a:defRPr sz="1200">
                <a:solidFill>
                  <a:srgbClr val="000000"/>
                </a:solidFill>
              </a:defRPr>
            </a:lvl3pPr>
            <a:lvl4pPr lvl="3" rtl="0">
              <a:spcBef>
                <a:spcPts val="0"/>
              </a:spcBef>
              <a:spcAft>
                <a:spcPts val="0"/>
              </a:spcAft>
              <a:buClr>
                <a:srgbClr val="000000"/>
              </a:buClr>
              <a:buSzPts val="1200"/>
              <a:buNone/>
              <a:defRPr sz="1200">
                <a:solidFill>
                  <a:srgbClr val="000000"/>
                </a:solidFill>
              </a:defRPr>
            </a:lvl4pPr>
            <a:lvl5pPr lvl="4" rtl="0">
              <a:spcBef>
                <a:spcPts val="0"/>
              </a:spcBef>
              <a:spcAft>
                <a:spcPts val="0"/>
              </a:spcAft>
              <a:buClr>
                <a:srgbClr val="000000"/>
              </a:buClr>
              <a:buSzPts val="1200"/>
              <a:buNone/>
              <a:defRPr sz="1200">
                <a:solidFill>
                  <a:srgbClr val="000000"/>
                </a:solidFill>
              </a:defRPr>
            </a:lvl5pPr>
            <a:lvl6pPr lvl="5" rtl="0">
              <a:spcBef>
                <a:spcPts val="0"/>
              </a:spcBef>
              <a:spcAft>
                <a:spcPts val="0"/>
              </a:spcAft>
              <a:buClr>
                <a:srgbClr val="000000"/>
              </a:buClr>
              <a:buSzPts val="1200"/>
              <a:buNone/>
              <a:defRPr sz="1200">
                <a:solidFill>
                  <a:srgbClr val="000000"/>
                </a:solidFill>
              </a:defRPr>
            </a:lvl6pPr>
            <a:lvl7pPr lvl="6" rtl="0">
              <a:spcBef>
                <a:spcPts val="0"/>
              </a:spcBef>
              <a:spcAft>
                <a:spcPts val="0"/>
              </a:spcAft>
              <a:buClr>
                <a:srgbClr val="000000"/>
              </a:buClr>
              <a:buSzPts val="1200"/>
              <a:buNone/>
              <a:defRPr sz="1200">
                <a:solidFill>
                  <a:srgbClr val="000000"/>
                </a:solidFill>
              </a:defRPr>
            </a:lvl7pPr>
            <a:lvl8pPr lvl="7" rtl="0">
              <a:spcBef>
                <a:spcPts val="0"/>
              </a:spcBef>
              <a:spcAft>
                <a:spcPts val="0"/>
              </a:spcAft>
              <a:buClr>
                <a:srgbClr val="000000"/>
              </a:buClr>
              <a:buSzPts val="1200"/>
              <a:buNone/>
              <a:defRPr sz="1200">
                <a:solidFill>
                  <a:srgbClr val="000000"/>
                </a:solidFill>
              </a:defRPr>
            </a:lvl8pPr>
            <a:lvl9pPr lvl="8" rtl="0">
              <a:spcBef>
                <a:spcPts val="0"/>
              </a:spcBef>
              <a:spcAft>
                <a:spcPts val="0"/>
              </a:spcAft>
              <a:buClr>
                <a:srgbClr val="000000"/>
              </a:buClr>
              <a:buSzPts val="1200"/>
              <a:buNone/>
              <a:defRPr sz="1200">
                <a:solidFill>
                  <a:srgbClr val="000000"/>
                </a:solidFill>
              </a:defRPr>
            </a:lvl9pPr>
          </a:lstStyle>
          <a:p>
            <a:endParaRPr/>
          </a:p>
        </p:txBody>
      </p:sp>
      <p:sp>
        <p:nvSpPr>
          <p:cNvPr id="57" name="Google Shape;57;p3"/>
          <p:cNvSpPr txBox="1">
            <a:spLocks noGrp="1"/>
          </p:cNvSpPr>
          <p:nvPr>
            <p:ph type="subTitle" idx="1"/>
          </p:nvPr>
        </p:nvSpPr>
        <p:spPr>
          <a:xfrm>
            <a:off x="1791587" y="2417450"/>
            <a:ext cx="3101400" cy="104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58" name="Google Shape;58;p3"/>
          <p:cNvSpPr txBox="1">
            <a:spLocks noGrp="1"/>
          </p:cNvSpPr>
          <p:nvPr>
            <p:ph type="title" idx="2" hasCustomPrompt="1"/>
          </p:nvPr>
        </p:nvSpPr>
        <p:spPr>
          <a:xfrm>
            <a:off x="5834900" y="2122225"/>
            <a:ext cx="9810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4800"/>
              <a:buNone/>
              <a:defRPr sz="6000"/>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9"/>
        <p:cNvGrpSpPr/>
        <p:nvPr/>
      </p:nvGrpSpPr>
      <p:grpSpPr>
        <a:xfrm>
          <a:off x="0" y="0"/>
          <a:ext cx="0" cy="0"/>
          <a:chOff x="0" y="0"/>
          <a:chExt cx="0" cy="0"/>
        </a:xfrm>
      </p:grpSpPr>
      <p:sp>
        <p:nvSpPr>
          <p:cNvPr id="60" name="Google Shape;60;p4"/>
          <p:cNvSpPr txBox="1">
            <a:spLocks noGrp="1"/>
          </p:cNvSpPr>
          <p:nvPr>
            <p:ph type="body" idx="1"/>
          </p:nvPr>
        </p:nvSpPr>
        <p:spPr>
          <a:xfrm>
            <a:off x="618825" y="1679175"/>
            <a:ext cx="3534300" cy="20901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61" name="Google Shape;61;p4"/>
          <p:cNvSpPr txBox="1">
            <a:spLocks noGrp="1"/>
          </p:cNvSpPr>
          <p:nvPr>
            <p:ph type="ctrTitle"/>
          </p:nvPr>
        </p:nvSpPr>
        <p:spPr>
          <a:xfrm>
            <a:off x="618825" y="411675"/>
            <a:ext cx="26865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62" name="Google Shape;62;p4"/>
          <p:cNvSpPr/>
          <p:nvPr/>
        </p:nvSpPr>
        <p:spPr>
          <a:xfrm>
            <a:off x="720000" y="46901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p:nvPr/>
        </p:nvSpPr>
        <p:spPr>
          <a:xfrm>
            <a:off x="2058475" y="4152200"/>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a:off x="1432075" y="4296400"/>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2194725" y="44747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a:off x="1585475" y="4695513"/>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 name="Google Shape;67;p4"/>
          <p:cNvGrpSpPr/>
          <p:nvPr/>
        </p:nvGrpSpPr>
        <p:grpSpPr>
          <a:xfrm>
            <a:off x="8148521" y="3004593"/>
            <a:ext cx="98059" cy="1147596"/>
            <a:chOff x="3347921" y="16006"/>
            <a:chExt cx="98059" cy="1147596"/>
          </a:xfrm>
        </p:grpSpPr>
        <p:sp>
          <p:nvSpPr>
            <p:cNvPr id="68" name="Google Shape;68;p4"/>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4"/>
          <p:cNvGrpSpPr/>
          <p:nvPr/>
        </p:nvGrpSpPr>
        <p:grpSpPr>
          <a:xfrm>
            <a:off x="281421" y="3769263"/>
            <a:ext cx="121172" cy="760495"/>
            <a:chOff x="5245196" y="3136513"/>
            <a:chExt cx="121172" cy="760495"/>
          </a:xfrm>
        </p:grpSpPr>
        <p:sp>
          <p:nvSpPr>
            <p:cNvPr id="71" name="Google Shape;71;p4"/>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 name="Google Shape;73;p4"/>
          <p:cNvGrpSpPr/>
          <p:nvPr/>
        </p:nvGrpSpPr>
        <p:grpSpPr>
          <a:xfrm>
            <a:off x="8534739" y="4069632"/>
            <a:ext cx="57599" cy="831799"/>
            <a:chOff x="2038689" y="173907"/>
            <a:chExt cx="57599" cy="831799"/>
          </a:xfrm>
        </p:grpSpPr>
        <p:sp>
          <p:nvSpPr>
            <p:cNvPr id="74" name="Google Shape;74;p4"/>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4"/>
          <p:cNvSpPr/>
          <p:nvPr/>
        </p:nvSpPr>
        <p:spPr>
          <a:xfrm>
            <a:off x="7686100" y="45688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a:off x="8868125" y="3769263"/>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7"/>
        <p:cNvGrpSpPr/>
        <p:nvPr/>
      </p:nvGrpSpPr>
      <p:grpSpPr>
        <a:xfrm>
          <a:off x="0" y="0"/>
          <a:ext cx="0" cy="0"/>
          <a:chOff x="0" y="0"/>
          <a:chExt cx="0" cy="0"/>
        </a:xfrm>
      </p:grpSpPr>
      <p:sp>
        <p:nvSpPr>
          <p:cNvPr id="118" name="Google Shape;118;p8"/>
          <p:cNvSpPr txBox="1">
            <a:spLocks noGrp="1"/>
          </p:cNvSpPr>
          <p:nvPr>
            <p:ph type="title"/>
          </p:nvPr>
        </p:nvSpPr>
        <p:spPr>
          <a:xfrm>
            <a:off x="2037000" y="1496400"/>
            <a:ext cx="5070000" cy="21507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19" name="Google Shape;119;p8"/>
          <p:cNvSpPr/>
          <p:nvPr/>
        </p:nvSpPr>
        <p:spPr>
          <a:xfrm>
            <a:off x="1060456" y="1158638"/>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a:off x="779974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a:off x="5257933" y="2452405"/>
            <a:ext cx="57599" cy="57599"/>
          </a:xfrm>
          <a:custGeom>
            <a:avLst/>
            <a:gdLst/>
            <a:ahLst/>
            <a:cxnLst/>
            <a:rect l="l" t="t" r="r" b="b"/>
            <a:pathLst>
              <a:path w="2198" h="2198" fill="none" extrusionOk="0">
                <a:moveTo>
                  <a:pt x="1" y="1"/>
                </a:moveTo>
                <a:lnTo>
                  <a:pt x="2198" y="1"/>
                </a:lnTo>
                <a:lnTo>
                  <a:pt x="2198" y="2198"/>
                </a:lnTo>
                <a:lnTo>
                  <a:pt x="1" y="2198"/>
                </a:lnTo>
                <a:close/>
              </a:path>
            </a:pathLst>
          </a:custGeom>
          <a:noFill/>
          <a:ln w="13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8"/>
          <p:cNvSpPr/>
          <p:nvPr/>
        </p:nvSpPr>
        <p:spPr>
          <a:xfrm>
            <a:off x="275669" y="1557059"/>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8"/>
          <p:cNvSpPr/>
          <p:nvPr/>
        </p:nvSpPr>
        <p:spPr>
          <a:xfrm>
            <a:off x="2307882" y="3002386"/>
            <a:ext cx="104086" cy="104322"/>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 name="Google Shape;125;p8"/>
          <p:cNvGrpSpPr/>
          <p:nvPr/>
        </p:nvGrpSpPr>
        <p:grpSpPr>
          <a:xfrm>
            <a:off x="8263682" y="-434366"/>
            <a:ext cx="188886" cy="1181531"/>
            <a:chOff x="2877432" y="975334"/>
            <a:chExt cx="188886" cy="1181531"/>
          </a:xfrm>
        </p:grpSpPr>
        <p:sp>
          <p:nvSpPr>
            <p:cNvPr id="126" name="Google Shape;126;p8"/>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8"/>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8"/>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 name="Google Shape;129;p8"/>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8"/>
          <p:cNvSpPr/>
          <p:nvPr/>
        </p:nvSpPr>
        <p:spPr>
          <a:xfrm>
            <a:off x="6293004" y="835609"/>
            <a:ext cx="80476" cy="80476"/>
          </a:xfrm>
          <a:custGeom>
            <a:avLst/>
            <a:gdLst/>
            <a:ahLst/>
            <a:cxnLst/>
            <a:rect l="l" t="t" r="r" b="b"/>
            <a:pathLst>
              <a:path w="3071" h="3071" extrusionOk="0">
                <a:moveTo>
                  <a:pt x="1" y="1"/>
                </a:moveTo>
                <a:lnTo>
                  <a:pt x="1" y="3071"/>
                </a:lnTo>
                <a:lnTo>
                  <a:pt x="3071" y="3071"/>
                </a:lnTo>
                <a:lnTo>
                  <a:pt x="3071"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8"/>
          <p:cNvSpPr/>
          <p:nvPr/>
        </p:nvSpPr>
        <p:spPr>
          <a:xfrm>
            <a:off x="1778504" y="2156778"/>
            <a:ext cx="119993" cy="119966"/>
          </a:xfrm>
          <a:custGeom>
            <a:avLst/>
            <a:gdLst/>
            <a:ahLst/>
            <a:cxnLst/>
            <a:rect l="l" t="t" r="r" b="b"/>
            <a:pathLst>
              <a:path w="4579" h="4578" extrusionOk="0">
                <a:moveTo>
                  <a:pt x="1" y="0"/>
                </a:moveTo>
                <a:lnTo>
                  <a:pt x="1" y="4578"/>
                </a:lnTo>
                <a:lnTo>
                  <a:pt x="4578" y="4578"/>
                </a:lnTo>
                <a:lnTo>
                  <a:pt x="457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 name="Google Shape;132;p8"/>
          <p:cNvGrpSpPr/>
          <p:nvPr/>
        </p:nvGrpSpPr>
        <p:grpSpPr>
          <a:xfrm>
            <a:off x="3090746" y="-533657"/>
            <a:ext cx="98059" cy="1147596"/>
            <a:chOff x="3347921" y="16006"/>
            <a:chExt cx="98059" cy="1147596"/>
          </a:xfrm>
        </p:grpSpPr>
        <p:sp>
          <p:nvSpPr>
            <p:cNvPr id="133" name="Google Shape;133;p8"/>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8"/>
          <p:cNvGrpSpPr/>
          <p:nvPr/>
        </p:nvGrpSpPr>
        <p:grpSpPr>
          <a:xfrm>
            <a:off x="4892771" y="-340112"/>
            <a:ext cx="121172" cy="760495"/>
            <a:chOff x="5245196" y="3136513"/>
            <a:chExt cx="121172" cy="760495"/>
          </a:xfrm>
        </p:grpSpPr>
        <p:sp>
          <p:nvSpPr>
            <p:cNvPr id="136" name="Google Shape;136;p8"/>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8"/>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 name="Google Shape;138;p8"/>
          <p:cNvGrpSpPr/>
          <p:nvPr/>
        </p:nvGrpSpPr>
        <p:grpSpPr>
          <a:xfrm>
            <a:off x="6967836" y="85439"/>
            <a:ext cx="133252" cy="1952377"/>
            <a:chOff x="6780548" y="337714"/>
            <a:chExt cx="133252" cy="1952377"/>
          </a:xfrm>
        </p:grpSpPr>
        <p:sp>
          <p:nvSpPr>
            <p:cNvPr id="139" name="Google Shape;139;p8"/>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 name="Google Shape;141;p8"/>
          <p:cNvGrpSpPr/>
          <p:nvPr/>
        </p:nvGrpSpPr>
        <p:grpSpPr>
          <a:xfrm>
            <a:off x="250617" y="2402301"/>
            <a:ext cx="188650" cy="2468354"/>
            <a:chOff x="250617" y="2402301"/>
            <a:chExt cx="188650" cy="2468354"/>
          </a:xfrm>
        </p:grpSpPr>
        <p:sp>
          <p:nvSpPr>
            <p:cNvPr id="142" name="Google Shape;142;p8"/>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8"/>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8"/>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 name="Google Shape;146;p8"/>
          <p:cNvGrpSpPr/>
          <p:nvPr/>
        </p:nvGrpSpPr>
        <p:grpSpPr>
          <a:xfrm>
            <a:off x="982417" y="1695096"/>
            <a:ext cx="199237" cy="2828935"/>
            <a:chOff x="1608717" y="1280046"/>
            <a:chExt cx="199237" cy="2828935"/>
          </a:xfrm>
        </p:grpSpPr>
        <p:sp>
          <p:nvSpPr>
            <p:cNvPr id="147" name="Google Shape;147;p8"/>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8"/>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8"/>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 name="Google Shape;150;p8"/>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8"/>
          <p:cNvGrpSpPr/>
          <p:nvPr/>
        </p:nvGrpSpPr>
        <p:grpSpPr>
          <a:xfrm>
            <a:off x="2038689" y="173907"/>
            <a:ext cx="57599" cy="831799"/>
            <a:chOff x="2038689" y="173907"/>
            <a:chExt cx="57599" cy="831799"/>
          </a:xfrm>
        </p:grpSpPr>
        <p:sp>
          <p:nvSpPr>
            <p:cNvPr id="152" name="Google Shape;152;p8"/>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8"/>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8"/>
          <p:cNvGrpSpPr/>
          <p:nvPr/>
        </p:nvGrpSpPr>
        <p:grpSpPr>
          <a:xfrm>
            <a:off x="8008096" y="2108910"/>
            <a:ext cx="199001" cy="2139769"/>
            <a:chOff x="8008096" y="2108910"/>
            <a:chExt cx="199001" cy="2139769"/>
          </a:xfrm>
        </p:grpSpPr>
        <p:sp>
          <p:nvSpPr>
            <p:cNvPr id="155" name="Google Shape;155;p8"/>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8"/>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 name="Google Shape;157;p8"/>
          <p:cNvSpPr/>
          <p:nvPr/>
        </p:nvSpPr>
        <p:spPr>
          <a:xfrm>
            <a:off x="2702019" y="1158651"/>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 name="Google Shape;158;p8"/>
          <p:cNvGrpSpPr/>
          <p:nvPr/>
        </p:nvGrpSpPr>
        <p:grpSpPr>
          <a:xfrm>
            <a:off x="4095146" y="-859690"/>
            <a:ext cx="199001" cy="2139769"/>
            <a:chOff x="8008096" y="2108910"/>
            <a:chExt cx="199001" cy="2139769"/>
          </a:xfrm>
        </p:grpSpPr>
        <p:sp>
          <p:nvSpPr>
            <p:cNvPr id="159" name="Google Shape;159;p8"/>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8"/>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8"/>
          <p:cNvGrpSpPr/>
          <p:nvPr/>
        </p:nvGrpSpPr>
        <p:grpSpPr>
          <a:xfrm>
            <a:off x="6333286" y="3704939"/>
            <a:ext cx="133252" cy="1952377"/>
            <a:chOff x="6780548" y="337714"/>
            <a:chExt cx="133252" cy="1952377"/>
          </a:xfrm>
        </p:grpSpPr>
        <p:sp>
          <p:nvSpPr>
            <p:cNvPr id="162" name="Google Shape;162;p8"/>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8"/>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 name="Google Shape;164;p8"/>
          <p:cNvGrpSpPr/>
          <p:nvPr/>
        </p:nvGrpSpPr>
        <p:grpSpPr>
          <a:xfrm>
            <a:off x="2702021" y="3612763"/>
            <a:ext cx="121172" cy="760495"/>
            <a:chOff x="5245196" y="3136513"/>
            <a:chExt cx="121172" cy="760495"/>
          </a:xfrm>
        </p:grpSpPr>
        <p:sp>
          <p:nvSpPr>
            <p:cNvPr id="165" name="Google Shape;165;p8"/>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8"/>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 name="Google Shape;167;p8"/>
          <p:cNvSpPr/>
          <p:nvPr/>
        </p:nvSpPr>
        <p:spPr>
          <a:xfrm>
            <a:off x="5539523" y="4516718"/>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8"/>
          <p:cNvSpPr/>
          <p:nvPr/>
        </p:nvSpPr>
        <p:spPr>
          <a:xfrm>
            <a:off x="6994217" y="3378784"/>
            <a:ext cx="80476" cy="80476"/>
          </a:xfrm>
          <a:custGeom>
            <a:avLst/>
            <a:gdLst/>
            <a:ahLst/>
            <a:cxnLst/>
            <a:rect l="l" t="t" r="r" b="b"/>
            <a:pathLst>
              <a:path w="3071" h="3071" extrusionOk="0">
                <a:moveTo>
                  <a:pt x="1" y="1"/>
                </a:moveTo>
                <a:lnTo>
                  <a:pt x="1" y="3071"/>
                </a:lnTo>
                <a:lnTo>
                  <a:pt x="3071" y="3071"/>
                </a:lnTo>
                <a:lnTo>
                  <a:pt x="3071"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9"/>
        <p:cNvGrpSpPr/>
        <p:nvPr/>
      </p:nvGrpSpPr>
      <p:grpSpPr>
        <a:xfrm>
          <a:off x="0" y="0"/>
          <a:ext cx="0" cy="0"/>
          <a:chOff x="0" y="0"/>
          <a:chExt cx="0" cy="0"/>
        </a:xfrm>
      </p:grpSpPr>
      <p:sp>
        <p:nvSpPr>
          <p:cNvPr id="170" name="Google Shape;170;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71" name="Google Shape;171;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72" name="Google Shape;172;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TITLE_1">
    <p:spTree>
      <p:nvGrpSpPr>
        <p:cNvPr id="1" name="Shape 175"/>
        <p:cNvGrpSpPr/>
        <p:nvPr/>
      </p:nvGrpSpPr>
      <p:grpSpPr>
        <a:xfrm>
          <a:off x="0" y="0"/>
          <a:ext cx="0" cy="0"/>
          <a:chOff x="0" y="0"/>
          <a:chExt cx="0" cy="0"/>
        </a:xfrm>
      </p:grpSpPr>
      <p:sp>
        <p:nvSpPr>
          <p:cNvPr id="176" name="Google Shape;176;p11"/>
          <p:cNvSpPr txBox="1">
            <a:spLocks noGrp="1"/>
          </p:cNvSpPr>
          <p:nvPr>
            <p:ph type="ctrTitle"/>
          </p:nvPr>
        </p:nvSpPr>
        <p:spPr>
          <a:xfrm>
            <a:off x="3068675" y="3075325"/>
            <a:ext cx="3055800" cy="54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2400">
                <a:solidFill>
                  <a:schemeClr val="accent1"/>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77" name="Google Shape;177;p11"/>
          <p:cNvSpPr txBox="1">
            <a:spLocks noGrp="1"/>
          </p:cNvSpPr>
          <p:nvPr>
            <p:ph type="subTitle" idx="1"/>
          </p:nvPr>
        </p:nvSpPr>
        <p:spPr>
          <a:xfrm>
            <a:off x="2333000" y="1799075"/>
            <a:ext cx="4478100" cy="792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8" name="Google Shape;178;p11"/>
          <p:cNvSpPr/>
          <p:nvPr/>
        </p:nvSpPr>
        <p:spPr>
          <a:xfrm>
            <a:off x="1621169" y="2890613"/>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1"/>
          <p:cNvSpPr/>
          <p:nvPr/>
        </p:nvSpPr>
        <p:spPr>
          <a:xfrm>
            <a:off x="1238740" y="2106884"/>
            <a:ext cx="121434" cy="121434"/>
          </a:xfrm>
          <a:custGeom>
            <a:avLst/>
            <a:gdLst/>
            <a:ahLst/>
            <a:cxnLst/>
            <a:rect l="l" t="t" r="r" b="b"/>
            <a:pathLst>
              <a:path w="4634" h="4634" extrusionOk="0">
                <a:moveTo>
                  <a:pt x="0" y="1"/>
                </a:moveTo>
                <a:lnTo>
                  <a:pt x="0" y="4634"/>
                </a:lnTo>
                <a:lnTo>
                  <a:pt x="4633" y="4634"/>
                </a:lnTo>
                <a:lnTo>
                  <a:pt x="463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a:off x="8710023" y="4821495"/>
            <a:ext cx="98059" cy="98295"/>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a:off x="275669" y="1557059"/>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 name="Google Shape;183;p11"/>
          <p:cNvGrpSpPr/>
          <p:nvPr/>
        </p:nvGrpSpPr>
        <p:grpSpPr>
          <a:xfrm>
            <a:off x="8217007" y="3576772"/>
            <a:ext cx="188886" cy="1181531"/>
            <a:chOff x="2877432" y="975334"/>
            <a:chExt cx="188886" cy="1181531"/>
          </a:xfrm>
        </p:grpSpPr>
        <p:sp>
          <p:nvSpPr>
            <p:cNvPr id="184" name="Google Shape;184;p11"/>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1"/>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7" name="Google Shape;187;p11"/>
          <p:cNvSpPr/>
          <p:nvPr/>
        </p:nvSpPr>
        <p:spPr>
          <a:xfrm>
            <a:off x="8718796" y="116488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8" name="Google Shape;188;p11"/>
          <p:cNvGrpSpPr/>
          <p:nvPr/>
        </p:nvGrpSpPr>
        <p:grpSpPr>
          <a:xfrm>
            <a:off x="7519346" y="3243318"/>
            <a:ext cx="98059" cy="1147596"/>
            <a:chOff x="3347921" y="16006"/>
            <a:chExt cx="98059" cy="1147596"/>
          </a:xfrm>
        </p:grpSpPr>
        <p:sp>
          <p:nvSpPr>
            <p:cNvPr id="189" name="Google Shape;189;p11"/>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1"/>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 name="Google Shape;191;p11"/>
          <p:cNvGrpSpPr/>
          <p:nvPr/>
        </p:nvGrpSpPr>
        <p:grpSpPr>
          <a:xfrm>
            <a:off x="805821" y="2953663"/>
            <a:ext cx="121172" cy="760495"/>
            <a:chOff x="5245196" y="3136513"/>
            <a:chExt cx="121172" cy="760495"/>
          </a:xfrm>
        </p:grpSpPr>
        <p:sp>
          <p:nvSpPr>
            <p:cNvPr id="192" name="Google Shape;192;p11"/>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250617" y="2402301"/>
            <a:ext cx="188650" cy="2468354"/>
            <a:chOff x="250617" y="2402301"/>
            <a:chExt cx="188650" cy="2468354"/>
          </a:xfrm>
        </p:grpSpPr>
        <p:sp>
          <p:nvSpPr>
            <p:cNvPr id="195" name="Google Shape;195;p11"/>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1"/>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9" name="Google Shape;199;p11"/>
          <p:cNvSpPr/>
          <p:nvPr/>
        </p:nvSpPr>
        <p:spPr>
          <a:xfrm>
            <a:off x="8307214" y="-383977"/>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1" name="Google Shape;201;p11"/>
          <p:cNvGrpSpPr/>
          <p:nvPr/>
        </p:nvGrpSpPr>
        <p:grpSpPr>
          <a:xfrm>
            <a:off x="2038689" y="173907"/>
            <a:ext cx="57599" cy="831799"/>
            <a:chOff x="2038689" y="173907"/>
            <a:chExt cx="57599" cy="831799"/>
          </a:xfrm>
        </p:grpSpPr>
        <p:sp>
          <p:nvSpPr>
            <p:cNvPr id="202" name="Google Shape;202;p11"/>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1"/>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 name="Google Shape;204;p11"/>
          <p:cNvSpPr/>
          <p:nvPr/>
        </p:nvSpPr>
        <p:spPr>
          <a:xfrm>
            <a:off x="7582340" y="1834534"/>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5" name="Google Shape;205;p11"/>
          <p:cNvGrpSpPr/>
          <p:nvPr/>
        </p:nvGrpSpPr>
        <p:grpSpPr>
          <a:xfrm>
            <a:off x="4920170" y="-496491"/>
            <a:ext cx="188886" cy="1181531"/>
            <a:chOff x="2877432" y="975334"/>
            <a:chExt cx="188886" cy="1181531"/>
          </a:xfrm>
        </p:grpSpPr>
        <p:sp>
          <p:nvSpPr>
            <p:cNvPr id="206" name="Google Shape;206;p11"/>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1"/>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9" name="Google Shape;209;p11"/>
          <p:cNvSpPr/>
          <p:nvPr/>
        </p:nvSpPr>
        <p:spPr>
          <a:xfrm>
            <a:off x="7084804" y="549572"/>
            <a:ext cx="80476" cy="80476"/>
          </a:xfrm>
          <a:custGeom>
            <a:avLst/>
            <a:gdLst/>
            <a:ahLst/>
            <a:cxnLst/>
            <a:rect l="l" t="t" r="r" b="b"/>
            <a:pathLst>
              <a:path w="3071" h="3071" extrusionOk="0">
                <a:moveTo>
                  <a:pt x="1" y="1"/>
                </a:moveTo>
                <a:lnTo>
                  <a:pt x="1" y="3071"/>
                </a:lnTo>
                <a:lnTo>
                  <a:pt x="3071" y="3071"/>
                </a:lnTo>
                <a:lnTo>
                  <a:pt x="3071"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0" name="Google Shape;210;p11"/>
          <p:cNvGrpSpPr/>
          <p:nvPr/>
        </p:nvGrpSpPr>
        <p:grpSpPr>
          <a:xfrm>
            <a:off x="3030471" y="-223849"/>
            <a:ext cx="121172" cy="760495"/>
            <a:chOff x="5245196" y="3136513"/>
            <a:chExt cx="121172" cy="760495"/>
          </a:xfrm>
        </p:grpSpPr>
        <p:sp>
          <p:nvSpPr>
            <p:cNvPr id="211" name="Google Shape;211;p11"/>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 name="Google Shape;213;p11"/>
          <p:cNvGrpSpPr/>
          <p:nvPr/>
        </p:nvGrpSpPr>
        <p:grpSpPr>
          <a:xfrm>
            <a:off x="2306292" y="2569221"/>
            <a:ext cx="199237" cy="2828935"/>
            <a:chOff x="1608717" y="1280046"/>
            <a:chExt cx="199237" cy="2828935"/>
          </a:xfrm>
        </p:grpSpPr>
        <p:sp>
          <p:nvSpPr>
            <p:cNvPr id="214" name="Google Shape;214;p11"/>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1"/>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six columns">
  <p:cSld name="CUSTOM_1_1_1">
    <p:spTree>
      <p:nvGrpSpPr>
        <p:cNvPr id="1" name="Shape 310"/>
        <p:cNvGrpSpPr/>
        <p:nvPr/>
      </p:nvGrpSpPr>
      <p:grpSpPr>
        <a:xfrm>
          <a:off x="0" y="0"/>
          <a:ext cx="0" cy="0"/>
          <a:chOff x="0" y="0"/>
          <a:chExt cx="0" cy="0"/>
        </a:xfrm>
      </p:grpSpPr>
      <p:sp>
        <p:nvSpPr>
          <p:cNvPr id="311" name="Google Shape;311;p16"/>
          <p:cNvSpPr txBox="1">
            <a:spLocks noGrp="1"/>
          </p:cNvSpPr>
          <p:nvPr>
            <p:ph type="ctrTitle"/>
          </p:nvPr>
        </p:nvSpPr>
        <p:spPr>
          <a:xfrm>
            <a:off x="1121525" y="23022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12" name="Google Shape;312;p16"/>
          <p:cNvSpPr txBox="1">
            <a:spLocks noGrp="1"/>
          </p:cNvSpPr>
          <p:nvPr>
            <p:ph type="subTitle" idx="1"/>
          </p:nvPr>
        </p:nvSpPr>
        <p:spPr>
          <a:xfrm>
            <a:off x="961925" y="1643751"/>
            <a:ext cx="22005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13" name="Google Shape;313;p16"/>
          <p:cNvSpPr txBox="1">
            <a:spLocks noGrp="1"/>
          </p:cNvSpPr>
          <p:nvPr>
            <p:ph type="ctrTitle" idx="2"/>
          </p:nvPr>
        </p:nvSpPr>
        <p:spPr>
          <a:xfrm>
            <a:off x="3628263" y="23022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14" name="Google Shape;314;p16"/>
          <p:cNvSpPr txBox="1">
            <a:spLocks noGrp="1"/>
          </p:cNvSpPr>
          <p:nvPr>
            <p:ph type="subTitle" idx="3"/>
          </p:nvPr>
        </p:nvSpPr>
        <p:spPr>
          <a:xfrm>
            <a:off x="3468663" y="1643759"/>
            <a:ext cx="22005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15" name="Google Shape;315;p16"/>
          <p:cNvSpPr txBox="1">
            <a:spLocks noGrp="1"/>
          </p:cNvSpPr>
          <p:nvPr>
            <p:ph type="ctrTitle" idx="4"/>
          </p:nvPr>
        </p:nvSpPr>
        <p:spPr>
          <a:xfrm>
            <a:off x="6142624" y="23022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16" name="Google Shape;316;p16"/>
          <p:cNvSpPr txBox="1">
            <a:spLocks noGrp="1"/>
          </p:cNvSpPr>
          <p:nvPr>
            <p:ph type="subTitle" idx="5"/>
          </p:nvPr>
        </p:nvSpPr>
        <p:spPr>
          <a:xfrm>
            <a:off x="5947924" y="1643751"/>
            <a:ext cx="22707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17" name="Google Shape;317;p16"/>
          <p:cNvSpPr txBox="1">
            <a:spLocks noGrp="1"/>
          </p:cNvSpPr>
          <p:nvPr>
            <p:ph type="ctrTitle" idx="6"/>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318" name="Google Shape;318;p16"/>
          <p:cNvSpPr txBox="1">
            <a:spLocks noGrp="1"/>
          </p:cNvSpPr>
          <p:nvPr>
            <p:ph type="ctrTitle" idx="7"/>
          </p:nvPr>
        </p:nvSpPr>
        <p:spPr>
          <a:xfrm>
            <a:off x="1121525" y="41348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19" name="Google Shape;319;p16"/>
          <p:cNvSpPr txBox="1">
            <a:spLocks noGrp="1"/>
          </p:cNvSpPr>
          <p:nvPr>
            <p:ph type="subTitle" idx="8"/>
          </p:nvPr>
        </p:nvSpPr>
        <p:spPr>
          <a:xfrm>
            <a:off x="961925" y="3479251"/>
            <a:ext cx="22005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20" name="Google Shape;320;p16"/>
          <p:cNvSpPr txBox="1">
            <a:spLocks noGrp="1"/>
          </p:cNvSpPr>
          <p:nvPr>
            <p:ph type="ctrTitle" idx="9"/>
          </p:nvPr>
        </p:nvSpPr>
        <p:spPr>
          <a:xfrm>
            <a:off x="3628263" y="41348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21" name="Google Shape;321;p16"/>
          <p:cNvSpPr txBox="1">
            <a:spLocks noGrp="1"/>
          </p:cNvSpPr>
          <p:nvPr>
            <p:ph type="subTitle" idx="13"/>
          </p:nvPr>
        </p:nvSpPr>
        <p:spPr>
          <a:xfrm>
            <a:off x="3533613" y="3479251"/>
            <a:ext cx="20706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22" name="Google Shape;322;p16"/>
          <p:cNvSpPr txBox="1">
            <a:spLocks noGrp="1"/>
          </p:cNvSpPr>
          <p:nvPr>
            <p:ph type="ctrTitle" idx="14"/>
          </p:nvPr>
        </p:nvSpPr>
        <p:spPr>
          <a:xfrm>
            <a:off x="6142624" y="4134800"/>
            <a:ext cx="1881300" cy="4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23" name="Google Shape;323;p16"/>
          <p:cNvSpPr txBox="1">
            <a:spLocks noGrp="1"/>
          </p:cNvSpPr>
          <p:nvPr>
            <p:ph type="subTitle" idx="15"/>
          </p:nvPr>
        </p:nvSpPr>
        <p:spPr>
          <a:xfrm>
            <a:off x="5947924" y="3479251"/>
            <a:ext cx="2270700" cy="8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3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24" name="Google Shape;324;p16"/>
          <p:cNvSpPr/>
          <p:nvPr/>
        </p:nvSpPr>
        <p:spPr>
          <a:xfrm>
            <a:off x="7573050" y="27737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6"/>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6"/>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6"/>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6"/>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6"/>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6"/>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6"/>
          <p:cNvSpPr/>
          <p:nvPr/>
        </p:nvSpPr>
        <p:spPr>
          <a:xfrm>
            <a:off x="303600" y="44017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6"/>
          <p:cNvSpPr/>
          <p:nvPr/>
        </p:nvSpPr>
        <p:spPr>
          <a:xfrm>
            <a:off x="564075" y="475390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list">
  <p:cSld name="CUSTOM_4">
    <p:spTree>
      <p:nvGrpSpPr>
        <p:cNvPr id="1" name="Shape 409"/>
        <p:cNvGrpSpPr/>
        <p:nvPr/>
      </p:nvGrpSpPr>
      <p:grpSpPr>
        <a:xfrm>
          <a:off x="0" y="0"/>
          <a:ext cx="0" cy="0"/>
          <a:chOff x="0" y="0"/>
          <a:chExt cx="0" cy="0"/>
        </a:xfrm>
      </p:grpSpPr>
      <p:sp>
        <p:nvSpPr>
          <p:cNvPr id="410" name="Google Shape;410;p20"/>
          <p:cNvSpPr txBox="1">
            <a:spLocks noGrp="1"/>
          </p:cNvSpPr>
          <p:nvPr>
            <p:ph type="body" idx="1"/>
          </p:nvPr>
        </p:nvSpPr>
        <p:spPr>
          <a:xfrm>
            <a:off x="59737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SzPts val="1000"/>
              <a:buFont typeface="Livvic Light"/>
              <a:buChar char="●"/>
              <a:defRPr sz="1200"/>
            </a:lvl1pPr>
            <a:lvl2pPr marL="914400" lvl="1" indent="-292100" rtl="0">
              <a:spcBef>
                <a:spcPts val="1600"/>
              </a:spcBef>
              <a:spcAft>
                <a:spcPts val="0"/>
              </a:spcAft>
              <a:buSzPts val="1000"/>
              <a:buFont typeface="Nunito Light"/>
              <a:buChar char="○"/>
              <a:defRPr/>
            </a:lvl2pPr>
            <a:lvl3pPr marL="1371600" lvl="2" indent="-292100" rtl="0">
              <a:spcBef>
                <a:spcPts val="1600"/>
              </a:spcBef>
              <a:spcAft>
                <a:spcPts val="0"/>
              </a:spcAft>
              <a:buSzPts val="1000"/>
              <a:buFont typeface="Nunito Light"/>
              <a:buChar char="■"/>
              <a:defRPr/>
            </a:lvl3pPr>
            <a:lvl4pPr marL="1828800" lvl="3" indent="-292100" rtl="0">
              <a:spcBef>
                <a:spcPts val="1600"/>
              </a:spcBef>
              <a:spcAft>
                <a:spcPts val="0"/>
              </a:spcAft>
              <a:buSzPts val="1000"/>
              <a:buFont typeface="Nunito Light"/>
              <a:buChar char="●"/>
              <a:defRPr/>
            </a:lvl4pPr>
            <a:lvl5pPr marL="2286000" lvl="4" indent="-292100" rtl="0">
              <a:spcBef>
                <a:spcPts val="1600"/>
              </a:spcBef>
              <a:spcAft>
                <a:spcPts val="0"/>
              </a:spcAft>
              <a:buSzPts val="1000"/>
              <a:buFont typeface="Nunito Light"/>
              <a:buChar char="○"/>
              <a:defRPr/>
            </a:lvl5pPr>
            <a:lvl6pPr marL="2743200" lvl="5" indent="-292100" rtl="0">
              <a:spcBef>
                <a:spcPts val="1600"/>
              </a:spcBef>
              <a:spcAft>
                <a:spcPts val="0"/>
              </a:spcAft>
              <a:buSzPts val="1000"/>
              <a:buFont typeface="Nunito Light"/>
              <a:buChar char="■"/>
              <a:defRPr/>
            </a:lvl6pPr>
            <a:lvl7pPr marL="3200400" lvl="6" indent="-292100" rtl="0">
              <a:spcBef>
                <a:spcPts val="1600"/>
              </a:spcBef>
              <a:spcAft>
                <a:spcPts val="0"/>
              </a:spcAft>
              <a:buSzPts val="1000"/>
              <a:buFont typeface="Nunito Light"/>
              <a:buChar char="●"/>
              <a:defRPr/>
            </a:lvl7pPr>
            <a:lvl8pPr marL="3657600" lvl="7" indent="-292100" rtl="0">
              <a:spcBef>
                <a:spcPts val="1600"/>
              </a:spcBef>
              <a:spcAft>
                <a:spcPts val="0"/>
              </a:spcAft>
              <a:buSzPts val="1000"/>
              <a:buFont typeface="Nunito Light"/>
              <a:buChar char="○"/>
              <a:defRPr/>
            </a:lvl8pPr>
            <a:lvl9pPr marL="4114800" lvl="8" indent="-292100" rtl="0">
              <a:spcBef>
                <a:spcPts val="1600"/>
              </a:spcBef>
              <a:spcAft>
                <a:spcPts val="1600"/>
              </a:spcAft>
              <a:buSzPts val="1000"/>
              <a:buFont typeface="Nunito Light"/>
              <a:buChar char="■"/>
              <a:defRPr/>
            </a:lvl9pPr>
          </a:lstStyle>
          <a:p>
            <a:endParaRPr/>
          </a:p>
        </p:txBody>
      </p:sp>
      <p:sp>
        <p:nvSpPr>
          <p:cNvPr id="411" name="Google Shape;411;p20"/>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412" name="Google Shape;412;p20"/>
          <p:cNvSpPr txBox="1">
            <a:spLocks noGrp="1"/>
          </p:cNvSpPr>
          <p:nvPr>
            <p:ph type="body" idx="2"/>
          </p:nvPr>
        </p:nvSpPr>
        <p:spPr>
          <a:xfrm>
            <a:off x="469012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Clr>
                <a:srgbClr val="EC5D37"/>
              </a:buClr>
              <a:buSzPts val="1000"/>
              <a:buFont typeface="Livvic Light"/>
              <a:buChar char="●"/>
              <a:defRPr sz="1200"/>
            </a:lvl1pPr>
            <a:lvl2pPr marL="914400" lvl="1" indent="-292100" rtl="0">
              <a:spcBef>
                <a:spcPts val="1600"/>
              </a:spcBef>
              <a:spcAft>
                <a:spcPts val="0"/>
              </a:spcAft>
              <a:buClr>
                <a:srgbClr val="FFC800"/>
              </a:buClr>
              <a:buSzPts val="1000"/>
              <a:buFont typeface="Nunito Light"/>
              <a:buChar char="○"/>
              <a:defRPr/>
            </a:lvl2pPr>
            <a:lvl3pPr marL="1371600" lvl="2" indent="-292100" rtl="0">
              <a:spcBef>
                <a:spcPts val="1600"/>
              </a:spcBef>
              <a:spcAft>
                <a:spcPts val="0"/>
              </a:spcAft>
              <a:buClr>
                <a:srgbClr val="FFC800"/>
              </a:buClr>
              <a:buSzPts val="1000"/>
              <a:buFont typeface="Nunito Light"/>
              <a:buChar char="■"/>
              <a:defRPr/>
            </a:lvl3pPr>
            <a:lvl4pPr marL="1828800" lvl="3" indent="-292100" rtl="0">
              <a:spcBef>
                <a:spcPts val="1600"/>
              </a:spcBef>
              <a:spcAft>
                <a:spcPts val="0"/>
              </a:spcAft>
              <a:buClr>
                <a:srgbClr val="FFC800"/>
              </a:buClr>
              <a:buSzPts val="1000"/>
              <a:buFont typeface="Nunito Light"/>
              <a:buChar char="●"/>
              <a:defRPr/>
            </a:lvl4pPr>
            <a:lvl5pPr marL="2286000" lvl="4" indent="-292100" rtl="0">
              <a:spcBef>
                <a:spcPts val="1600"/>
              </a:spcBef>
              <a:spcAft>
                <a:spcPts val="0"/>
              </a:spcAft>
              <a:buClr>
                <a:srgbClr val="434343"/>
              </a:buClr>
              <a:buSzPts val="1000"/>
              <a:buFont typeface="Nunito Light"/>
              <a:buChar char="○"/>
              <a:defRPr/>
            </a:lvl5pPr>
            <a:lvl6pPr marL="2743200" lvl="5" indent="-292100" rtl="0">
              <a:spcBef>
                <a:spcPts val="1600"/>
              </a:spcBef>
              <a:spcAft>
                <a:spcPts val="0"/>
              </a:spcAft>
              <a:buClr>
                <a:srgbClr val="434343"/>
              </a:buClr>
              <a:buSzPts val="1000"/>
              <a:buFont typeface="Nunito Light"/>
              <a:buChar char="■"/>
              <a:defRPr/>
            </a:lvl6pPr>
            <a:lvl7pPr marL="3200400" lvl="6" indent="-292100" rtl="0">
              <a:spcBef>
                <a:spcPts val="1600"/>
              </a:spcBef>
              <a:spcAft>
                <a:spcPts val="0"/>
              </a:spcAft>
              <a:buClr>
                <a:srgbClr val="434343"/>
              </a:buClr>
              <a:buSzPts val="1000"/>
              <a:buFont typeface="Nunito Light"/>
              <a:buChar char="●"/>
              <a:defRPr/>
            </a:lvl7pPr>
            <a:lvl8pPr marL="3657600" lvl="7" indent="-292100" rtl="0">
              <a:spcBef>
                <a:spcPts val="1600"/>
              </a:spcBef>
              <a:spcAft>
                <a:spcPts val="0"/>
              </a:spcAft>
              <a:buClr>
                <a:srgbClr val="434343"/>
              </a:buClr>
              <a:buSzPts val="1000"/>
              <a:buFont typeface="Nunito Light"/>
              <a:buChar char="○"/>
              <a:defRPr/>
            </a:lvl8pPr>
            <a:lvl9pPr marL="4114800" lvl="8" indent="-292100" rtl="0">
              <a:spcBef>
                <a:spcPts val="1600"/>
              </a:spcBef>
              <a:spcAft>
                <a:spcPts val="1600"/>
              </a:spcAft>
              <a:buClr>
                <a:srgbClr val="434343"/>
              </a:buClr>
              <a:buSzPts val="1000"/>
              <a:buFont typeface="Nunito Light"/>
              <a:buChar char="■"/>
              <a:defRPr/>
            </a:lvl9pPr>
          </a:lstStyle>
          <a:p>
            <a:endParaRPr/>
          </a:p>
        </p:txBody>
      </p:sp>
      <p:sp>
        <p:nvSpPr>
          <p:cNvPr id="413" name="Google Shape;413;p20"/>
          <p:cNvSpPr/>
          <p:nvPr/>
        </p:nvSpPr>
        <p:spPr>
          <a:xfrm>
            <a:off x="8829925" y="1123700"/>
            <a:ext cx="108650" cy="108625"/>
          </a:xfrm>
          <a:custGeom>
            <a:avLst/>
            <a:gdLst/>
            <a:ahLst/>
            <a:cxnLst/>
            <a:rect l="l" t="t" r="r" b="b"/>
            <a:pathLst>
              <a:path w="4346" h="4345" extrusionOk="0">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0"/>
          <p:cNvSpPr/>
          <p:nvPr/>
        </p:nvSpPr>
        <p:spPr>
          <a:xfrm>
            <a:off x="9156250" y="1340450"/>
            <a:ext cx="111450" cy="110975"/>
          </a:xfrm>
          <a:custGeom>
            <a:avLst/>
            <a:gdLst/>
            <a:ahLst/>
            <a:cxnLst/>
            <a:rect l="l" t="t" r="r" b="b"/>
            <a:pathLst>
              <a:path w="4458" h="4439" extrusionOk="0">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5809850" y="214400"/>
            <a:ext cx="108625" cy="108625"/>
          </a:xfrm>
          <a:custGeom>
            <a:avLst/>
            <a:gdLst/>
            <a:ahLst/>
            <a:cxnLst/>
            <a:rect l="l" t="t" r="r" b="b"/>
            <a:pathLst>
              <a:path w="4345" h="4345" extrusionOk="0">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7079800" y="420088"/>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7952700" y="278513"/>
            <a:ext cx="44975" cy="44500"/>
          </a:xfrm>
          <a:custGeom>
            <a:avLst/>
            <a:gdLst/>
            <a:ahLst/>
            <a:cxnLst/>
            <a:rect l="l" t="t" r="r" b="b"/>
            <a:pathLst>
              <a:path w="1799" h="1780" extrusionOk="0">
                <a:moveTo>
                  <a:pt x="1" y="1"/>
                </a:moveTo>
                <a:lnTo>
                  <a:pt x="1" y="1780"/>
                </a:lnTo>
                <a:lnTo>
                  <a:pt x="1798" y="1780"/>
                </a:lnTo>
                <a:lnTo>
                  <a:pt x="1798"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7372450" y="-69325"/>
            <a:ext cx="155925" cy="155925"/>
          </a:xfrm>
          <a:custGeom>
            <a:avLst/>
            <a:gdLst/>
            <a:ahLst/>
            <a:cxnLst/>
            <a:rect l="l" t="t" r="r" b="b"/>
            <a:pathLst>
              <a:path w="6237" h="6237" extrusionOk="0">
                <a:moveTo>
                  <a:pt x="0" y="0"/>
                </a:moveTo>
                <a:lnTo>
                  <a:pt x="0" y="6236"/>
                </a:lnTo>
                <a:lnTo>
                  <a:pt x="6236" y="6236"/>
                </a:lnTo>
                <a:lnTo>
                  <a:pt x="6236"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8464275" y="355050"/>
            <a:ext cx="155925" cy="156400"/>
          </a:xfrm>
          <a:custGeom>
            <a:avLst/>
            <a:gdLst/>
            <a:ahLst/>
            <a:cxnLst/>
            <a:rect l="l" t="t" r="r" b="b"/>
            <a:pathLst>
              <a:path w="6237" h="6256" extrusionOk="0">
                <a:moveTo>
                  <a:pt x="1" y="1"/>
                </a:moveTo>
                <a:lnTo>
                  <a:pt x="1" y="6256"/>
                </a:lnTo>
                <a:lnTo>
                  <a:pt x="6237" y="6256"/>
                </a:lnTo>
                <a:lnTo>
                  <a:pt x="623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7264275" y="607363"/>
            <a:ext cx="122675" cy="122675"/>
          </a:xfrm>
          <a:custGeom>
            <a:avLst/>
            <a:gdLst/>
            <a:ahLst/>
            <a:cxnLst/>
            <a:rect l="l" t="t" r="r" b="b"/>
            <a:pathLst>
              <a:path w="4907" h="4907" extrusionOk="0">
                <a:moveTo>
                  <a:pt x="0" y="1"/>
                </a:moveTo>
                <a:lnTo>
                  <a:pt x="0" y="4907"/>
                </a:lnTo>
                <a:lnTo>
                  <a:pt x="4907" y="4907"/>
                </a:lnTo>
                <a:lnTo>
                  <a:pt x="490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6298850" y="907625"/>
            <a:ext cx="155925" cy="155900"/>
          </a:xfrm>
          <a:custGeom>
            <a:avLst/>
            <a:gdLst/>
            <a:ahLst/>
            <a:cxnLst/>
            <a:rect l="l" t="t" r="r" b="b"/>
            <a:pathLst>
              <a:path w="6237" h="6236" extrusionOk="0">
                <a:moveTo>
                  <a:pt x="1" y="0"/>
                </a:moveTo>
                <a:lnTo>
                  <a:pt x="1" y="6236"/>
                </a:lnTo>
                <a:lnTo>
                  <a:pt x="6237" y="6236"/>
                </a:lnTo>
                <a:lnTo>
                  <a:pt x="6237"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83000" y="4540463"/>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0"/>
          <p:cNvSpPr/>
          <p:nvPr/>
        </p:nvSpPr>
        <p:spPr>
          <a:xfrm>
            <a:off x="101475" y="4727738"/>
            <a:ext cx="122675" cy="122675"/>
          </a:xfrm>
          <a:custGeom>
            <a:avLst/>
            <a:gdLst/>
            <a:ahLst/>
            <a:cxnLst/>
            <a:rect l="l" t="t" r="r" b="b"/>
            <a:pathLst>
              <a:path w="4907" h="4907" extrusionOk="0">
                <a:moveTo>
                  <a:pt x="0" y="1"/>
                </a:moveTo>
                <a:lnTo>
                  <a:pt x="0" y="4907"/>
                </a:lnTo>
                <a:lnTo>
                  <a:pt x="4907" y="4907"/>
                </a:lnTo>
                <a:lnTo>
                  <a:pt x="490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424"/>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25"/>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1pPr>
            <a:lvl2pPr lvl="1">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2pPr>
            <a:lvl3pPr lvl="2">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3pPr>
            <a:lvl4pPr lvl="3">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4pPr>
            <a:lvl5pPr lvl="4">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5pPr>
            <a:lvl6pPr lvl="5">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6pPr>
            <a:lvl7pPr lvl="6">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7pPr>
            <a:lvl8pPr lvl="7">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8pPr>
            <a:lvl9pPr lvl="8">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Maven Pro"/>
              <a:buChar char="●"/>
              <a:defRPr sz="1800">
                <a:solidFill>
                  <a:schemeClr val="lt1"/>
                </a:solidFill>
                <a:latin typeface="Maven Pro"/>
                <a:ea typeface="Maven Pro"/>
                <a:cs typeface="Maven Pro"/>
                <a:sym typeface="Maven Pro"/>
              </a:defRPr>
            </a:lvl1pPr>
            <a:lvl2pPr marL="914400" lvl="1"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2pPr>
            <a:lvl3pPr marL="1371600" lvl="2"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3pPr>
            <a:lvl4pPr marL="1828800" lvl="3"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4pPr>
            <a:lvl5pPr marL="2286000" lvl="4"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5pPr>
            <a:lvl6pPr marL="2743200" lvl="5"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6pPr>
            <a:lvl7pPr marL="3200400" lvl="6"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7pPr>
            <a:lvl8pPr marL="3657600" lvl="7"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8pPr>
            <a:lvl9pPr marL="4114800" lvl="8" indent="-317500">
              <a:lnSpc>
                <a:spcPct val="115000"/>
              </a:lnSpc>
              <a:spcBef>
                <a:spcPts val="1600"/>
              </a:spcBef>
              <a:spcAft>
                <a:spcPts val="1600"/>
              </a:spcAft>
              <a:buClr>
                <a:schemeClr val="lt1"/>
              </a:buClr>
              <a:buSzPts val="1400"/>
              <a:buFont typeface="Maven Pro"/>
              <a:buChar char="■"/>
              <a:defRPr>
                <a:solidFill>
                  <a:schemeClr val="lt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4" r:id="rId4"/>
    <p:sldLayoutId id="2147483655" r:id="rId5"/>
    <p:sldLayoutId id="2147483657" r:id="rId6"/>
    <p:sldLayoutId id="2147483662" r:id="rId7"/>
    <p:sldLayoutId id="2147483666" r:id="rId8"/>
    <p:sldLayoutId id="2147483667" r:id="rId9"/>
    <p:sldLayoutId id="2147483668" r:id="rId10"/>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s://sis.binus.ac.id/2021/03/12/empathy-map-tahap-pertama-memulai-design-thinking/"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s://www.nngroup.com/articles/empathy-mapping/" TargetMode="External"/><Relationship Id="rId4" Type="http://schemas.openxmlformats.org/officeDocument/2006/relationships/hyperlink" Target="https://blog.digitalskola.com/ui-ux/empathy-map/"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25"/>
          <p:cNvSpPr txBox="1">
            <a:spLocks noGrp="1"/>
          </p:cNvSpPr>
          <p:nvPr>
            <p:ph type="subTitle" idx="1"/>
          </p:nvPr>
        </p:nvSpPr>
        <p:spPr>
          <a:xfrm>
            <a:off x="2409408" y="2710408"/>
            <a:ext cx="4325166"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KELOMPOK D</a:t>
            </a:r>
          </a:p>
          <a:p>
            <a:pPr marL="0" lvl="0" indent="0" algn="ctr" rtl="0">
              <a:spcBef>
                <a:spcPts val="0"/>
              </a:spcBef>
              <a:spcAft>
                <a:spcPts val="0"/>
              </a:spcAft>
              <a:buNone/>
            </a:pPr>
            <a:r>
              <a:rPr lang="en" dirty="0"/>
              <a:t>MU’AADZ - HAZIQ - ARDA - SYAHDAN</a:t>
            </a:r>
          </a:p>
        </p:txBody>
      </p:sp>
      <p:sp>
        <p:nvSpPr>
          <p:cNvPr id="435" name="Google Shape;435;p25"/>
          <p:cNvSpPr txBox="1">
            <a:spLocks noGrp="1"/>
          </p:cNvSpPr>
          <p:nvPr>
            <p:ph type="ctrTitle"/>
          </p:nvPr>
        </p:nvSpPr>
        <p:spPr>
          <a:xfrm>
            <a:off x="1509600" y="1489766"/>
            <a:ext cx="6020700" cy="104663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EMPATHY </a:t>
            </a:r>
            <a:r>
              <a:rPr lang="en" dirty="0">
                <a:solidFill>
                  <a:schemeClr val="accent2"/>
                </a:solidFill>
              </a:rPr>
              <a:t>MAP</a:t>
            </a:r>
            <a:endParaRPr dirty="0"/>
          </a:p>
        </p:txBody>
      </p:sp>
      <p:sp>
        <p:nvSpPr>
          <p:cNvPr id="436" name="Google Shape;436;p25"/>
          <p:cNvSpPr/>
          <p:nvPr/>
        </p:nvSpPr>
        <p:spPr>
          <a:xfrm>
            <a:off x="1917281" y="4715495"/>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5"/>
          <p:cNvSpPr/>
          <p:nvPr/>
        </p:nvSpPr>
        <p:spPr>
          <a:xfrm>
            <a:off x="7047944" y="3537816"/>
            <a:ext cx="57834" cy="57834"/>
          </a:xfrm>
          <a:custGeom>
            <a:avLst/>
            <a:gdLst/>
            <a:ahLst/>
            <a:cxnLst/>
            <a:rect l="l" t="t" r="r" b="b"/>
            <a:pathLst>
              <a:path w="2207" h="2207" fill="none" extrusionOk="0">
                <a:moveTo>
                  <a:pt x="0" y="1"/>
                </a:moveTo>
                <a:lnTo>
                  <a:pt x="2206" y="1"/>
                </a:lnTo>
                <a:lnTo>
                  <a:pt x="2206" y="2207"/>
                </a:lnTo>
                <a:lnTo>
                  <a:pt x="0" y="2207"/>
                </a:lnTo>
                <a:close/>
              </a:path>
            </a:pathLst>
          </a:custGeom>
          <a:noFill/>
          <a:ln w="13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5"/>
          <p:cNvSpPr/>
          <p:nvPr/>
        </p:nvSpPr>
        <p:spPr>
          <a:xfrm>
            <a:off x="2307882" y="3002386"/>
            <a:ext cx="104086" cy="104322"/>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5"/>
          <p:cNvSpPr/>
          <p:nvPr/>
        </p:nvSpPr>
        <p:spPr>
          <a:xfrm>
            <a:off x="6293004" y="835609"/>
            <a:ext cx="80476" cy="80476"/>
          </a:xfrm>
          <a:custGeom>
            <a:avLst/>
            <a:gdLst/>
            <a:ahLst/>
            <a:cxnLst/>
            <a:rect l="l" t="t" r="r" b="b"/>
            <a:pathLst>
              <a:path w="3071" h="3071" extrusionOk="0">
                <a:moveTo>
                  <a:pt x="1" y="1"/>
                </a:moveTo>
                <a:lnTo>
                  <a:pt x="1" y="3071"/>
                </a:lnTo>
                <a:lnTo>
                  <a:pt x="3071" y="3071"/>
                </a:lnTo>
                <a:lnTo>
                  <a:pt x="3071"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5"/>
          <p:cNvSpPr/>
          <p:nvPr/>
        </p:nvSpPr>
        <p:spPr>
          <a:xfrm>
            <a:off x="5969419" y="3445997"/>
            <a:ext cx="119993" cy="119966"/>
          </a:xfrm>
          <a:custGeom>
            <a:avLst/>
            <a:gdLst/>
            <a:ahLst/>
            <a:cxnLst/>
            <a:rect l="l" t="t" r="r" b="b"/>
            <a:pathLst>
              <a:path w="4579" h="4578" extrusionOk="0">
                <a:moveTo>
                  <a:pt x="1" y="0"/>
                </a:moveTo>
                <a:lnTo>
                  <a:pt x="1" y="4578"/>
                </a:lnTo>
                <a:lnTo>
                  <a:pt x="4578" y="4578"/>
                </a:lnTo>
                <a:lnTo>
                  <a:pt x="457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5"/>
          <p:cNvSpPr/>
          <p:nvPr/>
        </p:nvSpPr>
        <p:spPr>
          <a:xfrm>
            <a:off x="2924242" y="4302208"/>
            <a:ext cx="119993" cy="119993"/>
          </a:xfrm>
          <a:custGeom>
            <a:avLst/>
            <a:gdLst/>
            <a:ahLst/>
            <a:cxnLst/>
            <a:rect l="l" t="t" r="r" b="b"/>
            <a:pathLst>
              <a:path w="4579" h="4579" extrusionOk="0">
                <a:moveTo>
                  <a:pt x="0" y="1"/>
                </a:moveTo>
                <a:lnTo>
                  <a:pt x="0" y="4578"/>
                </a:lnTo>
                <a:lnTo>
                  <a:pt x="4578" y="4578"/>
                </a:lnTo>
                <a:lnTo>
                  <a:pt x="4578"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2" name="Google Shape;442;p25"/>
          <p:cNvGrpSpPr/>
          <p:nvPr/>
        </p:nvGrpSpPr>
        <p:grpSpPr>
          <a:xfrm>
            <a:off x="6232314" y="3696331"/>
            <a:ext cx="121434" cy="1073147"/>
            <a:chOff x="6232314" y="3696331"/>
            <a:chExt cx="121434" cy="1073147"/>
          </a:xfrm>
        </p:grpSpPr>
        <p:sp>
          <p:nvSpPr>
            <p:cNvPr id="443" name="Google Shape;443;p25"/>
            <p:cNvSpPr/>
            <p:nvPr/>
          </p:nvSpPr>
          <p:spPr>
            <a:xfrm>
              <a:off x="6232314" y="4648280"/>
              <a:ext cx="121434" cy="121198"/>
            </a:xfrm>
            <a:custGeom>
              <a:avLst/>
              <a:gdLst/>
              <a:ahLst/>
              <a:cxnLst/>
              <a:rect l="l" t="t" r="r" b="b"/>
              <a:pathLst>
                <a:path w="4634" h="4625" extrusionOk="0">
                  <a:moveTo>
                    <a:pt x="0" y="1"/>
                  </a:moveTo>
                  <a:lnTo>
                    <a:pt x="0" y="4624"/>
                  </a:lnTo>
                  <a:lnTo>
                    <a:pt x="4633" y="462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5"/>
            <p:cNvSpPr/>
            <p:nvPr/>
          </p:nvSpPr>
          <p:spPr>
            <a:xfrm>
              <a:off x="6288681" y="3696331"/>
              <a:ext cx="8700" cy="872731"/>
            </a:xfrm>
            <a:custGeom>
              <a:avLst/>
              <a:gdLst/>
              <a:ahLst/>
              <a:cxnLst/>
              <a:rect l="l" t="t" r="r" b="b"/>
              <a:pathLst>
                <a:path w="332" h="33304" extrusionOk="0">
                  <a:moveTo>
                    <a:pt x="166" y="0"/>
                  </a:moveTo>
                  <a:lnTo>
                    <a:pt x="0" y="33304"/>
                  </a:lnTo>
                  <a:lnTo>
                    <a:pt x="331" y="33304"/>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 name="Google Shape;445;p25"/>
          <p:cNvGrpSpPr/>
          <p:nvPr/>
        </p:nvGrpSpPr>
        <p:grpSpPr>
          <a:xfrm>
            <a:off x="6780548" y="337714"/>
            <a:ext cx="133252" cy="1952377"/>
            <a:chOff x="6780548" y="337714"/>
            <a:chExt cx="133252" cy="1952377"/>
          </a:xfrm>
        </p:grpSpPr>
        <p:sp>
          <p:nvSpPr>
            <p:cNvPr id="446" name="Google Shape;446;p25"/>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5"/>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8" name="Google Shape;448;p25"/>
          <p:cNvGrpSpPr/>
          <p:nvPr/>
        </p:nvGrpSpPr>
        <p:grpSpPr>
          <a:xfrm>
            <a:off x="1608717" y="1280046"/>
            <a:ext cx="199237" cy="2828935"/>
            <a:chOff x="1608717" y="1280046"/>
            <a:chExt cx="199237" cy="2828935"/>
          </a:xfrm>
        </p:grpSpPr>
        <p:sp>
          <p:nvSpPr>
            <p:cNvPr id="449" name="Google Shape;449;p25"/>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5"/>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5"/>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2" name="Google Shape;452;p25"/>
          <p:cNvSpPr/>
          <p:nvPr/>
        </p:nvSpPr>
        <p:spPr>
          <a:xfrm>
            <a:off x="2355692" y="3696328"/>
            <a:ext cx="8464" cy="2519663"/>
          </a:xfrm>
          <a:custGeom>
            <a:avLst/>
            <a:gdLst/>
            <a:ahLst/>
            <a:cxnLst/>
            <a:rect l="l" t="t" r="r" b="b"/>
            <a:pathLst>
              <a:path w="323" h="96152" extrusionOk="0">
                <a:moveTo>
                  <a:pt x="166" y="1"/>
                </a:moveTo>
                <a:lnTo>
                  <a:pt x="1" y="96151"/>
                </a:lnTo>
                <a:lnTo>
                  <a:pt x="322" y="96151"/>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5"/>
          <p:cNvSpPr/>
          <p:nvPr/>
        </p:nvSpPr>
        <p:spPr>
          <a:xfrm>
            <a:off x="7446601" y="3454956"/>
            <a:ext cx="8464" cy="1689096"/>
          </a:xfrm>
          <a:custGeom>
            <a:avLst/>
            <a:gdLst/>
            <a:ahLst/>
            <a:cxnLst/>
            <a:rect l="l" t="t" r="r" b="b"/>
            <a:pathLst>
              <a:path w="323" h="64457" extrusionOk="0">
                <a:moveTo>
                  <a:pt x="157" y="1"/>
                </a:moveTo>
                <a:lnTo>
                  <a:pt x="0" y="64456"/>
                </a:lnTo>
                <a:lnTo>
                  <a:pt x="322" y="64456"/>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4" name="Google Shape;454;p25"/>
          <p:cNvGrpSpPr/>
          <p:nvPr/>
        </p:nvGrpSpPr>
        <p:grpSpPr>
          <a:xfrm>
            <a:off x="8008096" y="2108910"/>
            <a:ext cx="199001" cy="2139769"/>
            <a:chOff x="8008096" y="2108910"/>
            <a:chExt cx="199001" cy="2139769"/>
          </a:xfrm>
        </p:grpSpPr>
        <p:sp>
          <p:nvSpPr>
            <p:cNvPr id="455" name="Google Shape;455;p25"/>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5"/>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 name="Google Shape;457;p25"/>
          <p:cNvGrpSpPr/>
          <p:nvPr/>
        </p:nvGrpSpPr>
        <p:grpSpPr>
          <a:xfrm>
            <a:off x="4472500" y="3928605"/>
            <a:ext cx="199001" cy="867198"/>
            <a:chOff x="4475150" y="4052605"/>
            <a:chExt cx="199001" cy="867198"/>
          </a:xfrm>
        </p:grpSpPr>
        <p:sp>
          <p:nvSpPr>
            <p:cNvPr id="458" name="Google Shape;458;p25"/>
            <p:cNvSpPr/>
            <p:nvPr/>
          </p:nvSpPr>
          <p:spPr>
            <a:xfrm>
              <a:off x="4475150" y="4052605"/>
              <a:ext cx="199001" cy="220121"/>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5"/>
            <p:cNvSpPr/>
            <p:nvPr/>
          </p:nvSpPr>
          <p:spPr>
            <a:xfrm>
              <a:off x="4522600" y="4494201"/>
              <a:ext cx="104095" cy="115148"/>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5"/>
            <p:cNvSpPr/>
            <p:nvPr/>
          </p:nvSpPr>
          <p:spPr>
            <a:xfrm>
              <a:off x="4534403" y="4830814"/>
              <a:ext cx="80477" cy="88990"/>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28"/>
          <p:cNvSpPr txBox="1">
            <a:spLocks noGrp="1"/>
          </p:cNvSpPr>
          <p:nvPr>
            <p:ph type="body" idx="1"/>
          </p:nvPr>
        </p:nvSpPr>
        <p:spPr>
          <a:xfrm>
            <a:off x="584439" y="1153121"/>
            <a:ext cx="3534300" cy="2916469"/>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noProof="1"/>
              <a:t>Empathy Map adalah alat visualisasi yang digunakan untuk mengartikulasikan apa yang diketahui tim produk mengenai pengguna. Empathy Map ini membantu tim produk untuk membangun pemahaman yang lebih luas mengenai aspek “mengapa” di balik kebutuhan dan keinginan pengguna.</a:t>
            </a:r>
          </a:p>
        </p:txBody>
      </p:sp>
      <p:sp>
        <p:nvSpPr>
          <p:cNvPr id="507" name="Google Shape;507;p28"/>
          <p:cNvSpPr txBox="1">
            <a:spLocks noGrp="1"/>
          </p:cNvSpPr>
          <p:nvPr>
            <p:ph type="ctrTitle"/>
          </p:nvPr>
        </p:nvSpPr>
        <p:spPr>
          <a:xfrm>
            <a:off x="618825" y="411675"/>
            <a:ext cx="26865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Pengertian</a:t>
            </a:r>
            <a:endParaRPr dirty="0"/>
          </a:p>
        </p:txBody>
      </p:sp>
      <p:grpSp>
        <p:nvGrpSpPr>
          <p:cNvPr id="508" name="Google Shape;508;p28"/>
          <p:cNvGrpSpPr/>
          <p:nvPr/>
        </p:nvGrpSpPr>
        <p:grpSpPr>
          <a:xfrm>
            <a:off x="4834661" y="989482"/>
            <a:ext cx="2851442" cy="3213988"/>
            <a:chOff x="2501950" y="1507050"/>
            <a:chExt cx="2392350" cy="2696525"/>
          </a:xfrm>
        </p:grpSpPr>
        <p:sp>
          <p:nvSpPr>
            <p:cNvPr id="509" name="Google Shape;509;p28"/>
            <p:cNvSpPr/>
            <p:nvPr/>
          </p:nvSpPr>
          <p:spPr>
            <a:xfrm>
              <a:off x="4032450" y="3778325"/>
              <a:ext cx="0" cy="25"/>
            </a:xfrm>
            <a:custGeom>
              <a:avLst/>
              <a:gdLst/>
              <a:ahLst/>
              <a:cxnLst/>
              <a:rect l="l" t="t" r="r" b="b"/>
              <a:pathLst>
                <a:path h="1" extrusionOk="0">
                  <a:moveTo>
                    <a:pt x="0" y="0"/>
                  </a:move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8"/>
            <p:cNvSpPr/>
            <p:nvPr/>
          </p:nvSpPr>
          <p:spPr>
            <a:xfrm>
              <a:off x="2720475" y="1507050"/>
              <a:ext cx="2173825" cy="2696525"/>
            </a:xfrm>
            <a:custGeom>
              <a:avLst/>
              <a:gdLst/>
              <a:ahLst/>
              <a:cxnLst/>
              <a:rect l="l" t="t" r="r" b="b"/>
              <a:pathLst>
                <a:path w="86953" h="107861" extrusionOk="0">
                  <a:moveTo>
                    <a:pt x="81393" y="927"/>
                  </a:moveTo>
                  <a:cubicBezTo>
                    <a:pt x="83963" y="927"/>
                    <a:pt x="86043" y="3008"/>
                    <a:pt x="86043" y="5577"/>
                  </a:cubicBezTo>
                  <a:lnTo>
                    <a:pt x="86043" y="102284"/>
                  </a:lnTo>
                  <a:cubicBezTo>
                    <a:pt x="86043" y="104854"/>
                    <a:pt x="83963" y="106934"/>
                    <a:pt x="81393" y="106934"/>
                  </a:cubicBezTo>
                  <a:lnTo>
                    <a:pt x="5559" y="106934"/>
                  </a:lnTo>
                  <a:cubicBezTo>
                    <a:pt x="2989" y="106934"/>
                    <a:pt x="909" y="104854"/>
                    <a:pt x="909" y="102284"/>
                  </a:cubicBezTo>
                  <a:lnTo>
                    <a:pt x="909" y="5577"/>
                  </a:lnTo>
                  <a:cubicBezTo>
                    <a:pt x="909" y="3008"/>
                    <a:pt x="2989" y="927"/>
                    <a:pt x="5559" y="927"/>
                  </a:cubicBezTo>
                  <a:close/>
                  <a:moveTo>
                    <a:pt x="5559" y="1"/>
                  </a:moveTo>
                  <a:cubicBezTo>
                    <a:pt x="2482" y="18"/>
                    <a:pt x="0" y="2501"/>
                    <a:pt x="0" y="5577"/>
                  </a:cubicBezTo>
                  <a:lnTo>
                    <a:pt x="0" y="102284"/>
                  </a:lnTo>
                  <a:cubicBezTo>
                    <a:pt x="0" y="105361"/>
                    <a:pt x="2482" y="107843"/>
                    <a:pt x="5559" y="107860"/>
                  </a:cubicBezTo>
                  <a:lnTo>
                    <a:pt x="81393" y="107860"/>
                  </a:lnTo>
                  <a:cubicBezTo>
                    <a:pt x="84470" y="107843"/>
                    <a:pt x="86952" y="105361"/>
                    <a:pt x="86952" y="102284"/>
                  </a:cubicBezTo>
                  <a:lnTo>
                    <a:pt x="86952" y="5577"/>
                  </a:lnTo>
                  <a:cubicBezTo>
                    <a:pt x="86952" y="2501"/>
                    <a:pt x="84470" y="18"/>
                    <a:pt x="81393" y="1"/>
                  </a:cubicBez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8"/>
            <p:cNvSpPr/>
            <p:nvPr/>
          </p:nvSpPr>
          <p:spPr>
            <a:xfrm>
              <a:off x="2810050" y="1616325"/>
              <a:ext cx="1994650" cy="2478000"/>
            </a:xfrm>
            <a:custGeom>
              <a:avLst/>
              <a:gdLst/>
              <a:ahLst/>
              <a:cxnLst/>
              <a:rect l="l" t="t" r="r" b="b"/>
              <a:pathLst>
                <a:path w="79786" h="99120" extrusionOk="0">
                  <a:moveTo>
                    <a:pt x="74961" y="227"/>
                  </a:moveTo>
                  <a:cubicBezTo>
                    <a:pt x="77495" y="227"/>
                    <a:pt x="79576" y="2290"/>
                    <a:pt x="79576" y="4842"/>
                  </a:cubicBezTo>
                  <a:lnTo>
                    <a:pt x="79576" y="94277"/>
                  </a:lnTo>
                  <a:cubicBezTo>
                    <a:pt x="79576" y="96829"/>
                    <a:pt x="77495" y="98892"/>
                    <a:pt x="74961" y="98892"/>
                  </a:cubicBezTo>
                  <a:lnTo>
                    <a:pt x="4843" y="98892"/>
                  </a:lnTo>
                  <a:cubicBezTo>
                    <a:pt x="2291" y="98892"/>
                    <a:pt x="210" y="96829"/>
                    <a:pt x="210" y="94277"/>
                  </a:cubicBezTo>
                  <a:lnTo>
                    <a:pt x="210" y="4842"/>
                  </a:lnTo>
                  <a:cubicBezTo>
                    <a:pt x="210" y="2290"/>
                    <a:pt x="2291" y="227"/>
                    <a:pt x="4843" y="227"/>
                  </a:cubicBezTo>
                  <a:close/>
                  <a:moveTo>
                    <a:pt x="4843" y="0"/>
                  </a:moveTo>
                  <a:cubicBezTo>
                    <a:pt x="2168" y="18"/>
                    <a:pt x="1" y="2168"/>
                    <a:pt x="1" y="4842"/>
                  </a:cubicBezTo>
                  <a:lnTo>
                    <a:pt x="1" y="94277"/>
                  </a:lnTo>
                  <a:cubicBezTo>
                    <a:pt x="1" y="96951"/>
                    <a:pt x="2168" y="99102"/>
                    <a:pt x="4843" y="99119"/>
                  </a:cubicBezTo>
                  <a:lnTo>
                    <a:pt x="74961" y="99119"/>
                  </a:lnTo>
                  <a:cubicBezTo>
                    <a:pt x="77618" y="99102"/>
                    <a:pt x="79786" y="96951"/>
                    <a:pt x="79786" y="94277"/>
                  </a:cubicBezTo>
                  <a:lnTo>
                    <a:pt x="79786" y="4842"/>
                  </a:lnTo>
                  <a:cubicBezTo>
                    <a:pt x="79786" y="2168"/>
                    <a:pt x="77618" y="18"/>
                    <a:pt x="74961"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8"/>
            <p:cNvSpPr/>
            <p:nvPr/>
          </p:nvSpPr>
          <p:spPr>
            <a:xfrm>
              <a:off x="2501950" y="2406475"/>
              <a:ext cx="100100" cy="30175"/>
            </a:xfrm>
            <a:custGeom>
              <a:avLst/>
              <a:gdLst/>
              <a:ahLst/>
              <a:cxnLst/>
              <a:rect l="l" t="t" r="r" b="b"/>
              <a:pathLst>
                <a:path w="4004" h="1207" extrusionOk="0">
                  <a:moveTo>
                    <a:pt x="0" y="0"/>
                  </a:moveTo>
                  <a:lnTo>
                    <a:pt x="0" y="1207"/>
                  </a:lnTo>
                  <a:lnTo>
                    <a:pt x="4004" y="1207"/>
                  </a:lnTo>
                  <a:lnTo>
                    <a:pt x="4004"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8"/>
            <p:cNvSpPr/>
            <p:nvPr/>
          </p:nvSpPr>
          <p:spPr>
            <a:xfrm>
              <a:off x="2501950" y="2341800"/>
              <a:ext cx="100100" cy="30175"/>
            </a:xfrm>
            <a:custGeom>
              <a:avLst/>
              <a:gdLst/>
              <a:ahLst/>
              <a:cxnLst/>
              <a:rect l="l" t="t" r="r" b="b"/>
              <a:pathLst>
                <a:path w="4004" h="1207" extrusionOk="0">
                  <a:moveTo>
                    <a:pt x="0" y="0"/>
                  </a:moveTo>
                  <a:lnTo>
                    <a:pt x="0" y="1206"/>
                  </a:lnTo>
                  <a:lnTo>
                    <a:pt x="4004" y="1206"/>
                  </a:lnTo>
                  <a:lnTo>
                    <a:pt x="4004"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8"/>
            <p:cNvSpPr/>
            <p:nvPr/>
          </p:nvSpPr>
          <p:spPr>
            <a:xfrm>
              <a:off x="2501950" y="2471150"/>
              <a:ext cx="100100" cy="30175"/>
            </a:xfrm>
            <a:custGeom>
              <a:avLst/>
              <a:gdLst/>
              <a:ahLst/>
              <a:cxnLst/>
              <a:rect l="l" t="t" r="r" b="b"/>
              <a:pathLst>
                <a:path w="4004" h="1207" extrusionOk="0">
                  <a:moveTo>
                    <a:pt x="0" y="1"/>
                  </a:moveTo>
                  <a:lnTo>
                    <a:pt x="0" y="1207"/>
                  </a:lnTo>
                  <a:lnTo>
                    <a:pt x="4004" y="1207"/>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8"/>
            <p:cNvSpPr/>
            <p:nvPr/>
          </p:nvSpPr>
          <p:spPr>
            <a:xfrm>
              <a:off x="2501950" y="2535400"/>
              <a:ext cx="100100" cy="30600"/>
            </a:xfrm>
            <a:custGeom>
              <a:avLst/>
              <a:gdLst/>
              <a:ahLst/>
              <a:cxnLst/>
              <a:rect l="l" t="t" r="r" b="b"/>
              <a:pathLst>
                <a:path w="4004" h="1224" extrusionOk="0">
                  <a:moveTo>
                    <a:pt x="0" y="0"/>
                  </a:moveTo>
                  <a:lnTo>
                    <a:pt x="0" y="1224"/>
                  </a:lnTo>
                  <a:lnTo>
                    <a:pt x="4004" y="1224"/>
                  </a:lnTo>
                  <a:lnTo>
                    <a:pt x="4004"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8"/>
            <p:cNvSpPr/>
            <p:nvPr/>
          </p:nvSpPr>
          <p:spPr>
            <a:xfrm>
              <a:off x="2501950" y="2600075"/>
              <a:ext cx="100100" cy="30625"/>
            </a:xfrm>
            <a:custGeom>
              <a:avLst/>
              <a:gdLst/>
              <a:ahLst/>
              <a:cxnLst/>
              <a:rect l="l" t="t" r="r" b="b"/>
              <a:pathLst>
                <a:path w="4004" h="1225" extrusionOk="0">
                  <a:moveTo>
                    <a:pt x="0" y="1"/>
                  </a:moveTo>
                  <a:lnTo>
                    <a:pt x="0" y="1224"/>
                  </a:lnTo>
                  <a:lnTo>
                    <a:pt x="4004" y="1224"/>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8"/>
            <p:cNvSpPr/>
            <p:nvPr/>
          </p:nvSpPr>
          <p:spPr>
            <a:xfrm>
              <a:off x="2501950" y="2083075"/>
              <a:ext cx="100100" cy="30175"/>
            </a:xfrm>
            <a:custGeom>
              <a:avLst/>
              <a:gdLst/>
              <a:ahLst/>
              <a:cxnLst/>
              <a:rect l="l" t="t" r="r" b="b"/>
              <a:pathLst>
                <a:path w="4004" h="1207" extrusionOk="0">
                  <a:moveTo>
                    <a:pt x="0" y="0"/>
                  </a:moveTo>
                  <a:lnTo>
                    <a:pt x="0" y="1206"/>
                  </a:lnTo>
                  <a:lnTo>
                    <a:pt x="4004" y="1206"/>
                  </a:lnTo>
                  <a:lnTo>
                    <a:pt x="4004"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8"/>
            <p:cNvSpPr/>
            <p:nvPr/>
          </p:nvSpPr>
          <p:spPr>
            <a:xfrm>
              <a:off x="2501950" y="2018375"/>
              <a:ext cx="100100" cy="30200"/>
            </a:xfrm>
            <a:custGeom>
              <a:avLst/>
              <a:gdLst/>
              <a:ahLst/>
              <a:cxnLst/>
              <a:rect l="l" t="t" r="r" b="b"/>
              <a:pathLst>
                <a:path w="4004" h="1208" extrusionOk="0">
                  <a:moveTo>
                    <a:pt x="0" y="1"/>
                  </a:moveTo>
                  <a:lnTo>
                    <a:pt x="0" y="1207"/>
                  </a:lnTo>
                  <a:lnTo>
                    <a:pt x="4004" y="1207"/>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8"/>
            <p:cNvSpPr/>
            <p:nvPr/>
          </p:nvSpPr>
          <p:spPr>
            <a:xfrm>
              <a:off x="2501950" y="2147750"/>
              <a:ext cx="100100" cy="30175"/>
            </a:xfrm>
            <a:custGeom>
              <a:avLst/>
              <a:gdLst/>
              <a:ahLst/>
              <a:cxnLst/>
              <a:rect l="l" t="t" r="r" b="b"/>
              <a:pathLst>
                <a:path w="4004" h="1207" extrusionOk="0">
                  <a:moveTo>
                    <a:pt x="0" y="0"/>
                  </a:moveTo>
                  <a:lnTo>
                    <a:pt x="0" y="1207"/>
                  </a:lnTo>
                  <a:lnTo>
                    <a:pt x="4004" y="1207"/>
                  </a:lnTo>
                  <a:lnTo>
                    <a:pt x="4004"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8"/>
            <p:cNvSpPr/>
            <p:nvPr/>
          </p:nvSpPr>
          <p:spPr>
            <a:xfrm>
              <a:off x="2501950" y="2212425"/>
              <a:ext cx="100100" cy="30175"/>
            </a:xfrm>
            <a:custGeom>
              <a:avLst/>
              <a:gdLst/>
              <a:ahLst/>
              <a:cxnLst/>
              <a:rect l="l" t="t" r="r" b="b"/>
              <a:pathLst>
                <a:path w="4004" h="1207" extrusionOk="0">
                  <a:moveTo>
                    <a:pt x="0" y="1"/>
                  </a:moveTo>
                  <a:lnTo>
                    <a:pt x="0" y="1207"/>
                  </a:lnTo>
                  <a:lnTo>
                    <a:pt x="4004" y="1207"/>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8"/>
            <p:cNvSpPr/>
            <p:nvPr/>
          </p:nvSpPr>
          <p:spPr>
            <a:xfrm>
              <a:off x="2501950" y="2277100"/>
              <a:ext cx="100100" cy="30200"/>
            </a:xfrm>
            <a:custGeom>
              <a:avLst/>
              <a:gdLst/>
              <a:ahLst/>
              <a:cxnLst/>
              <a:rect l="l" t="t" r="r" b="b"/>
              <a:pathLst>
                <a:path w="4004" h="1208" extrusionOk="0">
                  <a:moveTo>
                    <a:pt x="0" y="1"/>
                  </a:moveTo>
                  <a:lnTo>
                    <a:pt x="0" y="1207"/>
                  </a:lnTo>
                  <a:lnTo>
                    <a:pt x="4004" y="1207"/>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8"/>
            <p:cNvSpPr/>
            <p:nvPr/>
          </p:nvSpPr>
          <p:spPr>
            <a:xfrm>
              <a:off x="2501950" y="1759650"/>
              <a:ext cx="100100" cy="30200"/>
            </a:xfrm>
            <a:custGeom>
              <a:avLst/>
              <a:gdLst/>
              <a:ahLst/>
              <a:cxnLst/>
              <a:rect l="l" t="t" r="r" b="b"/>
              <a:pathLst>
                <a:path w="4004" h="1208" extrusionOk="0">
                  <a:moveTo>
                    <a:pt x="0" y="1"/>
                  </a:moveTo>
                  <a:lnTo>
                    <a:pt x="0" y="1207"/>
                  </a:lnTo>
                  <a:lnTo>
                    <a:pt x="4004" y="1207"/>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8"/>
            <p:cNvSpPr/>
            <p:nvPr/>
          </p:nvSpPr>
          <p:spPr>
            <a:xfrm>
              <a:off x="2501950" y="1694975"/>
              <a:ext cx="100100" cy="30175"/>
            </a:xfrm>
            <a:custGeom>
              <a:avLst/>
              <a:gdLst/>
              <a:ahLst/>
              <a:cxnLst/>
              <a:rect l="l" t="t" r="r" b="b"/>
              <a:pathLst>
                <a:path w="4004" h="1207" extrusionOk="0">
                  <a:moveTo>
                    <a:pt x="0" y="1"/>
                  </a:moveTo>
                  <a:lnTo>
                    <a:pt x="0" y="1207"/>
                  </a:lnTo>
                  <a:lnTo>
                    <a:pt x="4004" y="1207"/>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8"/>
            <p:cNvSpPr/>
            <p:nvPr/>
          </p:nvSpPr>
          <p:spPr>
            <a:xfrm>
              <a:off x="2501950" y="1824350"/>
              <a:ext cx="100100" cy="30175"/>
            </a:xfrm>
            <a:custGeom>
              <a:avLst/>
              <a:gdLst/>
              <a:ahLst/>
              <a:cxnLst/>
              <a:rect l="l" t="t" r="r" b="b"/>
              <a:pathLst>
                <a:path w="4004" h="1207" extrusionOk="0">
                  <a:moveTo>
                    <a:pt x="0" y="0"/>
                  </a:moveTo>
                  <a:lnTo>
                    <a:pt x="0" y="1206"/>
                  </a:lnTo>
                  <a:lnTo>
                    <a:pt x="4004" y="1206"/>
                  </a:lnTo>
                  <a:lnTo>
                    <a:pt x="4004"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8"/>
            <p:cNvSpPr/>
            <p:nvPr/>
          </p:nvSpPr>
          <p:spPr>
            <a:xfrm>
              <a:off x="2501950" y="1889025"/>
              <a:ext cx="100100" cy="30175"/>
            </a:xfrm>
            <a:custGeom>
              <a:avLst/>
              <a:gdLst/>
              <a:ahLst/>
              <a:cxnLst/>
              <a:rect l="l" t="t" r="r" b="b"/>
              <a:pathLst>
                <a:path w="4004" h="1207" extrusionOk="0">
                  <a:moveTo>
                    <a:pt x="0" y="0"/>
                  </a:moveTo>
                  <a:lnTo>
                    <a:pt x="0" y="1207"/>
                  </a:lnTo>
                  <a:lnTo>
                    <a:pt x="4004" y="1207"/>
                  </a:lnTo>
                  <a:lnTo>
                    <a:pt x="4004"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8"/>
            <p:cNvSpPr/>
            <p:nvPr/>
          </p:nvSpPr>
          <p:spPr>
            <a:xfrm>
              <a:off x="2501950" y="1953700"/>
              <a:ext cx="100100" cy="30175"/>
            </a:xfrm>
            <a:custGeom>
              <a:avLst/>
              <a:gdLst/>
              <a:ahLst/>
              <a:cxnLst/>
              <a:rect l="l" t="t" r="r" b="b"/>
              <a:pathLst>
                <a:path w="4004" h="1207" extrusionOk="0">
                  <a:moveTo>
                    <a:pt x="0" y="1"/>
                  </a:moveTo>
                  <a:lnTo>
                    <a:pt x="0" y="1207"/>
                  </a:lnTo>
                  <a:lnTo>
                    <a:pt x="4004" y="1207"/>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8"/>
            <p:cNvSpPr/>
            <p:nvPr/>
          </p:nvSpPr>
          <p:spPr>
            <a:xfrm>
              <a:off x="2501950" y="2668250"/>
              <a:ext cx="100100" cy="1423000"/>
            </a:xfrm>
            <a:custGeom>
              <a:avLst/>
              <a:gdLst/>
              <a:ahLst/>
              <a:cxnLst/>
              <a:rect l="l" t="t" r="r" b="b"/>
              <a:pathLst>
                <a:path w="4004" h="56920" extrusionOk="0">
                  <a:moveTo>
                    <a:pt x="0" y="1"/>
                  </a:moveTo>
                  <a:lnTo>
                    <a:pt x="0" y="56920"/>
                  </a:lnTo>
                  <a:lnTo>
                    <a:pt x="4004" y="56920"/>
                  </a:lnTo>
                  <a:lnTo>
                    <a:pt x="4004"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28"/>
          <p:cNvGrpSpPr/>
          <p:nvPr/>
        </p:nvGrpSpPr>
        <p:grpSpPr>
          <a:xfrm>
            <a:off x="7686104" y="-476250"/>
            <a:ext cx="2291257" cy="2922300"/>
            <a:chOff x="4882900" y="-64350"/>
            <a:chExt cx="2493750" cy="2922300"/>
          </a:xfrm>
        </p:grpSpPr>
        <p:sp>
          <p:nvSpPr>
            <p:cNvPr id="529" name="Google Shape;529;p28"/>
            <p:cNvSpPr/>
            <p:nvPr/>
          </p:nvSpPr>
          <p:spPr>
            <a:xfrm>
              <a:off x="4882900" y="2852675"/>
              <a:ext cx="2493750" cy="5275"/>
            </a:xfrm>
            <a:custGeom>
              <a:avLst/>
              <a:gdLst/>
              <a:ahLst/>
              <a:cxnLst/>
              <a:rect l="l" t="t" r="r" b="b"/>
              <a:pathLst>
                <a:path w="99750" h="211" extrusionOk="0">
                  <a:moveTo>
                    <a:pt x="1" y="1"/>
                  </a:moveTo>
                  <a:lnTo>
                    <a:pt x="1" y="210"/>
                  </a:lnTo>
                  <a:lnTo>
                    <a:pt x="99749" y="210"/>
                  </a:lnTo>
                  <a:lnTo>
                    <a:pt x="99749"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8"/>
            <p:cNvSpPr/>
            <p:nvPr/>
          </p:nvSpPr>
          <p:spPr>
            <a:xfrm>
              <a:off x="4987800" y="-64350"/>
              <a:ext cx="1082975" cy="2914922"/>
            </a:xfrm>
            <a:custGeom>
              <a:avLst/>
              <a:gdLst/>
              <a:ahLst/>
              <a:cxnLst/>
              <a:rect l="l" t="t" r="r" b="b"/>
              <a:pathLst>
                <a:path w="43319" h="94995" extrusionOk="0">
                  <a:moveTo>
                    <a:pt x="0" y="1"/>
                  </a:moveTo>
                  <a:lnTo>
                    <a:pt x="0" y="30716"/>
                  </a:lnTo>
                  <a:lnTo>
                    <a:pt x="43127" y="30716"/>
                  </a:lnTo>
                  <a:lnTo>
                    <a:pt x="43127" y="94994"/>
                  </a:lnTo>
                  <a:lnTo>
                    <a:pt x="43319" y="94994"/>
                  </a:lnTo>
                  <a:lnTo>
                    <a:pt x="43319" y="30523"/>
                  </a:lnTo>
                  <a:lnTo>
                    <a:pt x="210" y="30523"/>
                  </a:lnTo>
                  <a:lnTo>
                    <a:pt x="210"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8"/>
            <p:cNvSpPr/>
            <p:nvPr/>
          </p:nvSpPr>
          <p:spPr>
            <a:xfrm>
              <a:off x="6127150" y="2700150"/>
              <a:ext cx="105350" cy="107100"/>
            </a:xfrm>
            <a:custGeom>
              <a:avLst/>
              <a:gdLst/>
              <a:ahLst/>
              <a:cxnLst/>
              <a:rect l="l" t="t" r="r" b="b"/>
              <a:pathLst>
                <a:path w="4214" h="4284" extrusionOk="0">
                  <a:moveTo>
                    <a:pt x="0" y="1"/>
                  </a:moveTo>
                  <a:lnTo>
                    <a:pt x="0" y="4284"/>
                  </a:lnTo>
                  <a:lnTo>
                    <a:pt x="4213" y="4284"/>
                  </a:lnTo>
                  <a:lnTo>
                    <a:pt x="4213" y="4074"/>
                  </a:lnTo>
                  <a:lnTo>
                    <a:pt x="210" y="4074"/>
                  </a:lnTo>
                  <a:lnTo>
                    <a:pt x="210"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8"/>
            <p:cNvSpPr/>
            <p:nvPr/>
          </p:nvSpPr>
          <p:spPr>
            <a:xfrm>
              <a:off x="5950575" y="939175"/>
              <a:ext cx="76075" cy="78250"/>
            </a:xfrm>
            <a:custGeom>
              <a:avLst/>
              <a:gdLst/>
              <a:ahLst/>
              <a:cxnLst/>
              <a:rect l="l" t="t" r="r" b="b"/>
              <a:pathLst>
                <a:path w="3043" h="3130" extrusionOk="0">
                  <a:moveTo>
                    <a:pt x="1" y="0"/>
                  </a:moveTo>
                  <a:lnTo>
                    <a:pt x="1" y="210"/>
                  </a:lnTo>
                  <a:lnTo>
                    <a:pt x="2833" y="210"/>
                  </a:lnTo>
                  <a:lnTo>
                    <a:pt x="2833" y="3130"/>
                  </a:lnTo>
                  <a:lnTo>
                    <a:pt x="3042" y="3130"/>
                  </a:lnTo>
                  <a:lnTo>
                    <a:pt x="3042" y="0"/>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8"/>
            <p:cNvSpPr/>
            <p:nvPr/>
          </p:nvSpPr>
          <p:spPr>
            <a:xfrm>
              <a:off x="5032375" y="744525"/>
              <a:ext cx="77800" cy="78250"/>
            </a:xfrm>
            <a:custGeom>
              <a:avLst/>
              <a:gdLst/>
              <a:ahLst/>
              <a:cxnLst/>
              <a:rect l="l" t="t" r="r" b="b"/>
              <a:pathLst>
                <a:path w="3112" h="3130" extrusionOk="0">
                  <a:moveTo>
                    <a:pt x="0" y="1"/>
                  </a:moveTo>
                  <a:lnTo>
                    <a:pt x="0" y="3130"/>
                  </a:lnTo>
                  <a:lnTo>
                    <a:pt x="3112" y="3130"/>
                  </a:lnTo>
                  <a:lnTo>
                    <a:pt x="3112" y="2920"/>
                  </a:lnTo>
                  <a:lnTo>
                    <a:pt x="193" y="2920"/>
                  </a:lnTo>
                  <a:lnTo>
                    <a:pt x="193" y="1"/>
                  </a:lnTo>
                  <a:close/>
                </a:path>
              </a:pathLst>
            </a:custGeom>
            <a:solidFill>
              <a:srgbClr val="FF997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4" name="Google Shape;534;p28"/>
          <p:cNvGrpSpPr/>
          <p:nvPr/>
        </p:nvGrpSpPr>
        <p:grpSpPr>
          <a:xfrm>
            <a:off x="5599242" y="1368971"/>
            <a:ext cx="1541751" cy="2455003"/>
            <a:chOff x="2160750" y="237575"/>
            <a:chExt cx="3253325" cy="5180425"/>
          </a:xfrm>
        </p:grpSpPr>
        <p:sp>
          <p:nvSpPr>
            <p:cNvPr id="535" name="Google Shape;535;p28"/>
            <p:cNvSpPr/>
            <p:nvPr/>
          </p:nvSpPr>
          <p:spPr>
            <a:xfrm>
              <a:off x="3341025" y="1584075"/>
              <a:ext cx="870850" cy="1801975"/>
            </a:xfrm>
            <a:custGeom>
              <a:avLst/>
              <a:gdLst/>
              <a:ahLst/>
              <a:cxnLst/>
              <a:rect l="l" t="t" r="r" b="b"/>
              <a:pathLst>
                <a:path w="34834" h="72079" extrusionOk="0">
                  <a:moveTo>
                    <a:pt x="17417" y="1"/>
                  </a:moveTo>
                  <a:cubicBezTo>
                    <a:pt x="7942" y="1"/>
                    <a:pt x="219" y="7559"/>
                    <a:pt x="0" y="17089"/>
                  </a:cubicBezTo>
                  <a:lnTo>
                    <a:pt x="0" y="71202"/>
                  </a:lnTo>
                  <a:cubicBezTo>
                    <a:pt x="0" y="71777"/>
                    <a:pt x="439" y="72065"/>
                    <a:pt x="877" y="72065"/>
                  </a:cubicBezTo>
                  <a:cubicBezTo>
                    <a:pt x="1315" y="72065"/>
                    <a:pt x="1753" y="71777"/>
                    <a:pt x="1753" y="71202"/>
                  </a:cubicBezTo>
                  <a:lnTo>
                    <a:pt x="1753" y="17089"/>
                  </a:lnTo>
                  <a:cubicBezTo>
                    <a:pt x="1589" y="8271"/>
                    <a:pt x="8654" y="1096"/>
                    <a:pt x="17417" y="1096"/>
                  </a:cubicBezTo>
                  <a:cubicBezTo>
                    <a:pt x="26180" y="1096"/>
                    <a:pt x="33246" y="8271"/>
                    <a:pt x="33081" y="17089"/>
                  </a:cubicBezTo>
                  <a:lnTo>
                    <a:pt x="33081" y="71202"/>
                  </a:lnTo>
                  <a:cubicBezTo>
                    <a:pt x="33081" y="71695"/>
                    <a:pt x="33465" y="72078"/>
                    <a:pt x="33958" y="72078"/>
                  </a:cubicBezTo>
                  <a:cubicBezTo>
                    <a:pt x="34451" y="72078"/>
                    <a:pt x="34834" y="71695"/>
                    <a:pt x="34834" y="71202"/>
                  </a:cubicBezTo>
                  <a:lnTo>
                    <a:pt x="34834" y="17089"/>
                  </a:lnTo>
                  <a:cubicBezTo>
                    <a:pt x="34670" y="7559"/>
                    <a:pt x="26892" y="1"/>
                    <a:pt x="17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8"/>
            <p:cNvSpPr/>
            <p:nvPr/>
          </p:nvSpPr>
          <p:spPr>
            <a:xfrm>
              <a:off x="3546400" y="1782625"/>
              <a:ext cx="472425" cy="1629425"/>
            </a:xfrm>
            <a:custGeom>
              <a:avLst/>
              <a:gdLst/>
              <a:ahLst/>
              <a:cxnLst/>
              <a:rect l="l" t="t" r="r" b="b"/>
              <a:pathLst>
                <a:path w="18897" h="65177" extrusionOk="0">
                  <a:moveTo>
                    <a:pt x="9476" y="1"/>
                  </a:moveTo>
                  <a:cubicBezTo>
                    <a:pt x="4218" y="1"/>
                    <a:pt x="1" y="4273"/>
                    <a:pt x="1" y="9476"/>
                  </a:cubicBezTo>
                  <a:lnTo>
                    <a:pt x="1" y="64246"/>
                  </a:lnTo>
                  <a:cubicBezTo>
                    <a:pt x="56" y="64793"/>
                    <a:pt x="480" y="65067"/>
                    <a:pt x="905" y="65067"/>
                  </a:cubicBezTo>
                  <a:cubicBezTo>
                    <a:pt x="1329" y="65067"/>
                    <a:pt x="1753" y="64793"/>
                    <a:pt x="1808" y="64246"/>
                  </a:cubicBezTo>
                  <a:lnTo>
                    <a:pt x="1808" y="9476"/>
                  </a:lnTo>
                  <a:cubicBezTo>
                    <a:pt x="1808" y="5258"/>
                    <a:pt x="5204" y="1808"/>
                    <a:pt x="9476" y="1808"/>
                  </a:cubicBezTo>
                  <a:cubicBezTo>
                    <a:pt x="13693" y="1808"/>
                    <a:pt x="17144" y="5258"/>
                    <a:pt x="17144" y="9476"/>
                  </a:cubicBezTo>
                  <a:lnTo>
                    <a:pt x="17144" y="64246"/>
                  </a:lnTo>
                  <a:cubicBezTo>
                    <a:pt x="17144" y="64739"/>
                    <a:pt x="17527" y="65177"/>
                    <a:pt x="18020" y="65177"/>
                  </a:cubicBezTo>
                  <a:cubicBezTo>
                    <a:pt x="18513" y="65177"/>
                    <a:pt x="18896" y="64739"/>
                    <a:pt x="18896" y="64246"/>
                  </a:cubicBezTo>
                  <a:lnTo>
                    <a:pt x="18896" y="9476"/>
                  </a:lnTo>
                  <a:cubicBezTo>
                    <a:pt x="18896" y="4273"/>
                    <a:pt x="14679" y="1"/>
                    <a:pt x="94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8"/>
            <p:cNvSpPr/>
            <p:nvPr/>
          </p:nvSpPr>
          <p:spPr>
            <a:xfrm>
              <a:off x="3760000" y="2060575"/>
              <a:ext cx="47950" cy="948925"/>
            </a:xfrm>
            <a:custGeom>
              <a:avLst/>
              <a:gdLst/>
              <a:ahLst/>
              <a:cxnLst/>
              <a:rect l="l" t="t" r="r" b="b"/>
              <a:pathLst>
                <a:path w="1918" h="37957" extrusionOk="0">
                  <a:moveTo>
                    <a:pt x="959" y="1"/>
                  </a:moveTo>
                  <a:cubicBezTo>
                    <a:pt x="480" y="1"/>
                    <a:pt x="1" y="329"/>
                    <a:pt x="56" y="987"/>
                  </a:cubicBezTo>
                  <a:lnTo>
                    <a:pt x="56" y="37025"/>
                  </a:lnTo>
                  <a:cubicBezTo>
                    <a:pt x="56" y="37518"/>
                    <a:pt x="494" y="37956"/>
                    <a:pt x="987" y="37956"/>
                  </a:cubicBezTo>
                  <a:cubicBezTo>
                    <a:pt x="1480" y="37956"/>
                    <a:pt x="1863" y="37518"/>
                    <a:pt x="1863" y="37025"/>
                  </a:cubicBezTo>
                  <a:lnTo>
                    <a:pt x="1863" y="987"/>
                  </a:lnTo>
                  <a:cubicBezTo>
                    <a:pt x="1918" y="329"/>
                    <a:pt x="1439" y="1"/>
                    <a:pt x="9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8"/>
            <p:cNvSpPr/>
            <p:nvPr/>
          </p:nvSpPr>
          <p:spPr>
            <a:xfrm>
              <a:off x="3150700" y="1358150"/>
              <a:ext cx="1273425" cy="2019675"/>
            </a:xfrm>
            <a:custGeom>
              <a:avLst/>
              <a:gdLst/>
              <a:ahLst/>
              <a:cxnLst/>
              <a:rect l="l" t="t" r="r" b="b"/>
              <a:pathLst>
                <a:path w="50937" h="80787" extrusionOk="0">
                  <a:moveTo>
                    <a:pt x="25468" y="1"/>
                  </a:moveTo>
                  <a:cubicBezTo>
                    <a:pt x="11393" y="1"/>
                    <a:pt x="0" y="11557"/>
                    <a:pt x="220" y="25633"/>
                  </a:cubicBezTo>
                  <a:cubicBezTo>
                    <a:pt x="274" y="26181"/>
                    <a:pt x="685" y="26455"/>
                    <a:pt x="1096" y="26455"/>
                  </a:cubicBezTo>
                  <a:cubicBezTo>
                    <a:pt x="1507" y="26455"/>
                    <a:pt x="1917" y="26181"/>
                    <a:pt x="1972" y="25633"/>
                  </a:cubicBezTo>
                  <a:cubicBezTo>
                    <a:pt x="1753" y="12543"/>
                    <a:pt x="12324" y="1753"/>
                    <a:pt x="25468" y="1753"/>
                  </a:cubicBezTo>
                  <a:cubicBezTo>
                    <a:pt x="38613" y="1753"/>
                    <a:pt x="49184" y="12543"/>
                    <a:pt x="48964" y="25633"/>
                  </a:cubicBezTo>
                  <a:lnTo>
                    <a:pt x="48964" y="79910"/>
                  </a:lnTo>
                  <a:cubicBezTo>
                    <a:pt x="48964" y="80403"/>
                    <a:pt x="49348" y="80787"/>
                    <a:pt x="49841" y="80787"/>
                  </a:cubicBezTo>
                  <a:cubicBezTo>
                    <a:pt x="50334" y="80787"/>
                    <a:pt x="50717" y="80403"/>
                    <a:pt x="50717" y="79910"/>
                  </a:cubicBezTo>
                  <a:lnTo>
                    <a:pt x="50717" y="25633"/>
                  </a:lnTo>
                  <a:cubicBezTo>
                    <a:pt x="50936" y="11557"/>
                    <a:pt x="39544" y="1"/>
                    <a:pt x="254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8"/>
            <p:cNvSpPr/>
            <p:nvPr/>
          </p:nvSpPr>
          <p:spPr>
            <a:xfrm>
              <a:off x="3546400" y="1782625"/>
              <a:ext cx="472425" cy="1629425"/>
            </a:xfrm>
            <a:custGeom>
              <a:avLst/>
              <a:gdLst/>
              <a:ahLst/>
              <a:cxnLst/>
              <a:rect l="l" t="t" r="r" b="b"/>
              <a:pathLst>
                <a:path w="18897" h="65177" extrusionOk="0">
                  <a:moveTo>
                    <a:pt x="9476" y="1"/>
                  </a:moveTo>
                  <a:cubicBezTo>
                    <a:pt x="4218" y="1"/>
                    <a:pt x="1" y="4273"/>
                    <a:pt x="1" y="9476"/>
                  </a:cubicBezTo>
                  <a:lnTo>
                    <a:pt x="1" y="64246"/>
                  </a:lnTo>
                  <a:cubicBezTo>
                    <a:pt x="56" y="64793"/>
                    <a:pt x="480" y="65067"/>
                    <a:pt x="905" y="65067"/>
                  </a:cubicBezTo>
                  <a:cubicBezTo>
                    <a:pt x="1329" y="65067"/>
                    <a:pt x="1753" y="64793"/>
                    <a:pt x="1808" y="64246"/>
                  </a:cubicBezTo>
                  <a:lnTo>
                    <a:pt x="1808" y="9476"/>
                  </a:lnTo>
                  <a:cubicBezTo>
                    <a:pt x="1808" y="5258"/>
                    <a:pt x="5204" y="1808"/>
                    <a:pt x="9476" y="1808"/>
                  </a:cubicBezTo>
                  <a:cubicBezTo>
                    <a:pt x="13693" y="1808"/>
                    <a:pt x="17144" y="5258"/>
                    <a:pt x="17144" y="9476"/>
                  </a:cubicBezTo>
                  <a:lnTo>
                    <a:pt x="17144" y="64246"/>
                  </a:lnTo>
                  <a:cubicBezTo>
                    <a:pt x="17144" y="64739"/>
                    <a:pt x="17527" y="65177"/>
                    <a:pt x="18020" y="65177"/>
                  </a:cubicBezTo>
                  <a:cubicBezTo>
                    <a:pt x="18513" y="65177"/>
                    <a:pt x="18896" y="64739"/>
                    <a:pt x="18896" y="64246"/>
                  </a:cubicBezTo>
                  <a:lnTo>
                    <a:pt x="18896" y="9476"/>
                  </a:lnTo>
                  <a:cubicBezTo>
                    <a:pt x="18896" y="4273"/>
                    <a:pt x="14679" y="1"/>
                    <a:pt x="94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8"/>
            <p:cNvSpPr/>
            <p:nvPr/>
          </p:nvSpPr>
          <p:spPr>
            <a:xfrm>
              <a:off x="2352425" y="1196575"/>
              <a:ext cx="2282550" cy="3382075"/>
            </a:xfrm>
            <a:custGeom>
              <a:avLst/>
              <a:gdLst/>
              <a:ahLst/>
              <a:cxnLst/>
              <a:rect l="l" t="t" r="r" b="b"/>
              <a:pathLst>
                <a:path w="91302" h="135283" extrusionOk="0">
                  <a:moveTo>
                    <a:pt x="57345" y="1"/>
                  </a:moveTo>
                  <a:cubicBezTo>
                    <a:pt x="38887" y="1"/>
                    <a:pt x="23771" y="14898"/>
                    <a:pt x="23552" y="33411"/>
                  </a:cubicBezTo>
                  <a:lnTo>
                    <a:pt x="23552" y="58660"/>
                  </a:lnTo>
                  <a:cubicBezTo>
                    <a:pt x="23497" y="58714"/>
                    <a:pt x="23497" y="58824"/>
                    <a:pt x="23552" y="58879"/>
                  </a:cubicBezTo>
                  <a:lnTo>
                    <a:pt x="23552" y="84894"/>
                  </a:lnTo>
                  <a:cubicBezTo>
                    <a:pt x="23552" y="101654"/>
                    <a:pt x="16925" y="117756"/>
                    <a:pt x="5040" y="129532"/>
                  </a:cubicBezTo>
                  <a:cubicBezTo>
                    <a:pt x="3561" y="131011"/>
                    <a:pt x="2027" y="132380"/>
                    <a:pt x="439" y="133695"/>
                  </a:cubicBezTo>
                  <a:cubicBezTo>
                    <a:pt x="56" y="134023"/>
                    <a:pt x="1" y="134571"/>
                    <a:pt x="329" y="134954"/>
                  </a:cubicBezTo>
                  <a:cubicBezTo>
                    <a:pt x="494" y="135173"/>
                    <a:pt x="768" y="135283"/>
                    <a:pt x="987" y="135283"/>
                  </a:cubicBezTo>
                  <a:cubicBezTo>
                    <a:pt x="1206" y="135283"/>
                    <a:pt x="1425" y="135228"/>
                    <a:pt x="1589" y="135064"/>
                  </a:cubicBezTo>
                  <a:cubicBezTo>
                    <a:pt x="3177" y="133749"/>
                    <a:pt x="4766" y="132325"/>
                    <a:pt x="6244" y="130847"/>
                  </a:cubicBezTo>
                  <a:cubicBezTo>
                    <a:pt x="18184" y="118961"/>
                    <a:pt x="25030" y="102969"/>
                    <a:pt x="25304" y="86154"/>
                  </a:cubicBezTo>
                  <a:cubicBezTo>
                    <a:pt x="25304" y="85716"/>
                    <a:pt x="25304" y="85278"/>
                    <a:pt x="25304" y="84840"/>
                  </a:cubicBezTo>
                  <a:lnTo>
                    <a:pt x="25304" y="58824"/>
                  </a:lnTo>
                  <a:cubicBezTo>
                    <a:pt x="25359" y="58769"/>
                    <a:pt x="25304" y="58660"/>
                    <a:pt x="25304" y="58605"/>
                  </a:cubicBezTo>
                  <a:lnTo>
                    <a:pt x="25304" y="33411"/>
                  </a:lnTo>
                  <a:cubicBezTo>
                    <a:pt x="25304" y="15665"/>
                    <a:pt x="39654" y="1315"/>
                    <a:pt x="57399" y="1315"/>
                  </a:cubicBezTo>
                  <a:cubicBezTo>
                    <a:pt x="75145" y="1315"/>
                    <a:pt x="89494" y="15665"/>
                    <a:pt x="89494" y="33411"/>
                  </a:cubicBezTo>
                  <a:lnTo>
                    <a:pt x="89494" y="86209"/>
                  </a:lnTo>
                  <a:cubicBezTo>
                    <a:pt x="89440" y="86839"/>
                    <a:pt x="89905" y="87154"/>
                    <a:pt x="90371" y="87154"/>
                  </a:cubicBezTo>
                  <a:cubicBezTo>
                    <a:pt x="90836" y="87154"/>
                    <a:pt x="91302" y="86839"/>
                    <a:pt x="91247" y="86209"/>
                  </a:cubicBezTo>
                  <a:lnTo>
                    <a:pt x="91247" y="33411"/>
                  </a:lnTo>
                  <a:lnTo>
                    <a:pt x="91192" y="33411"/>
                  </a:lnTo>
                  <a:cubicBezTo>
                    <a:pt x="90918" y="14898"/>
                    <a:pt x="75857" y="1"/>
                    <a:pt x="573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8"/>
            <p:cNvSpPr/>
            <p:nvPr/>
          </p:nvSpPr>
          <p:spPr>
            <a:xfrm>
              <a:off x="3546400" y="1782625"/>
              <a:ext cx="472425" cy="1629425"/>
            </a:xfrm>
            <a:custGeom>
              <a:avLst/>
              <a:gdLst/>
              <a:ahLst/>
              <a:cxnLst/>
              <a:rect l="l" t="t" r="r" b="b"/>
              <a:pathLst>
                <a:path w="18897" h="65177" extrusionOk="0">
                  <a:moveTo>
                    <a:pt x="9476" y="1"/>
                  </a:moveTo>
                  <a:cubicBezTo>
                    <a:pt x="4218" y="1"/>
                    <a:pt x="1" y="4273"/>
                    <a:pt x="1" y="9476"/>
                  </a:cubicBezTo>
                  <a:lnTo>
                    <a:pt x="1" y="64246"/>
                  </a:lnTo>
                  <a:cubicBezTo>
                    <a:pt x="56" y="64793"/>
                    <a:pt x="480" y="65067"/>
                    <a:pt x="905" y="65067"/>
                  </a:cubicBezTo>
                  <a:cubicBezTo>
                    <a:pt x="1329" y="65067"/>
                    <a:pt x="1753" y="64793"/>
                    <a:pt x="1808" y="64246"/>
                  </a:cubicBezTo>
                  <a:lnTo>
                    <a:pt x="1808" y="9476"/>
                  </a:lnTo>
                  <a:cubicBezTo>
                    <a:pt x="1808" y="5258"/>
                    <a:pt x="5204" y="1808"/>
                    <a:pt x="9476" y="1808"/>
                  </a:cubicBezTo>
                  <a:cubicBezTo>
                    <a:pt x="13693" y="1808"/>
                    <a:pt x="17144" y="5258"/>
                    <a:pt x="17144" y="9476"/>
                  </a:cubicBezTo>
                  <a:lnTo>
                    <a:pt x="17144" y="64246"/>
                  </a:lnTo>
                  <a:cubicBezTo>
                    <a:pt x="17144" y="64739"/>
                    <a:pt x="17527" y="65177"/>
                    <a:pt x="18020" y="65177"/>
                  </a:cubicBezTo>
                  <a:cubicBezTo>
                    <a:pt x="18513" y="65177"/>
                    <a:pt x="18896" y="64739"/>
                    <a:pt x="18896" y="64246"/>
                  </a:cubicBezTo>
                  <a:lnTo>
                    <a:pt x="18896" y="9476"/>
                  </a:lnTo>
                  <a:cubicBezTo>
                    <a:pt x="18896" y="4273"/>
                    <a:pt x="14679" y="1"/>
                    <a:pt x="94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8"/>
            <p:cNvSpPr/>
            <p:nvPr/>
          </p:nvSpPr>
          <p:spPr>
            <a:xfrm>
              <a:off x="3546400" y="1782625"/>
              <a:ext cx="472425" cy="1629425"/>
            </a:xfrm>
            <a:custGeom>
              <a:avLst/>
              <a:gdLst/>
              <a:ahLst/>
              <a:cxnLst/>
              <a:rect l="l" t="t" r="r" b="b"/>
              <a:pathLst>
                <a:path w="18897" h="65177" extrusionOk="0">
                  <a:moveTo>
                    <a:pt x="9476" y="1"/>
                  </a:moveTo>
                  <a:cubicBezTo>
                    <a:pt x="4218" y="1"/>
                    <a:pt x="1" y="4273"/>
                    <a:pt x="1" y="9476"/>
                  </a:cubicBezTo>
                  <a:lnTo>
                    <a:pt x="1" y="64246"/>
                  </a:lnTo>
                  <a:cubicBezTo>
                    <a:pt x="56" y="64793"/>
                    <a:pt x="480" y="65067"/>
                    <a:pt x="905" y="65067"/>
                  </a:cubicBezTo>
                  <a:cubicBezTo>
                    <a:pt x="1329" y="65067"/>
                    <a:pt x="1753" y="64793"/>
                    <a:pt x="1808" y="64246"/>
                  </a:cubicBezTo>
                  <a:lnTo>
                    <a:pt x="1808" y="9476"/>
                  </a:lnTo>
                  <a:cubicBezTo>
                    <a:pt x="1808" y="5258"/>
                    <a:pt x="5204" y="1808"/>
                    <a:pt x="9476" y="1808"/>
                  </a:cubicBezTo>
                  <a:cubicBezTo>
                    <a:pt x="13693" y="1808"/>
                    <a:pt x="17144" y="5258"/>
                    <a:pt x="17144" y="9476"/>
                  </a:cubicBezTo>
                  <a:lnTo>
                    <a:pt x="17144" y="64246"/>
                  </a:lnTo>
                  <a:cubicBezTo>
                    <a:pt x="17144" y="64739"/>
                    <a:pt x="17527" y="65177"/>
                    <a:pt x="18020" y="65177"/>
                  </a:cubicBezTo>
                  <a:cubicBezTo>
                    <a:pt x="18513" y="65177"/>
                    <a:pt x="18896" y="64739"/>
                    <a:pt x="18896" y="64246"/>
                  </a:cubicBezTo>
                  <a:lnTo>
                    <a:pt x="18896" y="9476"/>
                  </a:lnTo>
                  <a:cubicBezTo>
                    <a:pt x="18896" y="4273"/>
                    <a:pt x="14679" y="1"/>
                    <a:pt x="94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8"/>
            <p:cNvSpPr/>
            <p:nvPr/>
          </p:nvSpPr>
          <p:spPr>
            <a:xfrm>
              <a:off x="4775975" y="2232425"/>
              <a:ext cx="43850" cy="1304225"/>
            </a:xfrm>
            <a:custGeom>
              <a:avLst/>
              <a:gdLst/>
              <a:ahLst/>
              <a:cxnLst/>
              <a:rect l="l" t="t" r="r" b="b"/>
              <a:pathLst>
                <a:path w="1754" h="52169" extrusionOk="0">
                  <a:moveTo>
                    <a:pt x="877" y="1"/>
                  </a:moveTo>
                  <a:cubicBezTo>
                    <a:pt x="439" y="1"/>
                    <a:pt x="1" y="302"/>
                    <a:pt x="1" y="904"/>
                  </a:cubicBezTo>
                  <a:lnTo>
                    <a:pt x="1" y="51293"/>
                  </a:lnTo>
                  <a:cubicBezTo>
                    <a:pt x="1" y="51786"/>
                    <a:pt x="384" y="52169"/>
                    <a:pt x="877" y="52169"/>
                  </a:cubicBezTo>
                  <a:cubicBezTo>
                    <a:pt x="1370" y="52169"/>
                    <a:pt x="1754" y="51786"/>
                    <a:pt x="1754" y="51293"/>
                  </a:cubicBezTo>
                  <a:lnTo>
                    <a:pt x="1754" y="904"/>
                  </a:lnTo>
                  <a:cubicBezTo>
                    <a:pt x="1754" y="302"/>
                    <a:pt x="1315" y="1"/>
                    <a:pt x="8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8"/>
            <p:cNvSpPr/>
            <p:nvPr/>
          </p:nvSpPr>
          <p:spPr>
            <a:xfrm>
              <a:off x="3123775" y="942025"/>
              <a:ext cx="1615275" cy="648925"/>
            </a:xfrm>
            <a:custGeom>
              <a:avLst/>
              <a:gdLst/>
              <a:ahLst/>
              <a:cxnLst/>
              <a:rect l="l" t="t" r="r" b="b"/>
              <a:pathLst>
                <a:path w="64611" h="25957" extrusionOk="0">
                  <a:moveTo>
                    <a:pt x="26510" y="1"/>
                  </a:moveTo>
                  <a:cubicBezTo>
                    <a:pt x="17548" y="1"/>
                    <a:pt x="8463" y="2908"/>
                    <a:pt x="749" y="9088"/>
                  </a:cubicBezTo>
                  <a:cubicBezTo>
                    <a:pt x="1" y="9660"/>
                    <a:pt x="561" y="10656"/>
                    <a:pt x="1293" y="10656"/>
                  </a:cubicBezTo>
                  <a:cubicBezTo>
                    <a:pt x="1472" y="10656"/>
                    <a:pt x="1661" y="10597"/>
                    <a:pt x="1844" y="10457"/>
                  </a:cubicBezTo>
                  <a:cubicBezTo>
                    <a:pt x="9220" y="4536"/>
                    <a:pt x="17910" y="1750"/>
                    <a:pt x="26484" y="1750"/>
                  </a:cubicBezTo>
                  <a:cubicBezTo>
                    <a:pt x="41466" y="1750"/>
                    <a:pt x="56095" y="10256"/>
                    <a:pt x="62748" y="25409"/>
                  </a:cubicBezTo>
                  <a:cubicBezTo>
                    <a:pt x="62912" y="25738"/>
                    <a:pt x="63241" y="25902"/>
                    <a:pt x="63570" y="25957"/>
                  </a:cubicBezTo>
                  <a:cubicBezTo>
                    <a:pt x="63679" y="25957"/>
                    <a:pt x="63843" y="25902"/>
                    <a:pt x="63953" y="25847"/>
                  </a:cubicBezTo>
                  <a:cubicBezTo>
                    <a:pt x="64391" y="25683"/>
                    <a:pt x="64610" y="25135"/>
                    <a:pt x="64391" y="24697"/>
                  </a:cubicBezTo>
                  <a:cubicBezTo>
                    <a:pt x="57459" y="8881"/>
                    <a:pt x="42173" y="1"/>
                    <a:pt x="265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8"/>
            <p:cNvSpPr/>
            <p:nvPr/>
          </p:nvSpPr>
          <p:spPr>
            <a:xfrm>
              <a:off x="2753625" y="1951050"/>
              <a:ext cx="46575" cy="1088575"/>
            </a:xfrm>
            <a:custGeom>
              <a:avLst/>
              <a:gdLst/>
              <a:ahLst/>
              <a:cxnLst/>
              <a:rect l="l" t="t" r="r" b="b"/>
              <a:pathLst>
                <a:path w="1863" h="43543" extrusionOk="0">
                  <a:moveTo>
                    <a:pt x="931" y="0"/>
                  </a:moveTo>
                  <a:cubicBezTo>
                    <a:pt x="466" y="0"/>
                    <a:pt x="0" y="329"/>
                    <a:pt x="55" y="986"/>
                  </a:cubicBezTo>
                  <a:lnTo>
                    <a:pt x="55" y="42666"/>
                  </a:lnTo>
                  <a:cubicBezTo>
                    <a:pt x="55" y="43159"/>
                    <a:pt x="438" y="43542"/>
                    <a:pt x="931" y="43542"/>
                  </a:cubicBezTo>
                  <a:cubicBezTo>
                    <a:pt x="1424" y="43542"/>
                    <a:pt x="1808" y="43159"/>
                    <a:pt x="1808" y="42666"/>
                  </a:cubicBezTo>
                  <a:lnTo>
                    <a:pt x="1808" y="986"/>
                  </a:lnTo>
                  <a:cubicBezTo>
                    <a:pt x="1862" y="329"/>
                    <a:pt x="1397" y="0"/>
                    <a:pt x="9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8"/>
            <p:cNvSpPr/>
            <p:nvPr/>
          </p:nvSpPr>
          <p:spPr>
            <a:xfrm>
              <a:off x="2688525" y="477325"/>
              <a:ext cx="2531125" cy="3715200"/>
            </a:xfrm>
            <a:custGeom>
              <a:avLst/>
              <a:gdLst/>
              <a:ahLst/>
              <a:cxnLst/>
              <a:rect l="l" t="t" r="r" b="b"/>
              <a:pathLst>
                <a:path w="101245" h="148608" extrusionOk="0">
                  <a:moveTo>
                    <a:pt x="43983" y="0"/>
                  </a:moveTo>
                  <a:cubicBezTo>
                    <a:pt x="27622" y="0"/>
                    <a:pt x="11667" y="7019"/>
                    <a:pt x="578" y="19898"/>
                  </a:cubicBezTo>
                  <a:cubicBezTo>
                    <a:pt x="1" y="20599"/>
                    <a:pt x="602" y="21392"/>
                    <a:pt x="1285" y="21392"/>
                  </a:cubicBezTo>
                  <a:cubicBezTo>
                    <a:pt x="1510" y="21392"/>
                    <a:pt x="1744" y="21307"/>
                    <a:pt x="1947" y="21103"/>
                  </a:cubicBezTo>
                  <a:cubicBezTo>
                    <a:pt x="12685" y="8615"/>
                    <a:pt x="28147" y="1792"/>
                    <a:pt x="43998" y="1792"/>
                  </a:cubicBezTo>
                  <a:cubicBezTo>
                    <a:pt x="50462" y="1792"/>
                    <a:pt x="56990" y="2927"/>
                    <a:pt x="63289" y="5275"/>
                  </a:cubicBezTo>
                  <a:cubicBezTo>
                    <a:pt x="85033" y="13326"/>
                    <a:pt x="99437" y="34084"/>
                    <a:pt x="99437" y="57306"/>
                  </a:cubicBezTo>
                  <a:lnTo>
                    <a:pt x="99437" y="147677"/>
                  </a:lnTo>
                  <a:cubicBezTo>
                    <a:pt x="99437" y="148170"/>
                    <a:pt x="99820" y="148608"/>
                    <a:pt x="100313" y="148608"/>
                  </a:cubicBezTo>
                  <a:cubicBezTo>
                    <a:pt x="100806" y="148608"/>
                    <a:pt x="101244" y="148170"/>
                    <a:pt x="101244" y="147677"/>
                  </a:cubicBezTo>
                  <a:lnTo>
                    <a:pt x="101244" y="57306"/>
                  </a:lnTo>
                  <a:cubicBezTo>
                    <a:pt x="101244" y="33372"/>
                    <a:pt x="86347" y="11957"/>
                    <a:pt x="63891" y="3577"/>
                  </a:cubicBezTo>
                  <a:cubicBezTo>
                    <a:pt x="57389" y="1166"/>
                    <a:pt x="50652" y="0"/>
                    <a:pt x="439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8"/>
            <p:cNvSpPr/>
            <p:nvPr/>
          </p:nvSpPr>
          <p:spPr>
            <a:xfrm>
              <a:off x="2355175" y="1889425"/>
              <a:ext cx="45200" cy="2303100"/>
            </a:xfrm>
            <a:custGeom>
              <a:avLst/>
              <a:gdLst/>
              <a:ahLst/>
              <a:cxnLst/>
              <a:rect l="l" t="t" r="r" b="b"/>
              <a:pathLst>
                <a:path w="1808" h="92124" extrusionOk="0">
                  <a:moveTo>
                    <a:pt x="904" y="1"/>
                  </a:moveTo>
                  <a:cubicBezTo>
                    <a:pt x="480" y="1"/>
                    <a:pt x="55" y="274"/>
                    <a:pt x="0" y="822"/>
                  </a:cubicBezTo>
                  <a:lnTo>
                    <a:pt x="0" y="91193"/>
                  </a:lnTo>
                  <a:cubicBezTo>
                    <a:pt x="0" y="91686"/>
                    <a:pt x="438" y="92069"/>
                    <a:pt x="931" y="92124"/>
                  </a:cubicBezTo>
                  <a:cubicBezTo>
                    <a:pt x="1424" y="92124"/>
                    <a:pt x="1808" y="91686"/>
                    <a:pt x="1808" y="91193"/>
                  </a:cubicBezTo>
                  <a:lnTo>
                    <a:pt x="1808" y="822"/>
                  </a:lnTo>
                  <a:cubicBezTo>
                    <a:pt x="1753" y="274"/>
                    <a:pt x="1328" y="1"/>
                    <a:pt x="9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8"/>
            <p:cNvSpPr/>
            <p:nvPr/>
          </p:nvSpPr>
          <p:spPr>
            <a:xfrm>
              <a:off x="2160750" y="1843225"/>
              <a:ext cx="45200" cy="1942650"/>
            </a:xfrm>
            <a:custGeom>
              <a:avLst/>
              <a:gdLst/>
              <a:ahLst/>
              <a:cxnLst/>
              <a:rect l="l" t="t" r="r" b="b"/>
              <a:pathLst>
                <a:path w="1808" h="77706" extrusionOk="0">
                  <a:moveTo>
                    <a:pt x="904" y="0"/>
                  </a:moveTo>
                  <a:cubicBezTo>
                    <a:pt x="479" y="0"/>
                    <a:pt x="55" y="288"/>
                    <a:pt x="0" y="863"/>
                  </a:cubicBezTo>
                  <a:lnTo>
                    <a:pt x="0" y="76829"/>
                  </a:lnTo>
                  <a:cubicBezTo>
                    <a:pt x="0" y="77322"/>
                    <a:pt x="383" y="77705"/>
                    <a:pt x="931" y="77705"/>
                  </a:cubicBezTo>
                  <a:cubicBezTo>
                    <a:pt x="1369" y="77705"/>
                    <a:pt x="1807" y="77322"/>
                    <a:pt x="1807" y="76829"/>
                  </a:cubicBezTo>
                  <a:lnTo>
                    <a:pt x="1807" y="863"/>
                  </a:lnTo>
                  <a:cubicBezTo>
                    <a:pt x="1753" y="288"/>
                    <a:pt x="1328" y="0"/>
                    <a:pt x="9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8"/>
            <p:cNvSpPr/>
            <p:nvPr/>
          </p:nvSpPr>
          <p:spPr>
            <a:xfrm>
              <a:off x="2531800" y="237575"/>
              <a:ext cx="2238125" cy="619475"/>
            </a:xfrm>
            <a:custGeom>
              <a:avLst/>
              <a:gdLst/>
              <a:ahLst/>
              <a:cxnLst/>
              <a:rect l="l" t="t" r="r" b="b"/>
              <a:pathLst>
                <a:path w="89525" h="24779" extrusionOk="0">
                  <a:moveTo>
                    <a:pt x="50205" y="0"/>
                  </a:moveTo>
                  <a:cubicBezTo>
                    <a:pt x="31571" y="0"/>
                    <a:pt x="13128" y="7985"/>
                    <a:pt x="329" y="23299"/>
                  </a:cubicBezTo>
                  <a:cubicBezTo>
                    <a:pt x="1" y="23683"/>
                    <a:pt x="55" y="24285"/>
                    <a:pt x="439" y="24559"/>
                  </a:cubicBezTo>
                  <a:cubicBezTo>
                    <a:pt x="603" y="24723"/>
                    <a:pt x="822" y="24778"/>
                    <a:pt x="1041" y="24778"/>
                  </a:cubicBezTo>
                  <a:cubicBezTo>
                    <a:pt x="1260" y="24778"/>
                    <a:pt x="1534" y="24668"/>
                    <a:pt x="1698" y="24504"/>
                  </a:cubicBezTo>
                  <a:cubicBezTo>
                    <a:pt x="14191" y="9590"/>
                    <a:pt x="32153" y="1815"/>
                    <a:pt x="50288" y="1815"/>
                  </a:cubicBezTo>
                  <a:cubicBezTo>
                    <a:pt x="63320" y="1815"/>
                    <a:pt x="76442" y="5830"/>
                    <a:pt x="87687" y="14098"/>
                  </a:cubicBezTo>
                  <a:cubicBezTo>
                    <a:pt x="87865" y="14234"/>
                    <a:pt x="88048" y="14292"/>
                    <a:pt x="88223" y="14292"/>
                  </a:cubicBezTo>
                  <a:cubicBezTo>
                    <a:pt x="88960" y="14292"/>
                    <a:pt x="89525" y="13250"/>
                    <a:pt x="88727" y="12674"/>
                  </a:cubicBezTo>
                  <a:cubicBezTo>
                    <a:pt x="77147" y="4143"/>
                    <a:pt x="63626" y="0"/>
                    <a:pt x="502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8"/>
            <p:cNvSpPr/>
            <p:nvPr/>
          </p:nvSpPr>
          <p:spPr>
            <a:xfrm>
              <a:off x="4704025" y="549550"/>
              <a:ext cx="241775" cy="203425"/>
            </a:xfrm>
            <a:custGeom>
              <a:avLst/>
              <a:gdLst/>
              <a:ahLst/>
              <a:cxnLst/>
              <a:rect l="l" t="t" r="r" b="b"/>
              <a:pathLst>
                <a:path w="9671" h="8137" extrusionOk="0">
                  <a:moveTo>
                    <a:pt x="1303" y="1"/>
                  </a:moveTo>
                  <a:cubicBezTo>
                    <a:pt x="565" y="1"/>
                    <a:pt x="0" y="1043"/>
                    <a:pt x="798" y="1619"/>
                  </a:cubicBezTo>
                  <a:cubicBezTo>
                    <a:pt x="3372" y="3536"/>
                    <a:pt x="5782" y="5617"/>
                    <a:pt x="8082" y="7863"/>
                  </a:cubicBezTo>
                  <a:cubicBezTo>
                    <a:pt x="8246" y="8027"/>
                    <a:pt x="8465" y="8137"/>
                    <a:pt x="8685" y="8137"/>
                  </a:cubicBezTo>
                  <a:cubicBezTo>
                    <a:pt x="8958" y="8137"/>
                    <a:pt x="9177" y="8027"/>
                    <a:pt x="9342" y="7863"/>
                  </a:cubicBezTo>
                  <a:cubicBezTo>
                    <a:pt x="9670" y="7534"/>
                    <a:pt x="9670" y="6932"/>
                    <a:pt x="9342" y="6603"/>
                  </a:cubicBezTo>
                  <a:cubicBezTo>
                    <a:pt x="6987" y="4303"/>
                    <a:pt x="4522" y="2112"/>
                    <a:pt x="1838" y="195"/>
                  </a:cubicBezTo>
                  <a:cubicBezTo>
                    <a:pt x="1661" y="59"/>
                    <a:pt x="1477" y="1"/>
                    <a:pt x="13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8"/>
            <p:cNvSpPr/>
            <p:nvPr/>
          </p:nvSpPr>
          <p:spPr>
            <a:xfrm>
              <a:off x="5171700" y="1077775"/>
              <a:ext cx="242375" cy="1574350"/>
            </a:xfrm>
            <a:custGeom>
              <a:avLst/>
              <a:gdLst/>
              <a:ahLst/>
              <a:cxnLst/>
              <a:rect l="l" t="t" r="r" b="b"/>
              <a:pathLst>
                <a:path w="9695" h="62974" extrusionOk="0">
                  <a:moveTo>
                    <a:pt x="1014" y="1"/>
                  </a:moveTo>
                  <a:cubicBezTo>
                    <a:pt x="874" y="1"/>
                    <a:pt x="734" y="32"/>
                    <a:pt x="603" y="98"/>
                  </a:cubicBezTo>
                  <a:cubicBezTo>
                    <a:pt x="165" y="371"/>
                    <a:pt x="0" y="864"/>
                    <a:pt x="274" y="1357"/>
                  </a:cubicBezTo>
                  <a:cubicBezTo>
                    <a:pt x="5258" y="10559"/>
                    <a:pt x="7887" y="20910"/>
                    <a:pt x="7887" y="31481"/>
                  </a:cubicBezTo>
                  <a:lnTo>
                    <a:pt x="7887" y="62042"/>
                  </a:lnTo>
                  <a:cubicBezTo>
                    <a:pt x="7887" y="62535"/>
                    <a:pt x="8271" y="62974"/>
                    <a:pt x="8818" y="62974"/>
                  </a:cubicBezTo>
                  <a:cubicBezTo>
                    <a:pt x="9311" y="62974"/>
                    <a:pt x="9695" y="62535"/>
                    <a:pt x="9695" y="61988"/>
                  </a:cubicBezTo>
                  <a:lnTo>
                    <a:pt x="9695" y="31481"/>
                  </a:lnTo>
                  <a:cubicBezTo>
                    <a:pt x="9695" y="20636"/>
                    <a:pt x="7011" y="10011"/>
                    <a:pt x="1863" y="481"/>
                  </a:cubicBezTo>
                  <a:cubicBezTo>
                    <a:pt x="1670" y="174"/>
                    <a:pt x="1344" y="1"/>
                    <a:pt x="101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8"/>
            <p:cNvSpPr/>
            <p:nvPr/>
          </p:nvSpPr>
          <p:spPr>
            <a:xfrm>
              <a:off x="5168950" y="3860950"/>
              <a:ext cx="244500" cy="719075"/>
            </a:xfrm>
            <a:custGeom>
              <a:avLst/>
              <a:gdLst/>
              <a:ahLst/>
              <a:cxnLst/>
              <a:rect l="l" t="t" r="r" b="b"/>
              <a:pathLst>
                <a:path w="9780" h="28763" extrusionOk="0">
                  <a:moveTo>
                    <a:pt x="8808" y="1"/>
                  </a:moveTo>
                  <a:cubicBezTo>
                    <a:pt x="8350" y="1"/>
                    <a:pt x="7888" y="303"/>
                    <a:pt x="7888" y="940"/>
                  </a:cubicBezTo>
                  <a:cubicBezTo>
                    <a:pt x="7395" y="10196"/>
                    <a:pt x="4821" y="19287"/>
                    <a:pt x="329" y="27448"/>
                  </a:cubicBezTo>
                  <a:cubicBezTo>
                    <a:pt x="1" y="28051"/>
                    <a:pt x="439" y="28763"/>
                    <a:pt x="1096" y="28763"/>
                  </a:cubicBezTo>
                  <a:cubicBezTo>
                    <a:pt x="1425" y="28763"/>
                    <a:pt x="1753" y="28598"/>
                    <a:pt x="1918" y="28325"/>
                  </a:cubicBezTo>
                  <a:cubicBezTo>
                    <a:pt x="6518" y="19890"/>
                    <a:pt x="9147" y="10579"/>
                    <a:pt x="9695" y="994"/>
                  </a:cubicBezTo>
                  <a:cubicBezTo>
                    <a:pt x="9780" y="344"/>
                    <a:pt x="9296" y="1"/>
                    <a:pt x="88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8"/>
            <p:cNvSpPr/>
            <p:nvPr/>
          </p:nvSpPr>
          <p:spPr>
            <a:xfrm>
              <a:off x="3215550" y="5085250"/>
              <a:ext cx="1519175" cy="332750"/>
            </a:xfrm>
            <a:custGeom>
              <a:avLst/>
              <a:gdLst/>
              <a:ahLst/>
              <a:cxnLst/>
              <a:rect l="l" t="t" r="r" b="b"/>
              <a:pathLst>
                <a:path w="60767" h="13310" extrusionOk="0">
                  <a:moveTo>
                    <a:pt x="59424" y="0"/>
                  </a:moveTo>
                  <a:cubicBezTo>
                    <a:pt x="59260" y="0"/>
                    <a:pt x="59085" y="50"/>
                    <a:pt x="58913" y="165"/>
                  </a:cubicBezTo>
                  <a:cubicBezTo>
                    <a:pt x="48999" y="7121"/>
                    <a:pt x="37224" y="11064"/>
                    <a:pt x="25120" y="11448"/>
                  </a:cubicBezTo>
                  <a:cubicBezTo>
                    <a:pt x="24263" y="11484"/>
                    <a:pt x="23405" y="11503"/>
                    <a:pt x="22549" y="11503"/>
                  </a:cubicBezTo>
                  <a:cubicBezTo>
                    <a:pt x="15743" y="11503"/>
                    <a:pt x="8976" y="10351"/>
                    <a:pt x="2555" y="8162"/>
                  </a:cubicBezTo>
                  <a:lnTo>
                    <a:pt x="1569" y="7888"/>
                  </a:lnTo>
                  <a:cubicBezTo>
                    <a:pt x="1446" y="7838"/>
                    <a:pt x="1328" y="7816"/>
                    <a:pt x="1219" y="7816"/>
                  </a:cubicBezTo>
                  <a:cubicBezTo>
                    <a:pt x="360" y="7816"/>
                    <a:pt x="1" y="9197"/>
                    <a:pt x="1021" y="9586"/>
                  </a:cubicBezTo>
                  <a:lnTo>
                    <a:pt x="1952" y="9914"/>
                  </a:lnTo>
                  <a:cubicBezTo>
                    <a:pt x="5512" y="11119"/>
                    <a:pt x="9182" y="11995"/>
                    <a:pt x="12906" y="12543"/>
                  </a:cubicBezTo>
                  <a:cubicBezTo>
                    <a:pt x="16192" y="13036"/>
                    <a:pt x="19533" y="13310"/>
                    <a:pt x="22874" y="13310"/>
                  </a:cubicBezTo>
                  <a:cubicBezTo>
                    <a:pt x="23696" y="13310"/>
                    <a:pt x="24463" y="13310"/>
                    <a:pt x="25175" y="13255"/>
                  </a:cubicBezTo>
                  <a:cubicBezTo>
                    <a:pt x="37662" y="12817"/>
                    <a:pt x="49711" y="8819"/>
                    <a:pt x="59953" y="1644"/>
                  </a:cubicBezTo>
                  <a:cubicBezTo>
                    <a:pt x="60767" y="1102"/>
                    <a:pt x="60201" y="0"/>
                    <a:pt x="594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8"/>
            <p:cNvSpPr/>
            <p:nvPr/>
          </p:nvSpPr>
          <p:spPr>
            <a:xfrm>
              <a:off x="2160750" y="3119350"/>
              <a:ext cx="71225" cy="966375"/>
            </a:xfrm>
            <a:custGeom>
              <a:avLst/>
              <a:gdLst/>
              <a:ahLst/>
              <a:cxnLst/>
              <a:rect l="l" t="t" r="r" b="b"/>
              <a:pathLst>
                <a:path w="2849" h="38655" extrusionOk="0">
                  <a:moveTo>
                    <a:pt x="904" y="1"/>
                  </a:moveTo>
                  <a:cubicBezTo>
                    <a:pt x="479" y="1"/>
                    <a:pt x="55" y="288"/>
                    <a:pt x="0" y="863"/>
                  </a:cubicBezTo>
                  <a:lnTo>
                    <a:pt x="0" y="26879"/>
                  </a:lnTo>
                  <a:cubicBezTo>
                    <a:pt x="0" y="30604"/>
                    <a:pt x="329" y="34273"/>
                    <a:pt x="931" y="37943"/>
                  </a:cubicBezTo>
                  <a:cubicBezTo>
                    <a:pt x="986" y="38381"/>
                    <a:pt x="1369" y="38655"/>
                    <a:pt x="1807" y="38655"/>
                  </a:cubicBezTo>
                  <a:lnTo>
                    <a:pt x="2026" y="38655"/>
                  </a:lnTo>
                  <a:cubicBezTo>
                    <a:pt x="2519" y="38600"/>
                    <a:pt x="2848" y="38107"/>
                    <a:pt x="2738" y="37614"/>
                  </a:cubicBezTo>
                  <a:cubicBezTo>
                    <a:pt x="2136" y="34054"/>
                    <a:pt x="1807" y="30494"/>
                    <a:pt x="1807" y="26879"/>
                  </a:cubicBezTo>
                  <a:lnTo>
                    <a:pt x="1807" y="863"/>
                  </a:lnTo>
                  <a:cubicBezTo>
                    <a:pt x="1753" y="288"/>
                    <a:pt x="1328" y="1"/>
                    <a:pt x="9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8"/>
            <p:cNvSpPr/>
            <p:nvPr/>
          </p:nvSpPr>
          <p:spPr>
            <a:xfrm>
              <a:off x="3034325" y="3862850"/>
              <a:ext cx="776375" cy="1384000"/>
            </a:xfrm>
            <a:custGeom>
              <a:avLst/>
              <a:gdLst/>
              <a:ahLst/>
              <a:cxnLst/>
              <a:rect l="l" t="t" r="r" b="b"/>
              <a:pathLst>
                <a:path w="31055" h="55360" extrusionOk="0">
                  <a:moveTo>
                    <a:pt x="30123" y="1"/>
                  </a:moveTo>
                  <a:cubicBezTo>
                    <a:pt x="29699" y="1"/>
                    <a:pt x="29274" y="288"/>
                    <a:pt x="29247" y="864"/>
                  </a:cubicBezTo>
                  <a:cubicBezTo>
                    <a:pt x="29247" y="17623"/>
                    <a:pt x="22620" y="33726"/>
                    <a:pt x="10680" y="45611"/>
                  </a:cubicBezTo>
                  <a:cubicBezTo>
                    <a:pt x="7668" y="48623"/>
                    <a:pt x="4327" y="51361"/>
                    <a:pt x="767" y="53717"/>
                  </a:cubicBezTo>
                  <a:cubicBezTo>
                    <a:pt x="0" y="54209"/>
                    <a:pt x="329" y="55360"/>
                    <a:pt x="1260" y="55360"/>
                  </a:cubicBezTo>
                  <a:cubicBezTo>
                    <a:pt x="1424" y="55360"/>
                    <a:pt x="1588" y="55305"/>
                    <a:pt x="1753" y="55195"/>
                  </a:cubicBezTo>
                  <a:cubicBezTo>
                    <a:pt x="5422" y="52785"/>
                    <a:pt x="8818" y="49937"/>
                    <a:pt x="11940" y="46870"/>
                  </a:cubicBezTo>
                  <a:cubicBezTo>
                    <a:pt x="24208" y="34657"/>
                    <a:pt x="31054" y="18116"/>
                    <a:pt x="31000" y="864"/>
                  </a:cubicBezTo>
                  <a:cubicBezTo>
                    <a:pt x="30972" y="288"/>
                    <a:pt x="30548" y="1"/>
                    <a:pt x="30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8"/>
            <p:cNvSpPr/>
            <p:nvPr/>
          </p:nvSpPr>
          <p:spPr>
            <a:xfrm>
              <a:off x="3034325" y="3212475"/>
              <a:ext cx="776375" cy="2034375"/>
            </a:xfrm>
            <a:custGeom>
              <a:avLst/>
              <a:gdLst/>
              <a:ahLst/>
              <a:cxnLst/>
              <a:rect l="l" t="t" r="r" b="b"/>
              <a:pathLst>
                <a:path w="31055" h="81375" extrusionOk="0">
                  <a:moveTo>
                    <a:pt x="30123" y="0"/>
                  </a:moveTo>
                  <a:cubicBezTo>
                    <a:pt x="29699" y="0"/>
                    <a:pt x="29274" y="288"/>
                    <a:pt x="29247" y="863"/>
                  </a:cubicBezTo>
                  <a:lnTo>
                    <a:pt x="29247" y="26879"/>
                  </a:lnTo>
                  <a:cubicBezTo>
                    <a:pt x="29247" y="43638"/>
                    <a:pt x="22620" y="59741"/>
                    <a:pt x="10680" y="71626"/>
                  </a:cubicBezTo>
                  <a:cubicBezTo>
                    <a:pt x="7668" y="74638"/>
                    <a:pt x="4327" y="77376"/>
                    <a:pt x="767" y="79732"/>
                  </a:cubicBezTo>
                  <a:cubicBezTo>
                    <a:pt x="0" y="80224"/>
                    <a:pt x="329" y="81375"/>
                    <a:pt x="1260" y="81375"/>
                  </a:cubicBezTo>
                  <a:cubicBezTo>
                    <a:pt x="1424" y="81375"/>
                    <a:pt x="1588" y="81320"/>
                    <a:pt x="1753" y="81210"/>
                  </a:cubicBezTo>
                  <a:cubicBezTo>
                    <a:pt x="5422" y="78800"/>
                    <a:pt x="8818" y="75952"/>
                    <a:pt x="11940" y="72885"/>
                  </a:cubicBezTo>
                  <a:cubicBezTo>
                    <a:pt x="24208" y="60672"/>
                    <a:pt x="31054" y="44131"/>
                    <a:pt x="31000" y="26879"/>
                  </a:cubicBezTo>
                  <a:lnTo>
                    <a:pt x="31000" y="863"/>
                  </a:lnTo>
                  <a:cubicBezTo>
                    <a:pt x="30972" y="288"/>
                    <a:pt x="30548" y="0"/>
                    <a:pt x="30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8"/>
            <p:cNvSpPr/>
            <p:nvPr/>
          </p:nvSpPr>
          <p:spPr>
            <a:xfrm>
              <a:off x="3220525" y="3945025"/>
              <a:ext cx="780500" cy="1389450"/>
            </a:xfrm>
            <a:custGeom>
              <a:avLst/>
              <a:gdLst/>
              <a:ahLst/>
              <a:cxnLst/>
              <a:rect l="l" t="t" r="r" b="b"/>
              <a:pathLst>
                <a:path w="31220" h="55578" extrusionOk="0">
                  <a:moveTo>
                    <a:pt x="30261" y="0"/>
                  </a:moveTo>
                  <a:cubicBezTo>
                    <a:pt x="29836" y="0"/>
                    <a:pt x="29412" y="288"/>
                    <a:pt x="29357" y="863"/>
                  </a:cubicBezTo>
                  <a:cubicBezTo>
                    <a:pt x="29412" y="17622"/>
                    <a:pt x="22730" y="33725"/>
                    <a:pt x="10845" y="45555"/>
                  </a:cubicBezTo>
                  <a:cubicBezTo>
                    <a:pt x="7668" y="48677"/>
                    <a:pt x="4273" y="51470"/>
                    <a:pt x="548" y="53880"/>
                  </a:cubicBezTo>
                  <a:cubicBezTo>
                    <a:pt x="110" y="54154"/>
                    <a:pt x="1" y="54756"/>
                    <a:pt x="275" y="55140"/>
                  </a:cubicBezTo>
                  <a:cubicBezTo>
                    <a:pt x="439" y="55414"/>
                    <a:pt x="713" y="55578"/>
                    <a:pt x="1041" y="55578"/>
                  </a:cubicBezTo>
                  <a:cubicBezTo>
                    <a:pt x="1206" y="55578"/>
                    <a:pt x="1370" y="55523"/>
                    <a:pt x="1534" y="55414"/>
                  </a:cubicBezTo>
                  <a:cubicBezTo>
                    <a:pt x="5313" y="52949"/>
                    <a:pt x="8873" y="50046"/>
                    <a:pt x="12105" y="46869"/>
                  </a:cubicBezTo>
                  <a:cubicBezTo>
                    <a:pt x="24318" y="34656"/>
                    <a:pt x="31219" y="18115"/>
                    <a:pt x="31165" y="863"/>
                  </a:cubicBezTo>
                  <a:cubicBezTo>
                    <a:pt x="31110" y="288"/>
                    <a:pt x="30685" y="0"/>
                    <a:pt x="302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8"/>
            <p:cNvSpPr/>
            <p:nvPr/>
          </p:nvSpPr>
          <p:spPr>
            <a:xfrm>
              <a:off x="3918850" y="3310700"/>
              <a:ext cx="293025" cy="1655450"/>
            </a:xfrm>
            <a:custGeom>
              <a:avLst/>
              <a:gdLst/>
              <a:ahLst/>
              <a:cxnLst/>
              <a:rect l="l" t="t" r="r" b="b"/>
              <a:pathLst>
                <a:path w="11721" h="66218" extrusionOk="0">
                  <a:moveTo>
                    <a:pt x="10845" y="1"/>
                  </a:moveTo>
                  <a:cubicBezTo>
                    <a:pt x="10420" y="1"/>
                    <a:pt x="9996" y="275"/>
                    <a:pt x="9968" y="822"/>
                  </a:cubicBezTo>
                  <a:lnTo>
                    <a:pt x="9968" y="26893"/>
                  </a:lnTo>
                  <a:cubicBezTo>
                    <a:pt x="9968" y="42283"/>
                    <a:pt x="6846" y="54333"/>
                    <a:pt x="219" y="64849"/>
                  </a:cubicBezTo>
                  <a:cubicBezTo>
                    <a:pt x="0" y="65232"/>
                    <a:pt x="110" y="65780"/>
                    <a:pt x="548" y="66053"/>
                  </a:cubicBezTo>
                  <a:cubicBezTo>
                    <a:pt x="657" y="66163"/>
                    <a:pt x="822" y="66218"/>
                    <a:pt x="986" y="66218"/>
                  </a:cubicBezTo>
                  <a:cubicBezTo>
                    <a:pt x="1315" y="66218"/>
                    <a:pt x="1589" y="66053"/>
                    <a:pt x="1753" y="65780"/>
                  </a:cubicBezTo>
                  <a:cubicBezTo>
                    <a:pt x="8599" y="54990"/>
                    <a:pt x="11721" y="42612"/>
                    <a:pt x="11721" y="26893"/>
                  </a:cubicBezTo>
                  <a:lnTo>
                    <a:pt x="11721" y="822"/>
                  </a:lnTo>
                  <a:cubicBezTo>
                    <a:pt x="11694" y="275"/>
                    <a:pt x="11269" y="1"/>
                    <a:pt x="108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8"/>
            <p:cNvSpPr/>
            <p:nvPr/>
          </p:nvSpPr>
          <p:spPr>
            <a:xfrm>
              <a:off x="3816150" y="3513350"/>
              <a:ext cx="603850" cy="1903300"/>
            </a:xfrm>
            <a:custGeom>
              <a:avLst/>
              <a:gdLst/>
              <a:ahLst/>
              <a:cxnLst/>
              <a:rect l="l" t="t" r="r" b="b"/>
              <a:pathLst>
                <a:path w="24154" h="76132" extrusionOk="0">
                  <a:moveTo>
                    <a:pt x="23195" y="1"/>
                  </a:moveTo>
                  <a:cubicBezTo>
                    <a:pt x="22771" y="1"/>
                    <a:pt x="22346" y="275"/>
                    <a:pt x="22292" y="822"/>
                  </a:cubicBezTo>
                  <a:lnTo>
                    <a:pt x="22292" y="26893"/>
                  </a:lnTo>
                  <a:cubicBezTo>
                    <a:pt x="22346" y="43653"/>
                    <a:pt x="15665" y="59755"/>
                    <a:pt x="3780" y="71585"/>
                  </a:cubicBezTo>
                  <a:cubicBezTo>
                    <a:pt x="2739" y="72626"/>
                    <a:pt x="1698" y="73612"/>
                    <a:pt x="603" y="74543"/>
                  </a:cubicBezTo>
                  <a:cubicBezTo>
                    <a:pt x="0" y="75090"/>
                    <a:pt x="384" y="76131"/>
                    <a:pt x="1205" y="76131"/>
                  </a:cubicBezTo>
                  <a:cubicBezTo>
                    <a:pt x="1424" y="76131"/>
                    <a:pt x="1644" y="76076"/>
                    <a:pt x="1808" y="75912"/>
                  </a:cubicBezTo>
                  <a:cubicBezTo>
                    <a:pt x="2903" y="74926"/>
                    <a:pt x="3999" y="73940"/>
                    <a:pt x="5039" y="72900"/>
                  </a:cubicBezTo>
                  <a:cubicBezTo>
                    <a:pt x="17308" y="60686"/>
                    <a:pt x="24154" y="44145"/>
                    <a:pt x="24099" y="26893"/>
                  </a:cubicBezTo>
                  <a:lnTo>
                    <a:pt x="24099" y="822"/>
                  </a:lnTo>
                  <a:cubicBezTo>
                    <a:pt x="24044" y="275"/>
                    <a:pt x="23620" y="1"/>
                    <a:pt x="231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8"/>
            <p:cNvSpPr/>
            <p:nvPr/>
          </p:nvSpPr>
          <p:spPr>
            <a:xfrm>
              <a:off x="4233775" y="3651650"/>
              <a:ext cx="399825" cy="1695150"/>
            </a:xfrm>
            <a:custGeom>
              <a:avLst/>
              <a:gdLst/>
              <a:ahLst/>
              <a:cxnLst/>
              <a:rect l="l" t="t" r="r" b="b"/>
              <a:pathLst>
                <a:path w="15993" h="67806" extrusionOk="0">
                  <a:moveTo>
                    <a:pt x="15089" y="1"/>
                  </a:moveTo>
                  <a:cubicBezTo>
                    <a:pt x="14665" y="1"/>
                    <a:pt x="14240" y="274"/>
                    <a:pt x="14186" y="822"/>
                  </a:cubicBezTo>
                  <a:lnTo>
                    <a:pt x="14186" y="26838"/>
                  </a:lnTo>
                  <a:cubicBezTo>
                    <a:pt x="14186" y="41188"/>
                    <a:pt x="9311" y="55154"/>
                    <a:pt x="329" y="66382"/>
                  </a:cubicBezTo>
                  <a:cubicBezTo>
                    <a:pt x="0" y="66765"/>
                    <a:pt x="110" y="67313"/>
                    <a:pt x="493" y="67642"/>
                  </a:cubicBezTo>
                  <a:cubicBezTo>
                    <a:pt x="657" y="67751"/>
                    <a:pt x="822" y="67806"/>
                    <a:pt x="1041" y="67806"/>
                  </a:cubicBezTo>
                  <a:cubicBezTo>
                    <a:pt x="1315" y="67806"/>
                    <a:pt x="1589" y="67696"/>
                    <a:pt x="1753" y="67477"/>
                  </a:cubicBezTo>
                  <a:cubicBezTo>
                    <a:pt x="10954" y="55921"/>
                    <a:pt x="15993" y="41626"/>
                    <a:pt x="15993" y="26838"/>
                  </a:cubicBezTo>
                  <a:lnTo>
                    <a:pt x="15993" y="822"/>
                  </a:lnTo>
                  <a:cubicBezTo>
                    <a:pt x="15938" y="274"/>
                    <a:pt x="15514" y="1"/>
                    <a:pt x="150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8"/>
            <p:cNvSpPr/>
            <p:nvPr/>
          </p:nvSpPr>
          <p:spPr>
            <a:xfrm>
              <a:off x="4686975" y="3624275"/>
              <a:ext cx="134225" cy="1506200"/>
            </a:xfrm>
            <a:custGeom>
              <a:avLst/>
              <a:gdLst/>
              <a:ahLst/>
              <a:cxnLst/>
              <a:rect l="l" t="t" r="r" b="b"/>
              <a:pathLst>
                <a:path w="5369" h="60248" extrusionOk="0">
                  <a:moveTo>
                    <a:pt x="4444" y="0"/>
                  </a:moveTo>
                  <a:cubicBezTo>
                    <a:pt x="4013" y="0"/>
                    <a:pt x="3588" y="274"/>
                    <a:pt x="3561" y="822"/>
                  </a:cubicBezTo>
                  <a:lnTo>
                    <a:pt x="3561" y="38668"/>
                  </a:lnTo>
                  <a:cubicBezTo>
                    <a:pt x="3561" y="45624"/>
                    <a:pt x="2411" y="52525"/>
                    <a:pt x="165" y="59097"/>
                  </a:cubicBezTo>
                  <a:cubicBezTo>
                    <a:pt x="1" y="59535"/>
                    <a:pt x="275" y="60083"/>
                    <a:pt x="768" y="60247"/>
                  </a:cubicBezTo>
                  <a:lnTo>
                    <a:pt x="1042" y="60247"/>
                  </a:lnTo>
                  <a:cubicBezTo>
                    <a:pt x="1425" y="60247"/>
                    <a:pt x="1754" y="60028"/>
                    <a:pt x="1863" y="59699"/>
                  </a:cubicBezTo>
                  <a:cubicBezTo>
                    <a:pt x="4163" y="52908"/>
                    <a:pt x="5368" y="45788"/>
                    <a:pt x="5368" y="38668"/>
                  </a:cubicBezTo>
                  <a:lnTo>
                    <a:pt x="5368" y="822"/>
                  </a:lnTo>
                  <a:cubicBezTo>
                    <a:pt x="5314" y="274"/>
                    <a:pt x="4875" y="0"/>
                    <a:pt x="44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8"/>
            <p:cNvSpPr/>
            <p:nvPr/>
          </p:nvSpPr>
          <p:spPr>
            <a:xfrm>
              <a:off x="2574250" y="706400"/>
              <a:ext cx="2427675" cy="4213200"/>
            </a:xfrm>
            <a:custGeom>
              <a:avLst/>
              <a:gdLst/>
              <a:ahLst/>
              <a:cxnLst/>
              <a:rect l="l" t="t" r="r" b="b"/>
              <a:pathLst>
                <a:path w="97107" h="168528" extrusionOk="0">
                  <a:moveTo>
                    <a:pt x="48526" y="0"/>
                  </a:moveTo>
                  <a:cubicBezTo>
                    <a:pt x="21744" y="0"/>
                    <a:pt x="0" y="21744"/>
                    <a:pt x="0" y="48581"/>
                  </a:cubicBezTo>
                  <a:lnTo>
                    <a:pt x="0" y="124931"/>
                  </a:lnTo>
                  <a:cubicBezTo>
                    <a:pt x="0" y="125533"/>
                    <a:pt x="452" y="125834"/>
                    <a:pt x="904" y="125834"/>
                  </a:cubicBezTo>
                  <a:cubicBezTo>
                    <a:pt x="1356" y="125834"/>
                    <a:pt x="1808" y="125533"/>
                    <a:pt x="1808" y="124931"/>
                  </a:cubicBezTo>
                  <a:lnTo>
                    <a:pt x="1808" y="48581"/>
                  </a:lnTo>
                  <a:cubicBezTo>
                    <a:pt x="1808" y="22730"/>
                    <a:pt x="22730" y="1808"/>
                    <a:pt x="48526" y="1808"/>
                  </a:cubicBezTo>
                  <a:cubicBezTo>
                    <a:pt x="74378" y="1808"/>
                    <a:pt x="95300" y="22730"/>
                    <a:pt x="95300" y="48581"/>
                  </a:cubicBezTo>
                  <a:lnTo>
                    <a:pt x="95300" y="155383"/>
                  </a:lnTo>
                  <a:cubicBezTo>
                    <a:pt x="95300" y="159436"/>
                    <a:pt x="94916" y="163489"/>
                    <a:pt x="94149" y="167487"/>
                  </a:cubicBezTo>
                  <a:cubicBezTo>
                    <a:pt x="94040" y="167980"/>
                    <a:pt x="94368" y="168418"/>
                    <a:pt x="94807" y="168528"/>
                  </a:cubicBezTo>
                  <a:lnTo>
                    <a:pt x="94971" y="168528"/>
                  </a:lnTo>
                  <a:cubicBezTo>
                    <a:pt x="95464" y="168528"/>
                    <a:pt x="95847" y="168254"/>
                    <a:pt x="95902" y="167816"/>
                  </a:cubicBezTo>
                  <a:cubicBezTo>
                    <a:pt x="96724" y="163708"/>
                    <a:pt x="97107" y="159545"/>
                    <a:pt x="97107" y="155383"/>
                  </a:cubicBezTo>
                  <a:lnTo>
                    <a:pt x="97107" y="48581"/>
                  </a:lnTo>
                  <a:cubicBezTo>
                    <a:pt x="97107" y="21744"/>
                    <a:pt x="75363" y="0"/>
                    <a:pt x="485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8"/>
            <p:cNvSpPr/>
            <p:nvPr/>
          </p:nvSpPr>
          <p:spPr>
            <a:xfrm>
              <a:off x="2812500" y="4858700"/>
              <a:ext cx="317500" cy="252600"/>
            </a:xfrm>
            <a:custGeom>
              <a:avLst/>
              <a:gdLst/>
              <a:ahLst/>
              <a:cxnLst/>
              <a:rect l="l" t="t" r="r" b="b"/>
              <a:pathLst>
                <a:path w="12700" h="10104" extrusionOk="0">
                  <a:moveTo>
                    <a:pt x="11427" y="0"/>
                  </a:moveTo>
                  <a:cubicBezTo>
                    <a:pt x="11231" y="0"/>
                    <a:pt x="11028" y="73"/>
                    <a:pt x="10845" y="245"/>
                  </a:cubicBezTo>
                  <a:cubicBezTo>
                    <a:pt x="7778" y="3312"/>
                    <a:pt x="4437" y="6050"/>
                    <a:pt x="822" y="8406"/>
                  </a:cubicBezTo>
                  <a:cubicBezTo>
                    <a:pt x="0" y="8844"/>
                    <a:pt x="329" y="10103"/>
                    <a:pt x="1260" y="10103"/>
                  </a:cubicBezTo>
                  <a:cubicBezTo>
                    <a:pt x="1424" y="10103"/>
                    <a:pt x="1589" y="10049"/>
                    <a:pt x="1753" y="9939"/>
                  </a:cubicBezTo>
                  <a:cubicBezTo>
                    <a:pt x="5477" y="7529"/>
                    <a:pt x="8928" y="4681"/>
                    <a:pt x="12104" y="1559"/>
                  </a:cubicBezTo>
                  <a:cubicBezTo>
                    <a:pt x="12700" y="879"/>
                    <a:pt x="12107" y="0"/>
                    <a:pt x="114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8"/>
            <p:cNvSpPr/>
            <p:nvPr/>
          </p:nvSpPr>
          <p:spPr>
            <a:xfrm>
              <a:off x="3534075" y="3075550"/>
              <a:ext cx="57550" cy="886950"/>
            </a:xfrm>
            <a:custGeom>
              <a:avLst/>
              <a:gdLst/>
              <a:ahLst/>
              <a:cxnLst/>
              <a:rect l="l" t="t" r="r" b="b"/>
              <a:pathLst>
                <a:path w="2302" h="35478" extrusionOk="0">
                  <a:moveTo>
                    <a:pt x="1425" y="0"/>
                  </a:moveTo>
                  <a:cubicBezTo>
                    <a:pt x="1000" y="0"/>
                    <a:pt x="576" y="288"/>
                    <a:pt x="549" y="863"/>
                  </a:cubicBezTo>
                  <a:lnTo>
                    <a:pt x="549" y="26879"/>
                  </a:lnTo>
                  <a:cubicBezTo>
                    <a:pt x="494" y="29398"/>
                    <a:pt x="330" y="31917"/>
                    <a:pt x="56" y="34492"/>
                  </a:cubicBezTo>
                  <a:cubicBezTo>
                    <a:pt x="1" y="34930"/>
                    <a:pt x="330" y="35423"/>
                    <a:pt x="822" y="35477"/>
                  </a:cubicBezTo>
                  <a:lnTo>
                    <a:pt x="932" y="35477"/>
                  </a:lnTo>
                  <a:cubicBezTo>
                    <a:pt x="1425" y="35477"/>
                    <a:pt x="1808" y="35149"/>
                    <a:pt x="1863" y="34656"/>
                  </a:cubicBezTo>
                  <a:cubicBezTo>
                    <a:pt x="2192" y="32082"/>
                    <a:pt x="2301" y="29453"/>
                    <a:pt x="2301" y="26879"/>
                  </a:cubicBezTo>
                  <a:lnTo>
                    <a:pt x="2301" y="863"/>
                  </a:lnTo>
                  <a:cubicBezTo>
                    <a:pt x="2274" y="288"/>
                    <a:pt x="1849" y="0"/>
                    <a:pt x="14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8"/>
            <p:cNvSpPr/>
            <p:nvPr/>
          </p:nvSpPr>
          <p:spPr>
            <a:xfrm>
              <a:off x="2639975" y="2951975"/>
              <a:ext cx="746250" cy="2014175"/>
            </a:xfrm>
            <a:custGeom>
              <a:avLst/>
              <a:gdLst/>
              <a:ahLst/>
              <a:cxnLst/>
              <a:rect l="l" t="t" r="r" b="b"/>
              <a:pathLst>
                <a:path w="29850" h="80567" extrusionOk="0">
                  <a:moveTo>
                    <a:pt x="28926" y="0"/>
                  </a:moveTo>
                  <a:cubicBezTo>
                    <a:pt x="28494" y="0"/>
                    <a:pt x="28070" y="274"/>
                    <a:pt x="28042" y="822"/>
                  </a:cubicBezTo>
                  <a:lnTo>
                    <a:pt x="28042" y="26892"/>
                  </a:lnTo>
                  <a:cubicBezTo>
                    <a:pt x="28042" y="43652"/>
                    <a:pt x="21415" y="59754"/>
                    <a:pt x="9476" y="71585"/>
                  </a:cubicBezTo>
                  <a:cubicBezTo>
                    <a:pt x="6792" y="74268"/>
                    <a:pt x="3834" y="76733"/>
                    <a:pt x="712" y="78924"/>
                  </a:cubicBezTo>
                  <a:cubicBezTo>
                    <a:pt x="0" y="79417"/>
                    <a:pt x="329" y="80567"/>
                    <a:pt x="1260" y="80567"/>
                  </a:cubicBezTo>
                  <a:cubicBezTo>
                    <a:pt x="1424" y="80567"/>
                    <a:pt x="1589" y="80512"/>
                    <a:pt x="1753" y="80402"/>
                  </a:cubicBezTo>
                  <a:cubicBezTo>
                    <a:pt x="4984" y="78157"/>
                    <a:pt x="7997" y="75638"/>
                    <a:pt x="10790" y="72899"/>
                  </a:cubicBezTo>
                  <a:cubicBezTo>
                    <a:pt x="23004" y="60685"/>
                    <a:pt x="29850" y="44145"/>
                    <a:pt x="29850" y="26892"/>
                  </a:cubicBezTo>
                  <a:lnTo>
                    <a:pt x="29850" y="822"/>
                  </a:lnTo>
                  <a:cubicBezTo>
                    <a:pt x="29795" y="274"/>
                    <a:pt x="29357" y="0"/>
                    <a:pt x="289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8"/>
            <p:cNvSpPr/>
            <p:nvPr/>
          </p:nvSpPr>
          <p:spPr>
            <a:xfrm>
              <a:off x="2479775" y="3406550"/>
              <a:ext cx="722975" cy="1377500"/>
            </a:xfrm>
            <a:custGeom>
              <a:avLst/>
              <a:gdLst/>
              <a:ahLst/>
              <a:cxnLst/>
              <a:rect l="l" t="t" r="r" b="b"/>
              <a:pathLst>
                <a:path w="28919" h="55100" extrusionOk="0">
                  <a:moveTo>
                    <a:pt x="27960" y="1"/>
                  </a:moveTo>
                  <a:cubicBezTo>
                    <a:pt x="27481" y="1"/>
                    <a:pt x="27002" y="329"/>
                    <a:pt x="27057" y="987"/>
                  </a:cubicBezTo>
                  <a:lnTo>
                    <a:pt x="27057" y="2137"/>
                  </a:lnTo>
                  <a:cubicBezTo>
                    <a:pt x="27111" y="18896"/>
                    <a:pt x="20429" y="34999"/>
                    <a:pt x="8490" y="46829"/>
                  </a:cubicBezTo>
                  <a:cubicBezTo>
                    <a:pt x="6080" y="49239"/>
                    <a:pt x="3451" y="51485"/>
                    <a:pt x="712" y="53511"/>
                  </a:cubicBezTo>
                  <a:cubicBezTo>
                    <a:pt x="0" y="54004"/>
                    <a:pt x="329" y="55099"/>
                    <a:pt x="1205" y="55099"/>
                  </a:cubicBezTo>
                  <a:cubicBezTo>
                    <a:pt x="1424" y="55099"/>
                    <a:pt x="1589" y="55045"/>
                    <a:pt x="1753" y="54935"/>
                  </a:cubicBezTo>
                  <a:cubicBezTo>
                    <a:pt x="4601" y="52909"/>
                    <a:pt x="7285" y="50608"/>
                    <a:pt x="9804" y="48089"/>
                  </a:cubicBezTo>
                  <a:cubicBezTo>
                    <a:pt x="22018" y="35930"/>
                    <a:pt x="28864" y="19389"/>
                    <a:pt x="28864" y="2137"/>
                  </a:cubicBezTo>
                  <a:lnTo>
                    <a:pt x="28864" y="987"/>
                  </a:lnTo>
                  <a:cubicBezTo>
                    <a:pt x="28919" y="329"/>
                    <a:pt x="28439" y="1"/>
                    <a:pt x="279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4" name="Google Shape;1164;p42"/>
          <p:cNvSpPr txBox="1">
            <a:spLocks noGrp="1"/>
          </p:cNvSpPr>
          <p:nvPr>
            <p:ph type="ctrTitle" idx="6"/>
          </p:nvPr>
        </p:nvSpPr>
        <p:spPr>
          <a:xfrm>
            <a:off x="618824" y="411675"/>
            <a:ext cx="5841181"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ar-SA" noProof="1"/>
              <a:t>Manfaat Penggunaan Empathy Map</a:t>
            </a:r>
          </a:p>
        </p:txBody>
      </p:sp>
      <p:sp>
        <p:nvSpPr>
          <p:cNvPr id="1167" name="Google Shape;1167;p42"/>
          <p:cNvSpPr txBox="1">
            <a:spLocks noGrp="1"/>
          </p:cNvSpPr>
          <p:nvPr>
            <p:ph type="subTitle" idx="1"/>
          </p:nvPr>
        </p:nvSpPr>
        <p:spPr>
          <a:xfrm>
            <a:off x="733325" y="1643751"/>
            <a:ext cx="22005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ar-SA" noProof="1"/>
              <a:t>Pemahaman lebih baik seputar user</a:t>
            </a:r>
          </a:p>
        </p:txBody>
      </p:sp>
      <p:sp>
        <p:nvSpPr>
          <p:cNvPr id="1168" name="Google Shape;1168;p42"/>
          <p:cNvSpPr txBox="1">
            <a:spLocks noGrp="1"/>
          </p:cNvSpPr>
          <p:nvPr>
            <p:ph type="subTitle" idx="3"/>
          </p:nvPr>
        </p:nvSpPr>
        <p:spPr>
          <a:xfrm>
            <a:off x="3454924" y="2443110"/>
            <a:ext cx="22005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ar-SA" noProof="1"/>
              <a:t>Cepat dan mudah diaplikasikan sesegera mungkin</a:t>
            </a:r>
          </a:p>
        </p:txBody>
      </p:sp>
      <p:sp>
        <p:nvSpPr>
          <p:cNvPr id="1170" name="Google Shape;1170;p42"/>
          <p:cNvSpPr txBox="1">
            <a:spLocks noGrp="1"/>
          </p:cNvSpPr>
          <p:nvPr>
            <p:ph type="subTitle" idx="5"/>
          </p:nvPr>
        </p:nvSpPr>
        <p:spPr>
          <a:xfrm>
            <a:off x="6176524" y="1643751"/>
            <a:ext cx="22707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nn-NO" dirty="0"/>
              <a:t>Mudah disesuaikan berdasarkan informasi dan wawasan yang tersedia</a:t>
            </a:r>
            <a:endParaRPr lang="en-US" dirty="0"/>
          </a:p>
        </p:txBody>
      </p:sp>
      <p:sp>
        <p:nvSpPr>
          <p:cNvPr id="1172" name="Google Shape;1172;p42"/>
          <p:cNvSpPr txBox="1">
            <a:spLocks noGrp="1"/>
          </p:cNvSpPr>
          <p:nvPr>
            <p:ph type="subTitle" idx="8"/>
          </p:nvPr>
        </p:nvSpPr>
        <p:spPr>
          <a:xfrm>
            <a:off x="733325" y="3479251"/>
            <a:ext cx="22005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ar-SA" noProof="1"/>
              <a:t>Informasi yang dapat tersaring dalam satu referensi visual</a:t>
            </a:r>
          </a:p>
        </p:txBody>
      </p:sp>
      <p:sp>
        <p:nvSpPr>
          <p:cNvPr id="1176" name="Google Shape;1176;p42"/>
          <p:cNvSpPr txBox="1">
            <a:spLocks noGrp="1"/>
          </p:cNvSpPr>
          <p:nvPr>
            <p:ph type="subTitle" idx="15"/>
          </p:nvPr>
        </p:nvSpPr>
        <p:spPr>
          <a:xfrm>
            <a:off x="6176524" y="3479251"/>
            <a:ext cx="2270700" cy="8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ar-SA" noProof="1"/>
              <a:t>Dapat digunakan sepanjang proses desain berlangsung dan direvisi ketika data baru sudah tersedia</a:t>
            </a:r>
          </a:p>
        </p:txBody>
      </p:sp>
      <p:sp>
        <p:nvSpPr>
          <p:cNvPr id="1177" name="Google Shape;1177;p42"/>
          <p:cNvSpPr/>
          <p:nvPr/>
        </p:nvSpPr>
        <p:spPr>
          <a:xfrm>
            <a:off x="1625825" y="3005284"/>
            <a:ext cx="415500" cy="415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2"/>
          <p:cNvSpPr/>
          <p:nvPr/>
        </p:nvSpPr>
        <p:spPr>
          <a:xfrm>
            <a:off x="7104124" y="3005284"/>
            <a:ext cx="415500" cy="415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2"/>
          <p:cNvSpPr/>
          <p:nvPr/>
        </p:nvSpPr>
        <p:spPr>
          <a:xfrm>
            <a:off x="1625825" y="1163242"/>
            <a:ext cx="415500" cy="415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2"/>
          <p:cNvSpPr/>
          <p:nvPr/>
        </p:nvSpPr>
        <p:spPr>
          <a:xfrm>
            <a:off x="4347424" y="1962593"/>
            <a:ext cx="415500" cy="415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2"/>
          <p:cNvSpPr/>
          <p:nvPr/>
        </p:nvSpPr>
        <p:spPr>
          <a:xfrm>
            <a:off x="7104124" y="1163242"/>
            <a:ext cx="415500" cy="41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1" name="Google Shape;1191;p42"/>
          <p:cNvGrpSpPr/>
          <p:nvPr/>
        </p:nvGrpSpPr>
        <p:grpSpPr>
          <a:xfrm>
            <a:off x="1697949" y="3039620"/>
            <a:ext cx="271244" cy="346801"/>
            <a:chOff x="4899999" y="2882095"/>
            <a:chExt cx="271244" cy="346801"/>
          </a:xfrm>
        </p:grpSpPr>
        <p:sp>
          <p:nvSpPr>
            <p:cNvPr id="1192" name="Google Shape;1192;p42"/>
            <p:cNvSpPr/>
            <p:nvPr/>
          </p:nvSpPr>
          <p:spPr>
            <a:xfrm>
              <a:off x="4899999" y="2882095"/>
              <a:ext cx="271244" cy="346801"/>
            </a:xfrm>
            <a:custGeom>
              <a:avLst/>
              <a:gdLst/>
              <a:ahLst/>
              <a:cxnLst/>
              <a:rect l="l" t="t" r="r" b="b"/>
              <a:pathLst>
                <a:path w="8562" h="10947" extrusionOk="0">
                  <a:moveTo>
                    <a:pt x="6609" y="1719"/>
                  </a:moveTo>
                  <a:cubicBezTo>
                    <a:pt x="6823" y="1803"/>
                    <a:pt x="6954" y="2041"/>
                    <a:pt x="6906" y="2279"/>
                  </a:cubicBezTo>
                  <a:lnTo>
                    <a:pt x="6716" y="3398"/>
                  </a:lnTo>
                  <a:lnTo>
                    <a:pt x="6502" y="3398"/>
                  </a:lnTo>
                  <a:cubicBezTo>
                    <a:pt x="6406" y="3398"/>
                    <a:pt x="6323" y="3327"/>
                    <a:pt x="6323" y="3220"/>
                  </a:cubicBezTo>
                  <a:lnTo>
                    <a:pt x="6323" y="1969"/>
                  </a:lnTo>
                  <a:cubicBezTo>
                    <a:pt x="6454" y="1910"/>
                    <a:pt x="6537" y="1815"/>
                    <a:pt x="6609" y="1719"/>
                  </a:cubicBezTo>
                  <a:close/>
                  <a:moveTo>
                    <a:pt x="2287" y="1684"/>
                  </a:moveTo>
                  <a:cubicBezTo>
                    <a:pt x="2287" y="1743"/>
                    <a:pt x="2263" y="1803"/>
                    <a:pt x="2263" y="1862"/>
                  </a:cubicBezTo>
                  <a:lnTo>
                    <a:pt x="2263" y="3231"/>
                  </a:lnTo>
                  <a:cubicBezTo>
                    <a:pt x="2263" y="3339"/>
                    <a:pt x="2191" y="3410"/>
                    <a:pt x="2084" y="3410"/>
                  </a:cubicBezTo>
                  <a:lnTo>
                    <a:pt x="1882" y="3410"/>
                  </a:lnTo>
                  <a:lnTo>
                    <a:pt x="1691" y="2291"/>
                  </a:lnTo>
                  <a:cubicBezTo>
                    <a:pt x="1656" y="2136"/>
                    <a:pt x="1703" y="1981"/>
                    <a:pt x="1810" y="1862"/>
                  </a:cubicBezTo>
                  <a:cubicBezTo>
                    <a:pt x="1906" y="1743"/>
                    <a:pt x="2037" y="1684"/>
                    <a:pt x="2203" y="1684"/>
                  </a:cubicBezTo>
                  <a:close/>
                  <a:moveTo>
                    <a:pt x="6454" y="386"/>
                  </a:moveTo>
                  <a:lnTo>
                    <a:pt x="6454" y="386"/>
                  </a:lnTo>
                  <a:cubicBezTo>
                    <a:pt x="6597" y="815"/>
                    <a:pt x="6573" y="1207"/>
                    <a:pt x="6394" y="1469"/>
                  </a:cubicBezTo>
                  <a:cubicBezTo>
                    <a:pt x="6228" y="1707"/>
                    <a:pt x="5954" y="1862"/>
                    <a:pt x="5680" y="1862"/>
                  </a:cubicBezTo>
                  <a:lnTo>
                    <a:pt x="3120" y="1862"/>
                  </a:lnTo>
                  <a:cubicBezTo>
                    <a:pt x="3025" y="1862"/>
                    <a:pt x="2953" y="1934"/>
                    <a:pt x="2953" y="2029"/>
                  </a:cubicBezTo>
                  <a:cubicBezTo>
                    <a:pt x="2953" y="2112"/>
                    <a:pt x="3025" y="2184"/>
                    <a:pt x="3120" y="2184"/>
                  </a:cubicBezTo>
                  <a:lnTo>
                    <a:pt x="5680" y="2184"/>
                  </a:lnTo>
                  <a:cubicBezTo>
                    <a:pt x="5799" y="2184"/>
                    <a:pt x="5918" y="2172"/>
                    <a:pt x="6037" y="2136"/>
                  </a:cubicBezTo>
                  <a:lnTo>
                    <a:pt x="6037" y="3220"/>
                  </a:lnTo>
                  <a:cubicBezTo>
                    <a:pt x="6037" y="3493"/>
                    <a:pt x="6252" y="3720"/>
                    <a:pt x="6537" y="3720"/>
                  </a:cubicBezTo>
                  <a:lnTo>
                    <a:pt x="6787" y="3720"/>
                  </a:lnTo>
                  <a:cubicBezTo>
                    <a:pt x="6871" y="3720"/>
                    <a:pt x="6942" y="3755"/>
                    <a:pt x="6990" y="3815"/>
                  </a:cubicBezTo>
                  <a:cubicBezTo>
                    <a:pt x="7025" y="3874"/>
                    <a:pt x="7061" y="3946"/>
                    <a:pt x="7061" y="4017"/>
                  </a:cubicBezTo>
                  <a:cubicBezTo>
                    <a:pt x="7049" y="4148"/>
                    <a:pt x="6930" y="4255"/>
                    <a:pt x="6763" y="4255"/>
                  </a:cubicBezTo>
                  <a:lnTo>
                    <a:pt x="6692" y="4255"/>
                  </a:lnTo>
                  <a:lnTo>
                    <a:pt x="6692" y="4244"/>
                  </a:lnTo>
                  <a:cubicBezTo>
                    <a:pt x="6692" y="4148"/>
                    <a:pt x="6609" y="4077"/>
                    <a:pt x="6525" y="4077"/>
                  </a:cubicBezTo>
                  <a:cubicBezTo>
                    <a:pt x="6430" y="4077"/>
                    <a:pt x="6359" y="4148"/>
                    <a:pt x="6359" y="4244"/>
                  </a:cubicBezTo>
                  <a:cubicBezTo>
                    <a:pt x="6359" y="5375"/>
                    <a:pt x="5442" y="6315"/>
                    <a:pt x="4287" y="6315"/>
                  </a:cubicBezTo>
                  <a:cubicBezTo>
                    <a:pt x="3180" y="6315"/>
                    <a:pt x="2239" y="5387"/>
                    <a:pt x="2239" y="4244"/>
                  </a:cubicBezTo>
                  <a:cubicBezTo>
                    <a:pt x="2239" y="4160"/>
                    <a:pt x="2168" y="4077"/>
                    <a:pt x="2072" y="4077"/>
                  </a:cubicBezTo>
                  <a:cubicBezTo>
                    <a:pt x="1989" y="4077"/>
                    <a:pt x="1906" y="4160"/>
                    <a:pt x="1906" y="4244"/>
                  </a:cubicBezTo>
                  <a:lnTo>
                    <a:pt x="1906" y="4255"/>
                  </a:lnTo>
                  <a:lnTo>
                    <a:pt x="1822" y="4255"/>
                  </a:lnTo>
                  <a:cubicBezTo>
                    <a:pt x="1751" y="4255"/>
                    <a:pt x="1668" y="4232"/>
                    <a:pt x="1632" y="4172"/>
                  </a:cubicBezTo>
                  <a:cubicBezTo>
                    <a:pt x="1584" y="4113"/>
                    <a:pt x="1549" y="4041"/>
                    <a:pt x="1549" y="3958"/>
                  </a:cubicBezTo>
                  <a:cubicBezTo>
                    <a:pt x="1572" y="3827"/>
                    <a:pt x="1691" y="3720"/>
                    <a:pt x="1846" y="3720"/>
                  </a:cubicBezTo>
                  <a:lnTo>
                    <a:pt x="2084" y="3720"/>
                  </a:lnTo>
                  <a:cubicBezTo>
                    <a:pt x="2370" y="3720"/>
                    <a:pt x="2596" y="3505"/>
                    <a:pt x="2596" y="3220"/>
                  </a:cubicBezTo>
                  <a:lnTo>
                    <a:pt x="2596" y="1850"/>
                  </a:lnTo>
                  <a:cubicBezTo>
                    <a:pt x="2596" y="1184"/>
                    <a:pt x="3132" y="648"/>
                    <a:pt x="3799" y="648"/>
                  </a:cubicBezTo>
                  <a:lnTo>
                    <a:pt x="5335" y="648"/>
                  </a:lnTo>
                  <a:cubicBezTo>
                    <a:pt x="5894" y="648"/>
                    <a:pt x="6252" y="493"/>
                    <a:pt x="6454" y="386"/>
                  </a:cubicBezTo>
                  <a:close/>
                  <a:moveTo>
                    <a:pt x="5347" y="6387"/>
                  </a:moveTo>
                  <a:lnTo>
                    <a:pt x="5347" y="6911"/>
                  </a:lnTo>
                  <a:lnTo>
                    <a:pt x="4299" y="7494"/>
                  </a:lnTo>
                  <a:lnTo>
                    <a:pt x="3263" y="6911"/>
                  </a:lnTo>
                  <a:lnTo>
                    <a:pt x="3263" y="6387"/>
                  </a:lnTo>
                  <a:cubicBezTo>
                    <a:pt x="3573" y="6541"/>
                    <a:pt x="3930" y="6625"/>
                    <a:pt x="4299" y="6625"/>
                  </a:cubicBezTo>
                  <a:cubicBezTo>
                    <a:pt x="4680" y="6625"/>
                    <a:pt x="5037" y="6541"/>
                    <a:pt x="5347" y="6387"/>
                  </a:cubicBezTo>
                  <a:close/>
                  <a:moveTo>
                    <a:pt x="2846" y="7041"/>
                  </a:moveTo>
                  <a:lnTo>
                    <a:pt x="4073" y="7708"/>
                  </a:lnTo>
                  <a:lnTo>
                    <a:pt x="3704" y="8149"/>
                  </a:lnTo>
                  <a:cubicBezTo>
                    <a:pt x="3680" y="8184"/>
                    <a:pt x="3632" y="8208"/>
                    <a:pt x="3596" y="8220"/>
                  </a:cubicBezTo>
                  <a:cubicBezTo>
                    <a:pt x="3549" y="8220"/>
                    <a:pt x="3489" y="8208"/>
                    <a:pt x="3454" y="8173"/>
                  </a:cubicBezTo>
                  <a:lnTo>
                    <a:pt x="2620" y="7458"/>
                  </a:lnTo>
                  <a:lnTo>
                    <a:pt x="2834" y="7041"/>
                  </a:lnTo>
                  <a:close/>
                  <a:moveTo>
                    <a:pt x="5787" y="7041"/>
                  </a:moveTo>
                  <a:lnTo>
                    <a:pt x="6001" y="7458"/>
                  </a:lnTo>
                  <a:lnTo>
                    <a:pt x="5156" y="8173"/>
                  </a:lnTo>
                  <a:cubicBezTo>
                    <a:pt x="5109" y="8208"/>
                    <a:pt x="5061" y="8220"/>
                    <a:pt x="5013" y="8220"/>
                  </a:cubicBezTo>
                  <a:cubicBezTo>
                    <a:pt x="4978" y="8220"/>
                    <a:pt x="4930" y="8184"/>
                    <a:pt x="4894" y="8149"/>
                  </a:cubicBezTo>
                  <a:lnTo>
                    <a:pt x="4561" y="7708"/>
                  </a:lnTo>
                  <a:lnTo>
                    <a:pt x="5775" y="7041"/>
                  </a:lnTo>
                  <a:close/>
                  <a:moveTo>
                    <a:pt x="6497" y="1"/>
                  </a:moveTo>
                  <a:cubicBezTo>
                    <a:pt x="6455" y="1"/>
                    <a:pt x="6419" y="16"/>
                    <a:pt x="6382" y="53"/>
                  </a:cubicBezTo>
                  <a:cubicBezTo>
                    <a:pt x="6382" y="53"/>
                    <a:pt x="6073" y="350"/>
                    <a:pt x="5299" y="350"/>
                  </a:cubicBezTo>
                  <a:lnTo>
                    <a:pt x="3763" y="350"/>
                  </a:lnTo>
                  <a:cubicBezTo>
                    <a:pt x="3096" y="350"/>
                    <a:pt x="2537" y="779"/>
                    <a:pt x="2322" y="1374"/>
                  </a:cubicBezTo>
                  <a:lnTo>
                    <a:pt x="2180" y="1374"/>
                  </a:lnTo>
                  <a:cubicBezTo>
                    <a:pt x="1918" y="1374"/>
                    <a:pt x="1703" y="1481"/>
                    <a:pt x="1537" y="1672"/>
                  </a:cubicBezTo>
                  <a:cubicBezTo>
                    <a:pt x="1370" y="1862"/>
                    <a:pt x="1310" y="2112"/>
                    <a:pt x="1346" y="2350"/>
                  </a:cubicBezTo>
                  <a:lnTo>
                    <a:pt x="1537" y="3505"/>
                  </a:lnTo>
                  <a:cubicBezTo>
                    <a:pt x="1358" y="3589"/>
                    <a:pt x="1239" y="3755"/>
                    <a:pt x="1203" y="3958"/>
                  </a:cubicBezTo>
                  <a:cubicBezTo>
                    <a:pt x="1191" y="4124"/>
                    <a:pt x="1251" y="4291"/>
                    <a:pt x="1358" y="4422"/>
                  </a:cubicBezTo>
                  <a:cubicBezTo>
                    <a:pt x="1465" y="4541"/>
                    <a:pt x="1620" y="4613"/>
                    <a:pt x="1787" y="4613"/>
                  </a:cubicBezTo>
                  <a:lnTo>
                    <a:pt x="1906" y="4613"/>
                  </a:lnTo>
                  <a:cubicBezTo>
                    <a:pt x="2001" y="5291"/>
                    <a:pt x="2382" y="5863"/>
                    <a:pt x="2906" y="6244"/>
                  </a:cubicBezTo>
                  <a:lnTo>
                    <a:pt x="2906" y="6780"/>
                  </a:lnTo>
                  <a:cubicBezTo>
                    <a:pt x="2876" y="6762"/>
                    <a:pt x="2843" y="6753"/>
                    <a:pt x="2808" y="6753"/>
                  </a:cubicBezTo>
                  <a:cubicBezTo>
                    <a:pt x="2772" y="6753"/>
                    <a:pt x="2733" y="6762"/>
                    <a:pt x="2692" y="6780"/>
                  </a:cubicBezTo>
                  <a:cubicBezTo>
                    <a:pt x="2608" y="6803"/>
                    <a:pt x="2537" y="6863"/>
                    <a:pt x="2501" y="6934"/>
                  </a:cubicBezTo>
                  <a:lnTo>
                    <a:pt x="2251" y="7434"/>
                  </a:lnTo>
                  <a:lnTo>
                    <a:pt x="846" y="7851"/>
                  </a:lnTo>
                  <a:cubicBezTo>
                    <a:pt x="346" y="7994"/>
                    <a:pt x="1" y="8458"/>
                    <a:pt x="1" y="8982"/>
                  </a:cubicBezTo>
                  <a:lnTo>
                    <a:pt x="1" y="10780"/>
                  </a:lnTo>
                  <a:cubicBezTo>
                    <a:pt x="1" y="10863"/>
                    <a:pt x="72" y="10947"/>
                    <a:pt x="167" y="10947"/>
                  </a:cubicBezTo>
                  <a:cubicBezTo>
                    <a:pt x="251" y="10947"/>
                    <a:pt x="334" y="10863"/>
                    <a:pt x="334" y="10780"/>
                  </a:cubicBezTo>
                  <a:lnTo>
                    <a:pt x="334" y="8982"/>
                  </a:lnTo>
                  <a:cubicBezTo>
                    <a:pt x="334" y="8589"/>
                    <a:pt x="584" y="8244"/>
                    <a:pt x="953" y="8149"/>
                  </a:cubicBezTo>
                  <a:lnTo>
                    <a:pt x="1549" y="7958"/>
                  </a:lnTo>
                  <a:lnTo>
                    <a:pt x="1549" y="10756"/>
                  </a:lnTo>
                  <a:cubicBezTo>
                    <a:pt x="1549" y="10851"/>
                    <a:pt x="1620" y="10923"/>
                    <a:pt x="1715" y="10923"/>
                  </a:cubicBezTo>
                  <a:cubicBezTo>
                    <a:pt x="1799" y="10923"/>
                    <a:pt x="1882" y="10851"/>
                    <a:pt x="1882" y="10756"/>
                  </a:cubicBezTo>
                  <a:lnTo>
                    <a:pt x="1882" y="7863"/>
                  </a:lnTo>
                  <a:lnTo>
                    <a:pt x="2239" y="7756"/>
                  </a:lnTo>
                  <a:lnTo>
                    <a:pt x="2239" y="10756"/>
                  </a:lnTo>
                  <a:cubicBezTo>
                    <a:pt x="2239" y="10851"/>
                    <a:pt x="2311" y="10923"/>
                    <a:pt x="2394" y="10923"/>
                  </a:cubicBezTo>
                  <a:cubicBezTo>
                    <a:pt x="2489" y="10923"/>
                    <a:pt x="2561" y="10851"/>
                    <a:pt x="2561" y="10756"/>
                  </a:cubicBezTo>
                  <a:lnTo>
                    <a:pt x="2561" y="7863"/>
                  </a:lnTo>
                  <a:lnTo>
                    <a:pt x="3227" y="8423"/>
                  </a:lnTo>
                  <a:cubicBezTo>
                    <a:pt x="3323" y="8494"/>
                    <a:pt x="3442" y="8542"/>
                    <a:pt x="3561" y="8542"/>
                  </a:cubicBezTo>
                  <a:lnTo>
                    <a:pt x="3608" y="8542"/>
                  </a:lnTo>
                  <a:cubicBezTo>
                    <a:pt x="3739" y="8530"/>
                    <a:pt x="3858" y="8470"/>
                    <a:pt x="3942" y="8351"/>
                  </a:cubicBezTo>
                  <a:lnTo>
                    <a:pt x="4287" y="7934"/>
                  </a:lnTo>
                  <a:lnTo>
                    <a:pt x="4632" y="8351"/>
                  </a:lnTo>
                  <a:cubicBezTo>
                    <a:pt x="4716" y="8458"/>
                    <a:pt x="4835" y="8530"/>
                    <a:pt x="4978" y="8542"/>
                  </a:cubicBezTo>
                  <a:lnTo>
                    <a:pt x="5013" y="8542"/>
                  </a:lnTo>
                  <a:cubicBezTo>
                    <a:pt x="5132" y="8542"/>
                    <a:pt x="5251" y="8494"/>
                    <a:pt x="5347" y="8423"/>
                  </a:cubicBezTo>
                  <a:lnTo>
                    <a:pt x="6180" y="7708"/>
                  </a:lnTo>
                  <a:lnTo>
                    <a:pt x="6680" y="7863"/>
                  </a:lnTo>
                  <a:lnTo>
                    <a:pt x="6680" y="10756"/>
                  </a:lnTo>
                  <a:cubicBezTo>
                    <a:pt x="6680" y="10851"/>
                    <a:pt x="6763" y="10923"/>
                    <a:pt x="6847" y="10923"/>
                  </a:cubicBezTo>
                  <a:cubicBezTo>
                    <a:pt x="6942" y="10923"/>
                    <a:pt x="7014" y="10851"/>
                    <a:pt x="7014" y="10756"/>
                  </a:cubicBezTo>
                  <a:lnTo>
                    <a:pt x="7014" y="7958"/>
                  </a:lnTo>
                  <a:lnTo>
                    <a:pt x="7609" y="8149"/>
                  </a:lnTo>
                  <a:cubicBezTo>
                    <a:pt x="7978" y="8244"/>
                    <a:pt x="8228" y="8589"/>
                    <a:pt x="8228" y="8982"/>
                  </a:cubicBezTo>
                  <a:lnTo>
                    <a:pt x="8228" y="10780"/>
                  </a:lnTo>
                  <a:cubicBezTo>
                    <a:pt x="8228" y="10863"/>
                    <a:pt x="8311" y="10947"/>
                    <a:pt x="8395" y="10947"/>
                  </a:cubicBezTo>
                  <a:cubicBezTo>
                    <a:pt x="8490" y="10947"/>
                    <a:pt x="8561" y="10863"/>
                    <a:pt x="8561" y="10780"/>
                  </a:cubicBezTo>
                  <a:lnTo>
                    <a:pt x="8561" y="8982"/>
                  </a:lnTo>
                  <a:cubicBezTo>
                    <a:pt x="8561" y="8423"/>
                    <a:pt x="8216" y="7970"/>
                    <a:pt x="7716" y="7815"/>
                  </a:cubicBezTo>
                  <a:lnTo>
                    <a:pt x="6311" y="7399"/>
                  </a:lnTo>
                  <a:lnTo>
                    <a:pt x="6061" y="6911"/>
                  </a:lnTo>
                  <a:cubicBezTo>
                    <a:pt x="6013" y="6839"/>
                    <a:pt x="5942" y="6756"/>
                    <a:pt x="5871" y="6744"/>
                  </a:cubicBezTo>
                  <a:cubicBezTo>
                    <a:pt x="5829" y="6738"/>
                    <a:pt x="5793" y="6735"/>
                    <a:pt x="5759" y="6735"/>
                  </a:cubicBezTo>
                  <a:cubicBezTo>
                    <a:pt x="5725" y="6735"/>
                    <a:pt x="5692" y="6738"/>
                    <a:pt x="5656" y="6744"/>
                  </a:cubicBezTo>
                  <a:lnTo>
                    <a:pt x="5656" y="6208"/>
                  </a:lnTo>
                  <a:cubicBezTo>
                    <a:pt x="6192" y="5839"/>
                    <a:pt x="6561" y="5256"/>
                    <a:pt x="6656" y="4589"/>
                  </a:cubicBezTo>
                  <a:lnTo>
                    <a:pt x="6740" y="4589"/>
                  </a:lnTo>
                  <a:cubicBezTo>
                    <a:pt x="7061" y="4589"/>
                    <a:pt x="7323" y="4351"/>
                    <a:pt x="7359" y="4065"/>
                  </a:cubicBezTo>
                  <a:cubicBezTo>
                    <a:pt x="7371" y="3898"/>
                    <a:pt x="7311" y="3743"/>
                    <a:pt x="7204" y="3601"/>
                  </a:cubicBezTo>
                  <a:cubicBezTo>
                    <a:pt x="7156" y="3541"/>
                    <a:pt x="7097" y="3505"/>
                    <a:pt x="7025" y="3470"/>
                  </a:cubicBezTo>
                  <a:lnTo>
                    <a:pt x="7216" y="2339"/>
                  </a:lnTo>
                  <a:cubicBezTo>
                    <a:pt x="7275" y="1969"/>
                    <a:pt x="7085" y="1600"/>
                    <a:pt x="6763" y="1446"/>
                  </a:cubicBezTo>
                  <a:cubicBezTo>
                    <a:pt x="6906" y="1065"/>
                    <a:pt x="6883" y="600"/>
                    <a:pt x="6656" y="88"/>
                  </a:cubicBezTo>
                  <a:cubicBezTo>
                    <a:pt x="6644" y="53"/>
                    <a:pt x="6597" y="5"/>
                    <a:pt x="6537" y="5"/>
                  </a:cubicBezTo>
                  <a:cubicBezTo>
                    <a:pt x="6523" y="2"/>
                    <a:pt x="6510" y="1"/>
                    <a:pt x="64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2"/>
            <p:cNvSpPr/>
            <p:nvPr/>
          </p:nvSpPr>
          <p:spPr>
            <a:xfrm>
              <a:off x="5090491" y="3141364"/>
              <a:ext cx="10581" cy="86391"/>
            </a:xfrm>
            <a:custGeom>
              <a:avLst/>
              <a:gdLst/>
              <a:ahLst/>
              <a:cxnLst/>
              <a:rect l="l" t="t" r="r" b="b"/>
              <a:pathLst>
                <a:path w="334" h="2727" extrusionOk="0">
                  <a:moveTo>
                    <a:pt x="167" y="0"/>
                  </a:moveTo>
                  <a:cubicBezTo>
                    <a:pt x="84" y="0"/>
                    <a:pt x="0" y="84"/>
                    <a:pt x="0" y="167"/>
                  </a:cubicBezTo>
                  <a:lnTo>
                    <a:pt x="0" y="2560"/>
                  </a:lnTo>
                  <a:cubicBezTo>
                    <a:pt x="0" y="2656"/>
                    <a:pt x="84" y="2727"/>
                    <a:pt x="167" y="2727"/>
                  </a:cubicBezTo>
                  <a:cubicBezTo>
                    <a:pt x="262" y="2727"/>
                    <a:pt x="334" y="2656"/>
                    <a:pt x="334" y="2560"/>
                  </a:cubicBezTo>
                  <a:lnTo>
                    <a:pt x="334" y="167"/>
                  </a:lnTo>
                  <a:cubicBezTo>
                    <a:pt x="334" y="84"/>
                    <a:pt x="262"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2"/>
            <p:cNvSpPr/>
            <p:nvPr/>
          </p:nvSpPr>
          <p:spPr>
            <a:xfrm>
              <a:off x="5031281" y="3152294"/>
              <a:ext cx="10201" cy="10613"/>
            </a:xfrm>
            <a:custGeom>
              <a:avLst/>
              <a:gdLst/>
              <a:ahLst/>
              <a:cxnLst/>
              <a:rect l="l" t="t" r="r" b="b"/>
              <a:pathLst>
                <a:path w="322" h="335" extrusionOk="0">
                  <a:moveTo>
                    <a:pt x="155" y="1"/>
                  </a:moveTo>
                  <a:cubicBezTo>
                    <a:pt x="72" y="1"/>
                    <a:pt x="0" y="72"/>
                    <a:pt x="0" y="167"/>
                  </a:cubicBezTo>
                  <a:cubicBezTo>
                    <a:pt x="0" y="251"/>
                    <a:pt x="72" y="334"/>
                    <a:pt x="155" y="334"/>
                  </a:cubicBezTo>
                  <a:cubicBezTo>
                    <a:pt x="250" y="334"/>
                    <a:pt x="322" y="251"/>
                    <a:pt x="322" y="167"/>
                  </a:cubicBezTo>
                  <a:cubicBezTo>
                    <a:pt x="322" y="72"/>
                    <a:pt x="250" y="1"/>
                    <a:pt x="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2"/>
            <p:cNvSpPr/>
            <p:nvPr/>
          </p:nvSpPr>
          <p:spPr>
            <a:xfrm>
              <a:off x="5031281" y="3217555"/>
              <a:ext cx="10201" cy="10201"/>
            </a:xfrm>
            <a:custGeom>
              <a:avLst/>
              <a:gdLst/>
              <a:ahLst/>
              <a:cxnLst/>
              <a:rect l="l" t="t" r="r" b="b"/>
              <a:pathLst>
                <a:path w="322" h="322" extrusionOk="0">
                  <a:moveTo>
                    <a:pt x="155" y="1"/>
                  </a:moveTo>
                  <a:cubicBezTo>
                    <a:pt x="72" y="1"/>
                    <a:pt x="0" y="72"/>
                    <a:pt x="0" y="155"/>
                  </a:cubicBezTo>
                  <a:cubicBezTo>
                    <a:pt x="0" y="251"/>
                    <a:pt x="72" y="322"/>
                    <a:pt x="155" y="322"/>
                  </a:cubicBezTo>
                  <a:cubicBezTo>
                    <a:pt x="250" y="322"/>
                    <a:pt x="322" y="251"/>
                    <a:pt x="322" y="155"/>
                  </a:cubicBezTo>
                  <a:cubicBezTo>
                    <a:pt x="322" y="72"/>
                    <a:pt x="250" y="1"/>
                    <a:pt x="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2"/>
            <p:cNvSpPr/>
            <p:nvPr/>
          </p:nvSpPr>
          <p:spPr>
            <a:xfrm>
              <a:off x="5031281" y="3184734"/>
              <a:ext cx="10201" cy="10613"/>
            </a:xfrm>
            <a:custGeom>
              <a:avLst/>
              <a:gdLst/>
              <a:ahLst/>
              <a:cxnLst/>
              <a:rect l="l" t="t" r="r" b="b"/>
              <a:pathLst>
                <a:path w="322" h="335" extrusionOk="0">
                  <a:moveTo>
                    <a:pt x="155" y="1"/>
                  </a:moveTo>
                  <a:cubicBezTo>
                    <a:pt x="72" y="1"/>
                    <a:pt x="0" y="84"/>
                    <a:pt x="0" y="167"/>
                  </a:cubicBezTo>
                  <a:cubicBezTo>
                    <a:pt x="0" y="263"/>
                    <a:pt x="72" y="334"/>
                    <a:pt x="155" y="334"/>
                  </a:cubicBezTo>
                  <a:cubicBezTo>
                    <a:pt x="250" y="334"/>
                    <a:pt x="322" y="263"/>
                    <a:pt x="322" y="167"/>
                  </a:cubicBezTo>
                  <a:cubicBezTo>
                    <a:pt x="322" y="84"/>
                    <a:pt x="250" y="1"/>
                    <a:pt x="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2"/>
            <p:cNvSpPr/>
            <p:nvPr/>
          </p:nvSpPr>
          <p:spPr>
            <a:xfrm>
              <a:off x="4998841" y="2995763"/>
              <a:ext cx="10201" cy="15492"/>
            </a:xfrm>
            <a:custGeom>
              <a:avLst/>
              <a:gdLst/>
              <a:ahLst/>
              <a:cxnLst/>
              <a:rect l="l" t="t" r="r" b="b"/>
              <a:pathLst>
                <a:path w="322" h="489" extrusionOk="0">
                  <a:moveTo>
                    <a:pt x="155" y="1"/>
                  </a:moveTo>
                  <a:cubicBezTo>
                    <a:pt x="72" y="1"/>
                    <a:pt x="0" y="72"/>
                    <a:pt x="0" y="167"/>
                  </a:cubicBezTo>
                  <a:lnTo>
                    <a:pt x="0" y="334"/>
                  </a:lnTo>
                  <a:cubicBezTo>
                    <a:pt x="0" y="417"/>
                    <a:pt x="72" y="489"/>
                    <a:pt x="155" y="489"/>
                  </a:cubicBezTo>
                  <a:cubicBezTo>
                    <a:pt x="250" y="489"/>
                    <a:pt x="322" y="417"/>
                    <a:pt x="322" y="334"/>
                  </a:cubicBezTo>
                  <a:lnTo>
                    <a:pt x="322" y="167"/>
                  </a:lnTo>
                  <a:cubicBezTo>
                    <a:pt x="322" y="72"/>
                    <a:pt x="250" y="1"/>
                    <a:pt x="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2"/>
            <p:cNvSpPr/>
            <p:nvPr/>
          </p:nvSpPr>
          <p:spPr>
            <a:xfrm>
              <a:off x="5063721" y="2995763"/>
              <a:ext cx="10201" cy="15492"/>
            </a:xfrm>
            <a:custGeom>
              <a:avLst/>
              <a:gdLst/>
              <a:ahLst/>
              <a:cxnLst/>
              <a:rect l="l" t="t" r="r" b="b"/>
              <a:pathLst>
                <a:path w="322" h="489" extrusionOk="0">
                  <a:moveTo>
                    <a:pt x="167" y="1"/>
                  </a:moveTo>
                  <a:cubicBezTo>
                    <a:pt x="71" y="1"/>
                    <a:pt x="0" y="72"/>
                    <a:pt x="0" y="167"/>
                  </a:cubicBezTo>
                  <a:lnTo>
                    <a:pt x="0" y="334"/>
                  </a:lnTo>
                  <a:cubicBezTo>
                    <a:pt x="0" y="417"/>
                    <a:pt x="71" y="489"/>
                    <a:pt x="167" y="489"/>
                  </a:cubicBezTo>
                  <a:cubicBezTo>
                    <a:pt x="250" y="489"/>
                    <a:pt x="322" y="417"/>
                    <a:pt x="322" y="334"/>
                  </a:cubicBezTo>
                  <a:lnTo>
                    <a:pt x="322" y="167"/>
                  </a:lnTo>
                  <a:cubicBezTo>
                    <a:pt x="322" y="72"/>
                    <a:pt x="250"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2"/>
            <p:cNvSpPr/>
            <p:nvPr/>
          </p:nvSpPr>
          <p:spPr>
            <a:xfrm>
              <a:off x="4993550" y="2979163"/>
              <a:ext cx="21162" cy="10613"/>
            </a:xfrm>
            <a:custGeom>
              <a:avLst/>
              <a:gdLst/>
              <a:ahLst/>
              <a:cxnLst/>
              <a:rect l="l" t="t" r="r" b="b"/>
              <a:pathLst>
                <a:path w="668" h="335" extrusionOk="0">
                  <a:moveTo>
                    <a:pt x="167" y="1"/>
                  </a:moveTo>
                  <a:cubicBezTo>
                    <a:pt x="72" y="1"/>
                    <a:pt x="0" y="84"/>
                    <a:pt x="0" y="167"/>
                  </a:cubicBezTo>
                  <a:cubicBezTo>
                    <a:pt x="0" y="263"/>
                    <a:pt x="72" y="334"/>
                    <a:pt x="167" y="334"/>
                  </a:cubicBezTo>
                  <a:lnTo>
                    <a:pt x="501" y="334"/>
                  </a:lnTo>
                  <a:cubicBezTo>
                    <a:pt x="596" y="334"/>
                    <a:pt x="667" y="263"/>
                    <a:pt x="667" y="167"/>
                  </a:cubicBezTo>
                  <a:cubicBezTo>
                    <a:pt x="655" y="84"/>
                    <a:pt x="584" y="1"/>
                    <a:pt x="5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2"/>
            <p:cNvSpPr/>
            <p:nvPr/>
          </p:nvSpPr>
          <p:spPr>
            <a:xfrm>
              <a:off x="5058051" y="2979163"/>
              <a:ext cx="21162" cy="10613"/>
            </a:xfrm>
            <a:custGeom>
              <a:avLst/>
              <a:gdLst/>
              <a:ahLst/>
              <a:cxnLst/>
              <a:rect l="l" t="t" r="r" b="b"/>
              <a:pathLst>
                <a:path w="668" h="335" extrusionOk="0">
                  <a:moveTo>
                    <a:pt x="167" y="1"/>
                  </a:moveTo>
                  <a:cubicBezTo>
                    <a:pt x="72" y="1"/>
                    <a:pt x="0" y="84"/>
                    <a:pt x="0" y="167"/>
                  </a:cubicBezTo>
                  <a:cubicBezTo>
                    <a:pt x="0" y="263"/>
                    <a:pt x="72" y="334"/>
                    <a:pt x="167" y="334"/>
                  </a:cubicBezTo>
                  <a:lnTo>
                    <a:pt x="501" y="334"/>
                  </a:lnTo>
                  <a:cubicBezTo>
                    <a:pt x="596" y="334"/>
                    <a:pt x="667" y="263"/>
                    <a:pt x="667" y="167"/>
                  </a:cubicBezTo>
                  <a:cubicBezTo>
                    <a:pt x="667" y="84"/>
                    <a:pt x="596" y="1"/>
                    <a:pt x="5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2"/>
            <p:cNvSpPr/>
            <p:nvPr/>
          </p:nvSpPr>
          <p:spPr>
            <a:xfrm>
              <a:off x="5007141" y="3025574"/>
              <a:ext cx="58481" cy="32092"/>
            </a:xfrm>
            <a:custGeom>
              <a:avLst/>
              <a:gdLst/>
              <a:ahLst/>
              <a:cxnLst/>
              <a:rect l="l" t="t" r="r" b="b"/>
              <a:pathLst>
                <a:path w="1846" h="1013" extrusionOk="0">
                  <a:moveTo>
                    <a:pt x="1500" y="322"/>
                  </a:moveTo>
                  <a:cubicBezTo>
                    <a:pt x="1429" y="536"/>
                    <a:pt x="1191" y="679"/>
                    <a:pt x="917" y="679"/>
                  </a:cubicBezTo>
                  <a:cubicBezTo>
                    <a:pt x="655" y="679"/>
                    <a:pt x="417" y="536"/>
                    <a:pt x="345" y="322"/>
                  </a:cubicBezTo>
                  <a:close/>
                  <a:moveTo>
                    <a:pt x="167" y="0"/>
                  </a:moveTo>
                  <a:cubicBezTo>
                    <a:pt x="72" y="0"/>
                    <a:pt x="0" y="72"/>
                    <a:pt x="0" y="167"/>
                  </a:cubicBezTo>
                  <a:cubicBezTo>
                    <a:pt x="0" y="619"/>
                    <a:pt x="417" y="1012"/>
                    <a:pt x="929" y="1012"/>
                  </a:cubicBezTo>
                  <a:cubicBezTo>
                    <a:pt x="1429" y="1012"/>
                    <a:pt x="1846" y="643"/>
                    <a:pt x="1846" y="167"/>
                  </a:cubicBezTo>
                  <a:cubicBezTo>
                    <a:pt x="1846" y="72"/>
                    <a:pt x="1786" y="0"/>
                    <a:pt x="17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2" name="Google Shape;1202;p42"/>
          <p:cNvGrpSpPr/>
          <p:nvPr/>
        </p:nvGrpSpPr>
        <p:grpSpPr>
          <a:xfrm>
            <a:off x="1707236" y="1198029"/>
            <a:ext cx="260283" cy="345914"/>
            <a:chOff x="8055961" y="2881842"/>
            <a:chExt cx="260283" cy="345914"/>
          </a:xfrm>
        </p:grpSpPr>
        <p:sp>
          <p:nvSpPr>
            <p:cNvPr id="1203" name="Google Shape;1203;p42"/>
            <p:cNvSpPr/>
            <p:nvPr/>
          </p:nvSpPr>
          <p:spPr>
            <a:xfrm>
              <a:off x="8055961" y="2881842"/>
              <a:ext cx="260283" cy="345914"/>
            </a:xfrm>
            <a:custGeom>
              <a:avLst/>
              <a:gdLst/>
              <a:ahLst/>
              <a:cxnLst/>
              <a:rect l="l" t="t" r="r" b="b"/>
              <a:pathLst>
                <a:path w="8216" h="10919" extrusionOk="0">
                  <a:moveTo>
                    <a:pt x="4918" y="2358"/>
                  </a:moveTo>
                  <a:cubicBezTo>
                    <a:pt x="5120" y="2656"/>
                    <a:pt x="5334" y="2882"/>
                    <a:pt x="5561" y="3073"/>
                  </a:cubicBezTo>
                  <a:lnTo>
                    <a:pt x="4477" y="3073"/>
                  </a:lnTo>
                  <a:cubicBezTo>
                    <a:pt x="4429" y="3073"/>
                    <a:pt x="4382" y="3085"/>
                    <a:pt x="4358" y="3132"/>
                  </a:cubicBezTo>
                  <a:cubicBezTo>
                    <a:pt x="4310" y="3168"/>
                    <a:pt x="4298" y="3216"/>
                    <a:pt x="4298" y="3251"/>
                  </a:cubicBezTo>
                  <a:lnTo>
                    <a:pt x="4322" y="3442"/>
                  </a:lnTo>
                  <a:cubicBezTo>
                    <a:pt x="4263" y="3418"/>
                    <a:pt x="4191" y="3418"/>
                    <a:pt x="4120" y="3418"/>
                  </a:cubicBezTo>
                  <a:cubicBezTo>
                    <a:pt x="4048" y="3418"/>
                    <a:pt x="3965" y="3430"/>
                    <a:pt x="3906" y="3442"/>
                  </a:cubicBezTo>
                  <a:lnTo>
                    <a:pt x="3941" y="3251"/>
                  </a:lnTo>
                  <a:lnTo>
                    <a:pt x="3941" y="3228"/>
                  </a:lnTo>
                  <a:cubicBezTo>
                    <a:pt x="4263" y="2966"/>
                    <a:pt x="4596" y="2692"/>
                    <a:pt x="4918" y="2358"/>
                  </a:cubicBezTo>
                  <a:close/>
                  <a:moveTo>
                    <a:pt x="3572" y="3478"/>
                  </a:moveTo>
                  <a:lnTo>
                    <a:pt x="3525" y="3823"/>
                  </a:lnTo>
                  <a:cubicBezTo>
                    <a:pt x="3525" y="3823"/>
                    <a:pt x="3513" y="3894"/>
                    <a:pt x="3513" y="3906"/>
                  </a:cubicBezTo>
                  <a:cubicBezTo>
                    <a:pt x="3429" y="4121"/>
                    <a:pt x="3239" y="4263"/>
                    <a:pt x="3013" y="4263"/>
                  </a:cubicBezTo>
                  <a:lnTo>
                    <a:pt x="2858" y="4263"/>
                  </a:lnTo>
                  <a:cubicBezTo>
                    <a:pt x="2739" y="4263"/>
                    <a:pt x="2632" y="4204"/>
                    <a:pt x="2572" y="4121"/>
                  </a:cubicBezTo>
                  <a:cubicBezTo>
                    <a:pt x="2596" y="4097"/>
                    <a:pt x="2620" y="4085"/>
                    <a:pt x="2644" y="4073"/>
                  </a:cubicBezTo>
                  <a:cubicBezTo>
                    <a:pt x="2739" y="4013"/>
                    <a:pt x="2834" y="3954"/>
                    <a:pt x="2941" y="3894"/>
                  </a:cubicBezTo>
                  <a:lnTo>
                    <a:pt x="2941" y="3906"/>
                  </a:lnTo>
                  <a:cubicBezTo>
                    <a:pt x="2929" y="4013"/>
                    <a:pt x="3001" y="4073"/>
                    <a:pt x="3096" y="4073"/>
                  </a:cubicBezTo>
                  <a:cubicBezTo>
                    <a:pt x="3179" y="4073"/>
                    <a:pt x="3239" y="4001"/>
                    <a:pt x="3239" y="3906"/>
                  </a:cubicBezTo>
                  <a:lnTo>
                    <a:pt x="3239" y="3704"/>
                  </a:lnTo>
                  <a:cubicBezTo>
                    <a:pt x="3346" y="3632"/>
                    <a:pt x="3453" y="3549"/>
                    <a:pt x="3572" y="3478"/>
                  </a:cubicBezTo>
                  <a:close/>
                  <a:moveTo>
                    <a:pt x="4965" y="3370"/>
                  </a:moveTo>
                  <a:lnTo>
                    <a:pt x="4965" y="3382"/>
                  </a:lnTo>
                  <a:lnTo>
                    <a:pt x="5811" y="3382"/>
                  </a:lnTo>
                  <a:lnTo>
                    <a:pt x="5727" y="3966"/>
                  </a:lnTo>
                  <a:cubicBezTo>
                    <a:pt x="5692" y="4144"/>
                    <a:pt x="5549" y="4263"/>
                    <a:pt x="5382" y="4263"/>
                  </a:cubicBezTo>
                  <a:lnTo>
                    <a:pt x="5215" y="4263"/>
                  </a:lnTo>
                  <a:cubicBezTo>
                    <a:pt x="4977" y="4263"/>
                    <a:pt x="4775" y="4097"/>
                    <a:pt x="4715" y="3882"/>
                  </a:cubicBezTo>
                  <a:cubicBezTo>
                    <a:pt x="4715" y="3847"/>
                    <a:pt x="4703" y="3823"/>
                    <a:pt x="4703" y="3787"/>
                  </a:cubicBezTo>
                  <a:cubicBezTo>
                    <a:pt x="4679" y="3668"/>
                    <a:pt x="4644" y="3370"/>
                    <a:pt x="4644" y="3370"/>
                  </a:cubicBezTo>
                  <a:close/>
                  <a:moveTo>
                    <a:pt x="4453" y="311"/>
                  </a:moveTo>
                  <a:cubicBezTo>
                    <a:pt x="4549" y="311"/>
                    <a:pt x="4632" y="322"/>
                    <a:pt x="4715" y="358"/>
                  </a:cubicBezTo>
                  <a:cubicBezTo>
                    <a:pt x="5072" y="453"/>
                    <a:pt x="5299" y="811"/>
                    <a:pt x="5275" y="1215"/>
                  </a:cubicBezTo>
                  <a:cubicBezTo>
                    <a:pt x="5275" y="1299"/>
                    <a:pt x="5334" y="1382"/>
                    <a:pt x="5430" y="1382"/>
                  </a:cubicBezTo>
                  <a:cubicBezTo>
                    <a:pt x="5513" y="1382"/>
                    <a:pt x="5584" y="1323"/>
                    <a:pt x="5584" y="1227"/>
                  </a:cubicBezTo>
                  <a:cubicBezTo>
                    <a:pt x="5608" y="1025"/>
                    <a:pt x="5572" y="823"/>
                    <a:pt x="5501" y="668"/>
                  </a:cubicBezTo>
                  <a:lnTo>
                    <a:pt x="5501" y="668"/>
                  </a:lnTo>
                  <a:cubicBezTo>
                    <a:pt x="6084" y="751"/>
                    <a:pt x="6525" y="1263"/>
                    <a:pt x="6525" y="1858"/>
                  </a:cubicBezTo>
                  <a:lnTo>
                    <a:pt x="6525" y="3299"/>
                  </a:lnTo>
                  <a:cubicBezTo>
                    <a:pt x="6215" y="3156"/>
                    <a:pt x="5596" y="2811"/>
                    <a:pt x="5144" y="2120"/>
                  </a:cubicBezTo>
                  <a:cubicBezTo>
                    <a:pt x="5191" y="2061"/>
                    <a:pt x="5251" y="2025"/>
                    <a:pt x="5299" y="1966"/>
                  </a:cubicBezTo>
                  <a:cubicBezTo>
                    <a:pt x="5358" y="1906"/>
                    <a:pt x="5358" y="1799"/>
                    <a:pt x="5275" y="1739"/>
                  </a:cubicBezTo>
                  <a:cubicBezTo>
                    <a:pt x="5246" y="1711"/>
                    <a:pt x="5210" y="1696"/>
                    <a:pt x="5173" y="1696"/>
                  </a:cubicBezTo>
                  <a:cubicBezTo>
                    <a:pt x="5132" y="1696"/>
                    <a:pt x="5092" y="1714"/>
                    <a:pt x="5060" y="1751"/>
                  </a:cubicBezTo>
                  <a:cubicBezTo>
                    <a:pt x="3727" y="3239"/>
                    <a:pt x="2060" y="4061"/>
                    <a:pt x="1429" y="4323"/>
                  </a:cubicBezTo>
                  <a:cubicBezTo>
                    <a:pt x="1465" y="4061"/>
                    <a:pt x="1512" y="3585"/>
                    <a:pt x="1512" y="2882"/>
                  </a:cubicBezTo>
                  <a:cubicBezTo>
                    <a:pt x="1512" y="2192"/>
                    <a:pt x="1798" y="1549"/>
                    <a:pt x="2322" y="1049"/>
                  </a:cubicBezTo>
                  <a:cubicBezTo>
                    <a:pt x="2822" y="572"/>
                    <a:pt x="3477" y="311"/>
                    <a:pt x="4120" y="311"/>
                  </a:cubicBezTo>
                  <a:close/>
                  <a:moveTo>
                    <a:pt x="6108" y="3466"/>
                  </a:moveTo>
                  <a:cubicBezTo>
                    <a:pt x="6144" y="3478"/>
                    <a:pt x="6156" y="3490"/>
                    <a:pt x="6192" y="3490"/>
                  </a:cubicBezTo>
                  <a:cubicBezTo>
                    <a:pt x="6227" y="3632"/>
                    <a:pt x="6346" y="3728"/>
                    <a:pt x="6501" y="3728"/>
                  </a:cubicBezTo>
                  <a:lnTo>
                    <a:pt x="6584" y="3728"/>
                  </a:lnTo>
                  <a:cubicBezTo>
                    <a:pt x="6739" y="3728"/>
                    <a:pt x="6858" y="3847"/>
                    <a:pt x="6858" y="4001"/>
                  </a:cubicBezTo>
                  <a:cubicBezTo>
                    <a:pt x="6858" y="4144"/>
                    <a:pt x="6739" y="4263"/>
                    <a:pt x="6584" y="4263"/>
                  </a:cubicBezTo>
                  <a:lnTo>
                    <a:pt x="6477" y="4263"/>
                  </a:lnTo>
                  <a:cubicBezTo>
                    <a:pt x="6477" y="4180"/>
                    <a:pt x="6418" y="4097"/>
                    <a:pt x="6334" y="4097"/>
                  </a:cubicBezTo>
                  <a:cubicBezTo>
                    <a:pt x="6239" y="4097"/>
                    <a:pt x="6168" y="4156"/>
                    <a:pt x="6156" y="4252"/>
                  </a:cubicBezTo>
                  <a:cubicBezTo>
                    <a:pt x="6108" y="4775"/>
                    <a:pt x="5882" y="5252"/>
                    <a:pt x="5501" y="5609"/>
                  </a:cubicBezTo>
                  <a:cubicBezTo>
                    <a:pt x="5108" y="5966"/>
                    <a:pt x="4620" y="6157"/>
                    <a:pt x="4096" y="6157"/>
                  </a:cubicBezTo>
                  <a:cubicBezTo>
                    <a:pt x="3596" y="6157"/>
                    <a:pt x="3108" y="5966"/>
                    <a:pt x="2715" y="5621"/>
                  </a:cubicBezTo>
                  <a:cubicBezTo>
                    <a:pt x="2358" y="5287"/>
                    <a:pt x="2143" y="4859"/>
                    <a:pt x="2060" y="4382"/>
                  </a:cubicBezTo>
                  <a:cubicBezTo>
                    <a:pt x="2120" y="4359"/>
                    <a:pt x="2203" y="4311"/>
                    <a:pt x="2274" y="4287"/>
                  </a:cubicBezTo>
                  <a:cubicBezTo>
                    <a:pt x="2393" y="4478"/>
                    <a:pt x="2596" y="4597"/>
                    <a:pt x="2834" y="4597"/>
                  </a:cubicBezTo>
                  <a:lnTo>
                    <a:pt x="3001" y="4597"/>
                  </a:lnTo>
                  <a:cubicBezTo>
                    <a:pt x="3382" y="4597"/>
                    <a:pt x="3727" y="4311"/>
                    <a:pt x="3822" y="3942"/>
                  </a:cubicBezTo>
                  <a:cubicBezTo>
                    <a:pt x="3858" y="3823"/>
                    <a:pt x="3965" y="3728"/>
                    <a:pt x="4108" y="3728"/>
                  </a:cubicBezTo>
                  <a:cubicBezTo>
                    <a:pt x="4239" y="3728"/>
                    <a:pt x="4358" y="3823"/>
                    <a:pt x="4382" y="3942"/>
                  </a:cubicBezTo>
                  <a:cubicBezTo>
                    <a:pt x="4477" y="4311"/>
                    <a:pt x="4822" y="4597"/>
                    <a:pt x="5203" y="4597"/>
                  </a:cubicBezTo>
                  <a:lnTo>
                    <a:pt x="5370" y="4597"/>
                  </a:lnTo>
                  <a:cubicBezTo>
                    <a:pt x="5692" y="4597"/>
                    <a:pt x="5989" y="4347"/>
                    <a:pt x="6037" y="4013"/>
                  </a:cubicBezTo>
                  <a:lnTo>
                    <a:pt x="6108" y="3466"/>
                  </a:lnTo>
                  <a:close/>
                  <a:moveTo>
                    <a:pt x="4977" y="6311"/>
                  </a:moveTo>
                  <a:lnTo>
                    <a:pt x="4977" y="6859"/>
                  </a:lnTo>
                  <a:cubicBezTo>
                    <a:pt x="4977" y="7216"/>
                    <a:pt x="5203" y="7526"/>
                    <a:pt x="5549" y="7645"/>
                  </a:cubicBezTo>
                  <a:lnTo>
                    <a:pt x="5799" y="7740"/>
                  </a:lnTo>
                  <a:lnTo>
                    <a:pt x="5656" y="8062"/>
                  </a:lnTo>
                  <a:cubicBezTo>
                    <a:pt x="5382" y="8669"/>
                    <a:pt x="4775" y="9062"/>
                    <a:pt x="4120" y="9062"/>
                  </a:cubicBezTo>
                  <a:cubicBezTo>
                    <a:pt x="3453" y="9062"/>
                    <a:pt x="2858" y="8669"/>
                    <a:pt x="2584" y="8062"/>
                  </a:cubicBezTo>
                  <a:lnTo>
                    <a:pt x="2441" y="7740"/>
                  </a:lnTo>
                  <a:lnTo>
                    <a:pt x="2691" y="7645"/>
                  </a:lnTo>
                  <a:cubicBezTo>
                    <a:pt x="3036" y="7526"/>
                    <a:pt x="3251" y="7216"/>
                    <a:pt x="3251" y="6859"/>
                  </a:cubicBezTo>
                  <a:lnTo>
                    <a:pt x="3251" y="6311"/>
                  </a:lnTo>
                  <a:cubicBezTo>
                    <a:pt x="3525" y="6407"/>
                    <a:pt x="3822" y="6466"/>
                    <a:pt x="4120" y="6466"/>
                  </a:cubicBezTo>
                  <a:cubicBezTo>
                    <a:pt x="4418" y="6466"/>
                    <a:pt x="4715" y="6407"/>
                    <a:pt x="4977" y="6311"/>
                  </a:cubicBezTo>
                  <a:close/>
                  <a:moveTo>
                    <a:pt x="4084" y="1"/>
                  </a:moveTo>
                  <a:cubicBezTo>
                    <a:pt x="3358" y="1"/>
                    <a:pt x="2620" y="299"/>
                    <a:pt x="2060" y="834"/>
                  </a:cubicBezTo>
                  <a:cubicBezTo>
                    <a:pt x="1489" y="1382"/>
                    <a:pt x="1155" y="2120"/>
                    <a:pt x="1155" y="2882"/>
                  </a:cubicBezTo>
                  <a:cubicBezTo>
                    <a:pt x="1155" y="4025"/>
                    <a:pt x="1024" y="4537"/>
                    <a:pt x="1024" y="4537"/>
                  </a:cubicBezTo>
                  <a:cubicBezTo>
                    <a:pt x="1012" y="4597"/>
                    <a:pt x="1024" y="4656"/>
                    <a:pt x="1072" y="4704"/>
                  </a:cubicBezTo>
                  <a:cubicBezTo>
                    <a:pt x="1096" y="4728"/>
                    <a:pt x="1143" y="4740"/>
                    <a:pt x="1167" y="4740"/>
                  </a:cubicBezTo>
                  <a:cubicBezTo>
                    <a:pt x="1191" y="4740"/>
                    <a:pt x="1203" y="4740"/>
                    <a:pt x="1227" y="4728"/>
                  </a:cubicBezTo>
                  <a:cubicBezTo>
                    <a:pt x="1250" y="4728"/>
                    <a:pt x="1441" y="4656"/>
                    <a:pt x="1739" y="4525"/>
                  </a:cubicBezTo>
                  <a:cubicBezTo>
                    <a:pt x="1822" y="5025"/>
                    <a:pt x="2096" y="5490"/>
                    <a:pt x="2477" y="5847"/>
                  </a:cubicBezTo>
                  <a:cubicBezTo>
                    <a:pt x="2620" y="5966"/>
                    <a:pt x="2751" y="6073"/>
                    <a:pt x="2894" y="6145"/>
                  </a:cubicBezTo>
                  <a:lnTo>
                    <a:pt x="2894" y="6847"/>
                  </a:lnTo>
                  <a:cubicBezTo>
                    <a:pt x="2894" y="7061"/>
                    <a:pt x="2763" y="7264"/>
                    <a:pt x="2560" y="7335"/>
                  </a:cubicBezTo>
                  <a:lnTo>
                    <a:pt x="786" y="7954"/>
                  </a:lnTo>
                  <a:cubicBezTo>
                    <a:pt x="310" y="8121"/>
                    <a:pt x="0" y="8573"/>
                    <a:pt x="0" y="9074"/>
                  </a:cubicBezTo>
                  <a:lnTo>
                    <a:pt x="0" y="10740"/>
                  </a:lnTo>
                  <a:cubicBezTo>
                    <a:pt x="0" y="10836"/>
                    <a:pt x="72" y="10907"/>
                    <a:pt x="155" y="10907"/>
                  </a:cubicBezTo>
                  <a:cubicBezTo>
                    <a:pt x="250" y="10907"/>
                    <a:pt x="322" y="10836"/>
                    <a:pt x="322" y="10740"/>
                  </a:cubicBezTo>
                  <a:lnTo>
                    <a:pt x="322" y="9074"/>
                  </a:lnTo>
                  <a:cubicBezTo>
                    <a:pt x="322" y="8931"/>
                    <a:pt x="358" y="8788"/>
                    <a:pt x="429" y="8669"/>
                  </a:cubicBezTo>
                  <a:lnTo>
                    <a:pt x="596" y="8824"/>
                  </a:lnTo>
                  <a:cubicBezTo>
                    <a:pt x="619" y="8847"/>
                    <a:pt x="667" y="8871"/>
                    <a:pt x="691" y="8871"/>
                  </a:cubicBezTo>
                  <a:cubicBezTo>
                    <a:pt x="739" y="8871"/>
                    <a:pt x="786" y="8847"/>
                    <a:pt x="810" y="8812"/>
                  </a:cubicBezTo>
                  <a:cubicBezTo>
                    <a:pt x="869" y="8728"/>
                    <a:pt x="858" y="8645"/>
                    <a:pt x="798" y="8585"/>
                  </a:cubicBezTo>
                  <a:lnTo>
                    <a:pt x="619" y="8431"/>
                  </a:lnTo>
                  <a:cubicBezTo>
                    <a:pt x="691" y="8359"/>
                    <a:pt x="798" y="8312"/>
                    <a:pt x="893" y="8276"/>
                  </a:cubicBezTo>
                  <a:lnTo>
                    <a:pt x="2096" y="7835"/>
                  </a:lnTo>
                  <a:lnTo>
                    <a:pt x="2239" y="8181"/>
                  </a:lnTo>
                  <a:cubicBezTo>
                    <a:pt x="2572" y="8907"/>
                    <a:pt x="3286" y="9371"/>
                    <a:pt x="4072" y="9371"/>
                  </a:cubicBezTo>
                  <a:cubicBezTo>
                    <a:pt x="4858" y="9371"/>
                    <a:pt x="5572" y="8907"/>
                    <a:pt x="5906" y="8181"/>
                  </a:cubicBezTo>
                  <a:lnTo>
                    <a:pt x="6049" y="7835"/>
                  </a:lnTo>
                  <a:lnTo>
                    <a:pt x="7263" y="8276"/>
                  </a:lnTo>
                  <a:cubicBezTo>
                    <a:pt x="7358" y="8300"/>
                    <a:pt x="7454" y="8359"/>
                    <a:pt x="7525" y="8431"/>
                  </a:cubicBezTo>
                  <a:lnTo>
                    <a:pt x="6751" y="9085"/>
                  </a:lnTo>
                  <a:cubicBezTo>
                    <a:pt x="6561" y="9252"/>
                    <a:pt x="6454" y="9478"/>
                    <a:pt x="6454" y="9728"/>
                  </a:cubicBezTo>
                  <a:lnTo>
                    <a:pt x="6454" y="10752"/>
                  </a:lnTo>
                  <a:cubicBezTo>
                    <a:pt x="6454" y="10848"/>
                    <a:pt x="6525" y="10919"/>
                    <a:pt x="6620" y="10919"/>
                  </a:cubicBezTo>
                  <a:cubicBezTo>
                    <a:pt x="6704" y="10919"/>
                    <a:pt x="6787" y="10848"/>
                    <a:pt x="6787" y="10752"/>
                  </a:cubicBezTo>
                  <a:lnTo>
                    <a:pt x="6787" y="9728"/>
                  </a:lnTo>
                  <a:cubicBezTo>
                    <a:pt x="6787" y="9586"/>
                    <a:pt x="6846" y="9431"/>
                    <a:pt x="6965" y="9324"/>
                  </a:cubicBezTo>
                  <a:lnTo>
                    <a:pt x="7716" y="8669"/>
                  </a:lnTo>
                  <a:cubicBezTo>
                    <a:pt x="7775" y="8788"/>
                    <a:pt x="7823" y="8943"/>
                    <a:pt x="7823" y="9074"/>
                  </a:cubicBezTo>
                  <a:lnTo>
                    <a:pt x="7823" y="10740"/>
                  </a:lnTo>
                  <a:cubicBezTo>
                    <a:pt x="7823" y="10836"/>
                    <a:pt x="7894" y="10907"/>
                    <a:pt x="7989" y="10907"/>
                  </a:cubicBezTo>
                  <a:cubicBezTo>
                    <a:pt x="8073" y="10907"/>
                    <a:pt x="8144" y="10836"/>
                    <a:pt x="8144" y="10740"/>
                  </a:cubicBezTo>
                  <a:lnTo>
                    <a:pt x="8144" y="9074"/>
                  </a:lnTo>
                  <a:cubicBezTo>
                    <a:pt x="8216" y="8585"/>
                    <a:pt x="7882" y="8133"/>
                    <a:pt x="7418" y="7978"/>
                  </a:cubicBezTo>
                  <a:lnTo>
                    <a:pt x="5656" y="7347"/>
                  </a:lnTo>
                  <a:cubicBezTo>
                    <a:pt x="5441" y="7276"/>
                    <a:pt x="5311" y="7085"/>
                    <a:pt x="5311" y="6859"/>
                  </a:cubicBezTo>
                  <a:lnTo>
                    <a:pt x="5311" y="6157"/>
                  </a:lnTo>
                  <a:cubicBezTo>
                    <a:pt x="5453" y="6073"/>
                    <a:pt x="5608" y="5966"/>
                    <a:pt x="5739" y="5835"/>
                  </a:cubicBezTo>
                  <a:cubicBezTo>
                    <a:pt x="6096" y="5490"/>
                    <a:pt x="6346" y="5049"/>
                    <a:pt x="6442" y="4597"/>
                  </a:cubicBezTo>
                  <a:lnTo>
                    <a:pt x="6584" y="4597"/>
                  </a:lnTo>
                  <a:cubicBezTo>
                    <a:pt x="6918" y="4597"/>
                    <a:pt x="7168" y="4323"/>
                    <a:pt x="7168" y="4013"/>
                  </a:cubicBezTo>
                  <a:cubicBezTo>
                    <a:pt x="7168" y="3775"/>
                    <a:pt x="7037" y="3573"/>
                    <a:pt x="6823" y="3478"/>
                  </a:cubicBezTo>
                  <a:lnTo>
                    <a:pt x="6823" y="1870"/>
                  </a:lnTo>
                  <a:cubicBezTo>
                    <a:pt x="6823" y="1025"/>
                    <a:pt x="6144" y="334"/>
                    <a:pt x="5299" y="334"/>
                  </a:cubicBezTo>
                  <a:lnTo>
                    <a:pt x="5251" y="334"/>
                  </a:lnTo>
                  <a:cubicBezTo>
                    <a:pt x="5132" y="203"/>
                    <a:pt x="4965" y="96"/>
                    <a:pt x="4787" y="61"/>
                  </a:cubicBezTo>
                  <a:cubicBezTo>
                    <a:pt x="4668" y="25"/>
                    <a:pt x="4549" y="1"/>
                    <a:pt x="4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2"/>
            <p:cNvSpPr/>
            <p:nvPr/>
          </p:nvSpPr>
          <p:spPr>
            <a:xfrm>
              <a:off x="8164591" y="3033589"/>
              <a:ext cx="43402" cy="15396"/>
            </a:xfrm>
            <a:custGeom>
              <a:avLst/>
              <a:gdLst/>
              <a:ahLst/>
              <a:cxnLst/>
              <a:rect l="l" t="t" r="r" b="b"/>
              <a:pathLst>
                <a:path w="1370" h="486" extrusionOk="0">
                  <a:moveTo>
                    <a:pt x="173" y="0"/>
                  </a:moveTo>
                  <a:cubicBezTo>
                    <a:pt x="131" y="0"/>
                    <a:pt x="90" y="15"/>
                    <a:pt x="60" y="45"/>
                  </a:cubicBezTo>
                  <a:cubicBezTo>
                    <a:pt x="0" y="104"/>
                    <a:pt x="0" y="212"/>
                    <a:pt x="60" y="271"/>
                  </a:cubicBezTo>
                  <a:cubicBezTo>
                    <a:pt x="203" y="402"/>
                    <a:pt x="441" y="485"/>
                    <a:pt x="691" y="485"/>
                  </a:cubicBezTo>
                  <a:cubicBezTo>
                    <a:pt x="941" y="485"/>
                    <a:pt x="1179" y="414"/>
                    <a:pt x="1310" y="271"/>
                  </a:cubicBezTo>
                  <a:cubicBezTo>
                    <a:pt x="1370" y="212"/>
                    <a:pt x="1370" y="104"/>
                    <a:pt x="1310" y="45"/>
                  </a:cubicBezTo>
                  <a:cubicBezTo>
                    <a:pt x="1280" y="15"/>
                    <a:pt x="1242" y="0"/>
                    <a:pt x="1203" y="0"/>
                  </a:cubicBezTo>
                  <a:cubicBezTo>
                    <a:pt x="1164" y="0"/>
                    <a:pt x="1125" y="15"/>
                    <a:pt x="1096" y="45"/>
                  </a:cubicBezTo>
                  <a:cubicBezTo>
                    <a:pt x="1036" y="104"/>
                    <a:pt x="893" y="164"/>
                    <a:pt x="691" y="164"/>
                  </a:cubicBezTo>
                  <a:cubicBezTo>
                    <a:pt x="477" y="164"/>
                    <a:pt x="346" y="93"/>
                    <a:pt x="286" y="45"/>
                  </a:cubicBezTo>
                  <a:cubicBezTo>
                    <a:pt x="256" y="15"/>
                    <a:pt x="215" y="0"/>
                    <a:pt x="1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2"/>
            <p:cNvSpPr/>
            <p:nvPr/>
          </p:nvSpPr>
          <p:spPr>
            <a:xfrm>
              <a:off x="8213632" y="2995383"/>
              <a:ext cx="10581" cy="15492"/>
            </a:xfrm>
            <a:custGeom>
              <a:avLst/>
              <a:gdLst/>
              <a:ahLst/>
              <a:cxnLst/>
              <a:rect l="l" t="t" r="r" b="b"/>
              <a:pathLst>
                <a:path w="334" h="489" extrusionOk="0">
                  <a:moveTo>
                    <a:pt x="167" y="1"/>
                  </a:moveTo>
                  <a:cubicBezTo>
                    <a:pt x="83" y="1"/>
                    <a:pt x="0" y="72"/>
                    <a:pt x="0" y="167"/>
                  </a:cubicBezTo>
                  <a:lnTo>
                    <a:pt x="0" y="322"/>
                  </a:lnTo>
                  <a:cubicBezTo>
                    <a:pt x="0" y="417"/>
                    <a:pt x="83" y="489"/>
                    <a:pt x="167" y="489"/>
                  </a:cubicBezTo>
                  <a:cubicBezTo>
                    <a:pt x="250" y="489"/>
                    <a:pt x="334" y="417"/>
                    <a:pt x="334" y="322"/>
                  </a:cubicBezTo>
                  <a:lnTo>
                    <a:pt x="334" y="167"/>
                  </a:lnTo>
                  <a:cubicBezTo>
                    <a:pt x="322" y="72"/>
                    <a:pt x="262"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2"/>
            <p:cNvSpPr/>
            <p:nvPr/>
          </p:nvSpPr>
          <p:spPr>
            <a:xfrm>
              <a:off x="8088401" y="3165758"/>
              <a:ext cx="21511" cy="61998"/>
            </a:xfrm>
            <a:custGeom>
              <a:avLst/>
              <a:gdLst/>
              <a:ahLst/>
              <a:cxnLst/>
              <a:rect l="l" t="t" r="r" b="b"/>
              <a:pathLst>
                <a:path w="679" h="1957" extrusionOk="0">
                  <a:moveTo>
                    <a:pt x="176" y="1"/>
                  </a:moveTo>
                  <a:cubicBezTo>
                    <a:pt x="132" y="1"/>
                    <a:pt x="93" y="19"/>
                    <a:pt x="60" y="52"/>
                  </a:cubicBezTo>
                  <a:cubicBezTo>
                    <a:pt x="0" y="123"/>
                    <a:pt x="12" y="219"/>
                    <a:pt x="72" y="278"/>
                  </a:cubicBezTo>
                  <a:lnTo>
                    <a:pt x="179" y="362"/>
                  </a:lnTo>
                  <a:cubicBezTo>
                    <a:pt x="298" y="469"/>
                    <a:pt x="357" y="600"/>
                    <a:pt x="357" y="766"/>
                  </a:cubicBezTo>
                  <a:lnTo>
                    <a:pt x="357" y="1790"/>
                  </a:lnTo>
                  <a:cubicBezTo>
                    <a:pt x="357" y="1886"/>
                    <a:pt x="429" y="1957"/>
                    <a:pt x="524" y="1957"/>
                  </a:cubicBezTo>
                  <a:cubicBezTo>
                    <a:pt x="607" y="1957"/>
                    <a:pt x="679" y="1886"/>
                    <a:pt x="679" y="1790"/>
                  </a:cubicBezTo>
                  <a:lnTo>
                    <a:pt x="679" y="766"/>
                  </a:lnTo>
                  <a:cubicBezTo>
                    <a:pt x="679" y="528"/>
                    <a:pt x="584" y="290"/>
                    <a:pt x="381" y="123"/>
                  </a:cubicBezTo>
                  <a:lnTo>
                    <a:pt x="286" y="40"/>
                  </a:lnTo>
                  <a:cubicBezTo>
                    <a:pt x="248" y="13"/>
                    <a:pt x="211" y="1"/>
                    <a:pt x="1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42"/>
          <p:cNvGrpSpPr/>
          <p:nvPr/>
        </p:nvGrpSpPr>
        <p:grpSpPr>
          <a:xfrm>
            <a:off x="7177875" y="1192351"/>
            <a:ext cx="279513" cy="357255"/>
            <a:chOff x="4897750" y="2415639"/>
            <a:chExt cx="279513" cy="357255"/>
          </a:xfrm>
        </p:grpSpPr>
        <p:sp>
          <p:nvSpPr>
            <p:cNvPr id="1208" name="Google Shape;1208;p42"/>
            <p:cNvSpPr/>
            <p:nvPr/>
          </p:nvSpPr>
          <p:spPr>
            <a:xfrm>
              <a:off x="4964119" y="2715522"/>
              <a:ext cx="10613" cy="55472"/>
            </a:xfrm>
            <a:custGeom>
              <a:avLst/>
              <a:gdLst/>
              <a:ahLst/>
              <a:cxnLst/>
              <a:rect l="l" t="t" r="r" b="b"/>
              <a:pathLst>
                <a:path w="335" h="1751" extrusionOk="0">
                  <a:moveTo>
                    <a:pt x="167" y="0"/>
                  </a:moveTo>
                  <a:cubicBezTo>
                    <a:pt x="84" y="0"/>
                    <a:pt x="1" y="84"/>
                    <a:pt x="1" y="167"/>
                  </a:cubicBezTo>
                  <a:lnTo>
                    <a:pt x="1" y="1584"/>
                  </a:lnTo>
                  <a:cubicBezTo>
                    <a:pt x="1" y="1679"/>
                    <a:pt x="84" y="1751"/>
                    <a:pt x="167" y="1751"/>
                  </a:cubicBezTo>
                  <a:cubicBezTo>
                    <a:pt x="263" y="1751"/>
                    <a:pt x="334" y="1679"/>
                    <a:pt x="334" y="1584"/>
                  </a:cubicBezTo>
                  <a:lnTo>
                    <a:pt x="334" y="167"/>
                  </a:lnTo>
                  <a:cubicBezTo>
                    <a:pt x="334" y="84"/>
                    <a:pt x="263"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2"/>
            <p:cNvSpPr/>
            <p:nvPr/>
          </p:nvSpPr>
          <p:spPr>
            <a:xfrm>
              <a:off x="5098031" y="2715522"/>
              <a:ext cx="10581" cy="55472"/>
            </a:xfrm>
            <a:custGeom>
              <a:avLst/>
              <a:gdLst/>
              <a:ahLst/>
              <a:cxnLst/>
              <a:rect l="l" t="t" r="r" b="b"/>
              <a:pathLst>
                <a:path w="334" h="1751" extrusionOk="0">
                  <a:moveTo>
                    <a:pt x="167" y="0"/>
                  </a:moveTo>
                  <a:cubicBezTo>
                    <a:pt x="84" y="0"/>
                    <a:pt x="1" y="84"/>
                    <a:pt x="1" y="167"/>
                  </a:cubicBezTo>
                  <a:lnTo>
                    <a:pt x="1" y="1584"/>
                  </a:lnTo>
                  <a:cubicBezTo>
                    <a:pt x="1" y="1679"/>
                    <a:pt x="84" y="1751"/>
                    <a:pt x="167" y="1751"/>
                  </a:cubicBezTo>
                  <a:cubicBezTo>
                    <a:pt x="251" y="1751"/>
                    <a:pt x="334" y="1679"/>
                    <a:pt x="334" y="1584"/>
                  </a:cubicBezTo>
                  <a:lnTo>
                    <a:pt x="334" y="167"/>
                  </a:lnTo>
                  <a:cubicBezTo>
                    <a:pt x="334" y="84"/>
                    <a:pt x="262"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2"/>
            <p:cNvSpPr/>
            <p:nvPr/>
          </p:nvSpPr>
          <p:spPr>
            <a:xfrm>
              <a:off x="4897750" y="2415639"/>
              <a:ext cx="279513" cy="357255"/>
            </a:xfrm>
            <a:custGeom>
              <a:avLst/>
              <a:gdLst/>
              <a:ahLst/>
              <a:cxnLst/>
              <a:rect l="l" t="t" r="r" b="b"/>
              <a:pathLst>
                <a:path w="8823" h="11277" extrusionOk="0">
                  <a:moveTo>
                    <a:pt x="4787" y="299"/>
                  </a:moveTo>
                  <a:cubicBezTo>
                    <a:pt x="5418" y="299"/>
                    <a:pt x="6013" y="584"/>
                    <a:pt x="6430" y="1061"/>
                  </a:cubicBezTo>
                  <a:cubicBezTo>
                    <a:pt x="6834" y="1549"/>
                    <a:pt x="6989" y="2180"/>
                    <a:pt x="6894" y="2799"/>
                  </a:cubicBezTo>
                  <a:lnTo>
                    <a:pt x="6799" y="3311"/>
                  </a:lnTo>
                  <a:lnTo>
                    <a:pt x="6715" y="3311"/>
                  </a:lnTo>
                  <a:cubicBezTo>
                    <a:pt x="6656" y="3311"/>
                    <a:pt x="6608" y="3299"/>
                    <a:pt x="6573" y="3251"/>
                  </a:cubicBezTo>
                  <a:cubicBezTo>
                    <a:pt x="6549" y="3204"/>
                    <a:pt x="6513" y="3156"/>
                    <a:pt x="6537" y="3097"/>
                  </a:cubicBezTo>
                  <a:lnTo>
                    <a:pt x="6561" y="2882"/>
                  </a:lnTo>
                  <a:cubicBezTo>
                    <a:pt x="6596" y="2585"/>
                    <a:pt x="6501" y="2287"/>
                    <a:pt x="6311" y="2061"/>
                  </a:cubicBezTo>
                  <a:cubicBezTo>
                    <a:pt x="6120" y="1834"/>
                    <a:pt x="5834" y="1715"/>
                    <a:pt x="5537" y="1715"/>
                  </a:cubicBezTo>
                  <a:lnTo>
                    <a:pt x="5465" y="1715"/>
                  </a:lnTo>
                  <a:cubicBezTo>
                    <a:pt x="5370" y="1715"/>
                    <a:pt x="5299" y="1787"/>
                    <a:pt x="5299" y="1882"/>
                  </a:cubicBezTo>
                  <a:cubicBezTo>
                    <a:pt x="5299" y="1965"/>
                    <a:pt x="5370" y="2049"/>
                    <a:pt x="5465" y="2049"/>
                  </a:cubicBezTo>
                  <a:lnTo>
                    <a:pt x="5537" y="2049"/>
                  </a:lnTo>
                  <a:cubicBezTo>
                    <a:pt x="5751" y="2049"/>
                    <a:pt x="5942" y="2132"/>
                    <a:pt x="6072" y="2287"/>
                  </a:cubicBezTo>
                  <a:cubicBezTo>
                    <a:pt x="6203" y="2430"/>
                    <a:pt x="6263" y="2644"/>
                    <a:pt x="6251" y="2835"/>
                  </a:cubicBezTo>
                  <a:lnTo>
                    <a:pt x="6215" y="3061"/>
                  </a:lnTo>
                  <a:cubicBezTo>
                    <a:pt x="6203" y="3204"/>
                    <a:pt x="6251" y="3358"/>
                    <a:pt x="6358" y="3466"/>
                  </a:cubicBezTo>
                  <a:cubicBezTo>
                    <a:pt x="6453" y="3561"/>
                    <a:pt x="6596" y="3644"/>
                    <a:pt x="6739" y="3644"/>
                  </a:cubicBezTo>
                  <a:lnTo>
                    <a:pt x="6965" y="3644"/>
                  </a:lnTo>
                  <a:cubicBezTo>
                    <a:pt x="7037" y="3644"/>
                    <a:pt x="7108" y="3668"/>
                    <a:pt x="7168" y="3728"/>
                  </a:cubicBezTo>
                  <a:cubicBezTo>
                    <a:pt x="7239" y="3787"/>
                    <a:pt x="7251" y="3859"/>
                    <a:pt x="7251" y="3942"/>
                  </a:cubicBezTo>
                  <a:cubicBezTo>
                    <a:pt x="7239" y="4073"/>
                    <a:pt x="7096" y="4192"/>
                    <a:pt x="6954" y="4192"/>
                  </a:cubicBezTo>
                  <a:lnTo>
                    <a:pt x="6870" y="4192"/>
                  </a:lnTo>
                  <a:lnTo>
                    <a:pt x="6870" y="4180"/>
                  </a:lnTo>
                  <a:cubicBezTo>
                    <a:pt x="6870" y="4085"/>
                    <a:pt x="6799" y="4013"/>
                    <a:pt x="6715" y="4013"/>
                  </a:cubicBezTo>
                  <a:cubicBezTo>
                    <a:pt x="6620" y="4013"/>
                    <a:pt x="6549" y="4085"/>
                    <a:pt x="6549" y="4180"/>
                  </a:cubicBezTo>
                  <a:cubicBezTo>
                    <a:pt x="6549" y="5347"/>
                    <a:pt x="5596" y="6287"/>
                    <a:pt x="4418" y="6287"/>
                  </a:cubicBezTo>
                  <a:cubicBezTo>
                    <a:pt x="4395" y="6288"/>
                    <a:pt x="4373" y="6288"/>
                    <a:pt x="4351" y="6288"/>
                  </a:cubicBezTo>
                  <a:cubicBezTo>
                    <a:pt x="3169" y="6288"/>
                    <a:pt x="2251" y="5349"/>
                    <a:pt x="2251" y="4192"/>
                  </a:cubicBezTo>
                  <a:cubicBezTo>
                    <a:pt x="2251" y="4097"/>
                    <a:pt x="2179" y="4025"/>
                    <a:pt x="2084" y="4025"/>
                  </a:cubicBezTo>
                  <a:cubicBezTo>
                    <a:pt x="2001" y="4025"/>
                    <a:pt x="1917" y="4097"/>
                    <a:pt x="1917" y="4192"/>
                  </a:cubicBezTo>
                  <a:lnTo>
                    <a:pt x="1917" y="4204"/>
                  </a:lnTo>
                  <a:lnTo>
                    <a:pt x="1822" y="4204"/>
                  </a:lnTo>
                  <a:cubicBezTo>
                    <a:pt x="1739" y="4204"/>
                    <a:pt x="1667" y="4168"/>
                    <a:pt x="1608" y="4109"/>
                  </a:cubicBezTo>
                  <a:cubicBezTo>
                    <a:pt x="1548" y="4061"/>
                    <a:pt x="1536" y="3978"/>
                    <a:pt x="1536" y="3906"/>
                  </a:cubicBezTo>
                  <a:cubicBezTo>
                    <a:pt x="1548" y="3775"/>
                    <a:pt x="1679" y="3656"/>
                    <a:pt x="1834" y="3656"/>
                  </a:cubicBezTo>
                  <a:lnTo>
                    <a:pt x="2024" y="3656"/>
                  </a:lnTo>
                  <a:cubicBezTo>
                    <a:pt x="2179" y="3656"/>
                    <a:pt x="2310" y="3597"/>
                    <a:pt x="2405" y="3478"/>
                  </a:cubicBezTo>
                  <a:cubicBezTo>
                    <a:pt x="2513" y="3370"/>
                    <a:pt x="2560" y="3216"/>
                    <a:pt x="2548" y="3073"/>
                  </a:cubicBezTo>
                  <a:lnTo>
                    <a:pt x="2513" y="2846"/>
                  </a:lnTo>
                  <a:cubicBezTo>
                    <a:pt x="2489" y="2644"/>
                    <a:pt x="2560" y="2442"/>
                    <a:pt x="2691" y="2299"/>
                  </a:cubicBezTo>
                  <a:cubicBezTo>
                    <a:pt x="2834" y="2144"/>
                    <a:pt x="3024" y="2061"/>
                    <a:pt x="3227" y="2061"/>
                  </a:cubicBezTo>
                  <a:lnTo>
                    <a:pt x="4703" y="2061"/>
                  </a:lnTo>
                  <a:cubicBezTo>
                    <a:pt x="4787" y="2061"/>
                    <a:pt x="4870" y="1989"/>
                    <a:pt x="4870" y="1894"/>
                  </a:cubicBezTo>
                  <a:cubicBezTo>
                    <a:pt x="4870" y="1811"/>
                    <a:pt x="4787" y="1727"/>
                    <a:pt x="4703" y="1727"/>
                  </a:cubicBezTo>
                  <a:lnTo>
                    <a:pt x="3227" y="1727"/>
                  </a:lnTo>
                  <a:cubicBezTo>
                    <a:pt x="2929" y="1727"/>
                    <a:pt x="2643" y="1870"/>
                    <a:pt x="2453" y="2073"/>
                  </a:cubicBezTo>
                  <a:cubicBezTo>
                    <a:pt x="2262" y="2299"/>
                    <a:pt x="2155" y="2596"/>
                    <a:pt x="2203" y="2894"/>
                  </a:cubicBezTo>
                  <a:lnTo>
                    <a:pt x="2227" y="3120"/>
                  </a:lnTo>
                  <a:cubicBezTo>
                    <a:pt x="2227" y="3180"/>
                    <a:pt x="2215" y="3216"/>
                    <a:pt x="2191" y="3263"/>
                  </a:cubicBezTo>
                  <a:cubicBezTo>
                    <a:pt x="2155" y="3311"/>
                    <a:pt x="2096" y="3323"/>
                    <a:pt x="2048" y="3323"/>
                  </a:cubicBezTo>
                  <a:lnTo>
                    <a:pt x="1893" y="3323"/>
                  </a:lnTo>
                  <a:lnTo>
                    <a:pt x="1798" y="2763"/>
                  </a:lnTo>
                  <a:cubicBezTo>
                    <a:pt x="1691" y="2144"/>
                    <a:pt x="1881" y="1525"/>
                    <a:pt x="2274" y="1049"/>
                  </a:cubicBezTo>
                  <a:cubicBezTo>
                    <a:pt x="2679" y="572"/>
                    <a:pt x="3275" y="299"/>
                    <a:pt x="3882" y="299"/>
                  </a:cubicBezTo>
                  <a:close/>
                  <a:moveTo>
                    <a:pt x="5453" y="6395"/>
                  </a:moveTo>
                  <a:lnTo>
                    <a:pt x="5453" y="6954"/>
                  </a:lnTo>
                  <a:lnTo>
                    <a:pt x="5453" y="7073"/>
                  </a:lnTo>
                  <a:lnTo>
                    <a:pt x="4370" y="7692"/>
                  </a:lnTo>
                  <a:lnTo>
                    <a:pt x="3298" y="7073"/>
                  </a:lnTo>
                  <a:lnTo>
                    <a:pt x="3298" y="6954"/>
                  </a:lnTo>
                  <a:lnTo>
                    <a:pt x="3298" y="6395"/>
                  </a:lnTo>
                  <a:cubicBezTo>
                    <a:pt x="3632" y="6561"/>
                    <a:pt x="3989" y="6633"/>
                    <a:pt x="4370" y="6633"/>
                  </a:cubicBezTo>
                  <a:cubicBezTo>
                    <a:pt x="4763" y="6633"/>
                    <a:pt x="5120" y="6537"/>
                    <a:pt x="5453" y="6395"/>
                  </a:cubicBezTo>
                  <a:close/>
                  <a:moveTo>
                    <a:pt x="3215" y="7383"/>
                  </a:moveTo>
                  <a:lnTo>
                    <a:pt x="4108" y="7895"/>
                  </a:lnTo>
                  <a:lnTo>
                    <a:pt x="3644" y="8371"/>
                  </a:lnTo>
                  <a:cubicBezTo>
                    <a:pt x="3608" y="8419"/>
                    <a:pt x="3560" y="8431"/>
                    <a:pt x="3513" y="8431"/>
                  </a:cubicBezTo>
                  <a:cubicBezTo>
                    <a:pt x="3453" y="8431"/>
                    <a:pt x="3405" y="8395"/>
                    <a:pt x="3382" y="8359"/>
                  </a:cubicBezTo>
                  <a:lnTo>
                    <a:pt x="2905" y="7788"/>
                  </a:lnTo>
                  <a:lnTo>
                    <a:pt x="3001" y="7680"/>
                  </a:lnTo>
                  <a:cubicBezTo>
                    <a:pt x="3096" y="7597"/>
                    <a:pt x="3155" y="7502"/>
                    <a:pt x="3215" y="7383"/>
                  </a:cubicBezTo>
                  <a:close/>
                  <a:moveTo>
                    <a:pt x="5537" y="7407"/>
                  </a:moveTo>
                  <a:cubicBezTo>
                    <a:pt x="5584" y="7514"/>
                    <a:pt x="5656" y="7609"/>
                    <a:pt x="5751" y="7704"/>
                  </a:cubicBezTo>
                  <a:lnTo>
                    <a:pt x="5846" y="7788"/>
                  </a:lnTo>
                  <a:lnTo>
                    <a:pt x="5370" y="8359"/>
                  </a:lnTo>
                  <a:cubicBezTo>
                    <a:pt x="5346" y="8395"/>
                    <a:pt x="5287" y="8419"/>
                    <a:pt x="5239" y="8431"/>
                  </a:cubicBezTo>
                  <a:cubicBezTo>
                    <a:pt x="5180" y="8431"/>
                    <a:pt x="5132" y="8419"/>
                    <a:pt x="5108" y="8371"/>
                  </a:cubicBezTo>
                  <a:lnTo>
                    <a:pt x="4644" y="7907"/>
                  </a:lnTo>
                  <a:lnTo>
                    <a:pt x="5537" y="7407"/>
                  </a:lnTo>
                  <a:close/>
                  <a:moveTo>
                    <a:pt x="4394" y="8121"/>
                  </a:moveTo>
                  <a:lnTo>
                    <a:pt x="4727" y="8466"/>
                  </a:lnTo>
                  <a:lnTo>
                    <a:pt x="4656" y="8657"/>
                  </a:lnTo>
                  <a:cubicBezTo>
                    <a:pt x="4632" y="8728"/>
                    <a:pt x="4560" y="8788"/>
                    <a:pt x="4477" y="8788"/>
                  </a:cubicBezTo>
                  <a:lnTo>
                    <a:pt x="4287" y="8788"/>
                  </a:lnTo>
                  <a:cubicBezTo>
                    <a:pt x="4215" y="8788"/>
                    <a:pt x="4144" y="8740"/>
                    <a:pt x="4108" y="8657"/>
                  </a:cubicBezTo>
                  <a:lnTo>
                    <a:pt x="4048" y="8466"/>
                  </a:lnTo>
                  <a:lnTo>
                    <a:pt x="4394" y="8121"/>
                  </a:lnTo>
                  <a:close/>
                  <a:moveTo>
                    <a:pt x="3906" y="1"/>
                  </a:moveTo>
                  <a:cubicBezTo>
                    <a:pt x="3191" y="1"/>
                    <a:pt x="2501" y="322"/>
                    <a:pt x="2036" y="870"/>
                  </a:cubicBezTo>
                  <a:cubicBezTo>
                    <a:pt x="1584" y="1418"/>
                    <a:pt x="1370" y="2132"/>
                    <a:pt x="1489" y="2846"/>
                  </a:cubicBezTo>
                  <a:lnTo>
                    <a:pt x="1584" y="3430"/>
                  </a:lnTo>
                  <a:cubicBezTo>
                    <a:pt x="1393" y="3513"/>
                    <a:pt x="1262" y="3692"/>
                    <a:pt x="1250" y="3906"/>
                  </a:cubicBezTo>
                  <a:cubicBezTo>
                    <a:pt x="1239" y="4073"/>
                    <a:pt x="1298" y="4251"/>
                    <a:pt x="1393" y="4370"/>
                  </a:cubicBezTo>
                  <a:cubicBezTo>
                    <a:pt x="1512" y="4490"/>
                    <a:pt x="1679" y="4561"/>
                    <a:pt x="1846" y="4561"/>
                  </a:cubicBezTo>
                  <a:lnTo>
                    <a:pt x="1965" y="4561"/>
                  </a:lnTo>
                  <a:cubicBezTo>
                    <a:pt x="2048" y="5240"/>
                    <a:pt x="2441" y="5859"/>
                    <a:pt x="2989" y="6228"/>
                  </a:cubicBezTo>
                  <a:lnTo>
                    <a:pt x="2989" y="6526"/>
                  </a:lnTo>
                  <a:cubicBezTo>
                    <a:pt x="2703" y="6633"/>
                    <a:pt x="1977" y="6930"/>
                    <a:pt x="1536" y="7657"/>
                  </a:cubicBezTo>
                  <a:lnTo>
                    <a:pt x="881" y="7847"/>
                  </a:lnTo>
                  <a:cubicBezTo>
                    <a:pt x="357" y="8002"/>
                    <a:pt x="0" y="8490"/>
                    <a:pt x="0" y="9026"/>
                  </a:cubicBezTo>
                  <a:lnTo>
                    <a:pt x="0" y="11074"/>
                  </a:lnTo>
                  <a:cubicBezTo>
                    <a:pt x="0" y="11169"/>
                    <a:pt x="72" y="11240"/>
                    <a:pt x="167" y="11240"/>
                  </a:cubicBezTo>
                  <a:cubicBezTo>
                    <a:pt x="250" y="11240"/>
                    <a:pt x="334" y="11169"/>
                    <a:pt x="334" y="11074"/>
                  </a:cubicBezTo>
                  <a:lnTo>
                    <a:pt x="334" y="9026"/>
                  </a:lnTo>
                  <a:cubicBezTo>
                    <a:pt x="334" y="8633"/>
                    <a:pt x="596" y="8276"/>
                    <a:pt x="965" y="8180"/>
                  </a:cubicBezTo>
                  <a:lnTo>
                    <a:pt x="1346" y="8073"/>
                  </a:lnTo>
                  <a:lnTo>
                    <a:pt x="1346" y="8073"/>
                  </a:lnTo>
                  <a:cubicBezTo>
                    <a:pt x="1322" y="8121"/>
                    <a:pt x="1310" y="8145"/>
                    <a:pt x="1298" y="8192"/>
                  </a:cubicBezTo>
                  <a:cubicBezTo>
                    <a:pt x="1250" y="8335"/>
                    <a:pt x="1262" y="8514"/>
                    <a:pt x="1358" y="8657"/>
                  </a:cubicBezTo>
                  <a:lnTo>
                    <a:pt x="1548" y="8931"/>
                  </a:lnTo>
                  <a:lnTo>
                    <a:pt x="1084" y="9395"/>
                  </a:lnTo>
                  <a:cubicBezTo>
                    <a:pt x="953" y="9526"/>
                    <a:pt x="905" y="9704"/>
                    <a:pt x="953" y="9883"/>
                  </a:cubicBezTo>
                  <a:lnTo>
                    <a:pt x="1250" y="11133"/>
                  </a:lnTo>
                  <a:cubicBezTo>
                    <a:pt x="1262" y="11217"/>
                    <a:pt x="1346" y="11252"/>
                    <a:pt x="1417" y="11252"/>
                  </a:cubicBezTo>
                  <a:lnTo>
                    <a:pt x="1465" y="11252"/>
                  </a:lnTo>
                  <a:cubicBezTo>
                    <a:pt x="1548" y="11240"/>
                    <a:pt x="1608" y="11157"/>
                    <a:pt x="1584" y="11062"/>
                  </a:cubicBezTo>
                  <a:lnTo>
                    <a:pt x="1286" y="9812"/>
                  </a:lnTo>
                  <a:cubicBezTo>
                    <a:pt x="1262" y="9752"/>
                    <a:pt x="1286" y="9681"/>
                    <a:pt x="1322" y="9633"/>
                  </a:cubicBezTo>
                  <a:lnTo>
                    <a:pt x="1893" y="9073"/>
                  </a:lnTo>
                  <a:cubicBezTo>
                    <a:pt x="1953" y="9014"/>
                    <a:pt x="1953" y="8919"/>
                    <a:pt x="1905" y="8859"/>
                  </a:cubicBezTo>
                  <a:lnTo>
                    <a:pt x="1631" y="8478"/>
                  </a:lnTo>
                  <a:cubicBezTo>
                    <a:pt x="1608" y="8431"/>
                    <a:pt x="1596" y="8371"/>
                    <a:pt x="1620" y="8311"/>
                  </a:cubicBezTo>
                  <a:cubicBezTo>
                    <a:pt x="1905" y="7442"/>
                    <a:pt x="2655" y="7049"/>
                    <a:pt x="3001" y="6907"/>
                  </a:cubicBezTo>
                  <a:lnTo>
                    <a:pt x="3001" y="7014"/>
                  </a:lnTo>
                  <a:cubicBezTo>
                    <a:pt x="3001" y="7204"/>
                    <a:pt x="2929" y="7383"/>
                    <a:pt x="2798" y="7526"/>
                  </a:cubicBezTo>
                  <a:lnTo>
                    <a:pt x="2584" y="7728"/>
                  </a:lnTo>
                  <a:cubicBezTo>
                    <a:pt x="2286" y="8026"/>
                    <a:pt x="2132" y="8419"/>
                    <a:pt x="2132" y="8847"/>
                  </a:cubicBezTo>
                  <a:lnTo>
                    <a:pt x="2132" y="8990"/>
                  </a:lnTo>
                  <a:cubicBezTo>
                    <a:pt x="2132" y="9085"/>
                    <a:pt x="2203" y="9157"/>
                    <a:pt x="2286" y="9157"/>
                  </a:cubicBezTo>
                  <a:cubicBezTo>
                    <a:pt x="2382" y="9157"/>
                    <a:pt x="2453" y="9085"/>
                    <a:pt x="2453" y="8990"/>
                  </a:cubicBezTo>
                  <a:lnTo>
                    <a:pt x="2453" y="8847"/>
                  </a:lnTo>
                  <a:cubicBezTo>
                    <a:pt x="2453" y="8573"/>
                    <a:pt x="2548" y="8311"/>
                    <a:pt x="2703" y="8097"/>
                  </a:cubicBezTo>
                  <a:lnTo>
                    <a:pt x="3155" y="8633"/>
                  </a:lnTo>
                  <a:cubicBezTo>
                    <a:pt x="3239" y="8740"/>
                    <a:pt x="3382" y="8812"/>
                    <a:pt x="3525" y="8812"/>
                  </a:cubicBezTo>
                  <a:lnTo>
                    <a:pt x="3560" y="8812"/>
                  </a:lnTo>
                  <a:cubicBezTo>
                    <a:pt x="3644" y="8812"/>
                    <a:pt x="3739" y="8788"/>
                    <a:pt x="3810" y="8752"/>
                  </a:cubicBezTo>
                  <a:lnTo>
                    <a:pt x="3822" y="8812"/>
                  </a:lnTo>
                  <a:cubicBezTo>
                    <a:pt x="3858" y="8907"/>
                    <a:pt x="3894" y="8978"/>
                    <a:pt x="3977" y="9038"/>
                  </a:cubicBezTo>
                  <a:lnTo>
                    <a:pt x="3715" y="11097"/>
                  </a:lnTo>
                  <a:cubicBezTo>
                    <a:pt x="3703" y="11181"/>
                    <a:pt x="3775" y="11276"/>
                    <a:pt x="3870" y="11276"/>
                  </a:cubicBezTo>
                  <a:lnTo>
                    <a:pt x="3882" y="11276"/>
                  </a:lnTo>
                  <a:cubicBezTo>
                    <a:pt x="3977" y="11276"/>
                    <a:pt x="4037" y="11217"/>
                    <a:pt x="4048" y="11121"/>
                  </a:cubicBezTo>
                  <a:lnTo>
                    <a:pt x="4287" y="9157"/>
                  </a:lnTo>
                  <a:lnTo>
                    <a:pt x="4537" y="9157"/>
                  </a:lnTo>
                  <a:lnTo>
                    <a:pt x="4775" y="11121"/>
                  </a:lnTo>
                  <a:cubicBezTo>
                    <a:pt x="4787" y="11217"/>
                    <a:pt x="4846" y="11276"/>
                    <a:pt x="4941" y="11276"/>
                  </a:cubicBezTo>
                  <a:lnTo>
                    <a:pt x="4953" y="11276"/>
                  </a:lnTo>
                  <a:cubicBezTo>
                    <a:pt x="5049" y="11252"/>
                    <a:pt x="5108" y="11181"/>
                    <a:pt x="5108" y="11097"/>
                  </a:cubicBezTo>
                  <a:lnTo>
                    <a:pt x="4846" y="9038"/>
                  </a:lnTo>
                  <a:cubicBezTo>
                    <a:pt x="4906" y="8978"/>
                    <a:pt x="4965" y="8907"/>
                    <a:pt x="5001" y="8812"/>
                  </a:cubicBezTo>
                  <a:lnTo>
                    <a:pt x="5013" y="8752"/>
                  </a:lnTo>
                  <a:cubicBezTo>
                    <a:pt x="5084" y="8800"/>
                    <a:pt x="5180" y="8812"/>
                    <a:pt x="5263" y="8812"/>
                  </a:cubicBezTo>
                  <a:lnTo>
                    <a:pt x="5299" y="8812"/>
                  </a:lnTo>
                  <a:cubicBezTo>
                    <a:pt x="5441" y="8812"/>
                    <a:pt x="5584" y="8740"/>
                    <a:pt x="5668" y="8633"/>
                  </a:cubicBezTo>
                  <a:lnTo>
                    <a:pt x="6120" y="8097"/>
                  </a:lnTo>
                  <a:cubicBezTo>
                    <a:pt x="6275" y="8311"/>
                    <a:pt x="6370" y="8573"/>
                    <a:pt x="6370" y="8847"/>
                  </a:cubicBezTo>
                  <a:lnTo>
                    <a:pt x="6370" y="8990"/>
                  </a:lnTo>
                  <a:cubicBezTo>
                    <a:pt x="6370" y="9085"/>
                    <a:pt x="6442" y="9157"/>
                    <a:pt x="6537" y="9157"/>
                  </a:cubicBezTo>
                  <a:cubicBezTo>
                    <a:pt x="6620" y="9157"/>
                    <a:pt x="6692" y="9085"/>
                    <a:pt x="6692" y="8990"/>
                  </a:cubicBezTo>
                  <a:lnTo>
                    <a:pt x="6692" y="8847"/>
                  </a:lnTo>
                  <a:cubicBezTo>
                    <a:pt x="6692" y="8431"/>
                    <a:pt x="6537" y="8026"/>
                    <a:pt x="6239" y="7728"/>
                  </a:cubicBezTo>
                  <a:lnTo>
                    <a:pt x="6025" y="7526"/>
                  </a:lnTo>
                  <a:cubicBezTo>
                    <a:pt x="5894" y="7383"/>
                    <a:pt x="5822" y="7204"/>
                    <a:pt x="5822" y="7014"/>
                  </a:cubicBezTo>
                  <a:lnTo>
                    <a:pt x="5822" y="6907"/>
                  </a:lnTo>
                  <a:cubicBezTo>
                    <a:pt x="6180" y="7061"/>
                    <a:pt x="6918" y="7442"/>
                    <a:pt x="7204" y="8311"/>
                  </a:cubicBezTo>
                  <a:cubicBezTo>
                    <a:pt x="7215" y="8371"/>
                    <a:pt x="7215" y="8431"/>
                    <a:pt x="7192" y="8478"/>
                  </a:cubicBezTo>
                  <a:lnTo>
                    <a:pt x="6918" y="8859"/>
                  </a:lnTo>
                  <a:cubicBezTo>
                    <a:pt x="6870" y="8919"/>
                    <a:pt x="6894" y="9014"/>
                    <a:pt x="6930" y="9073"/>
                  </a:cubicBezTo>
                  <a:lnTo>
                    <a:pt x="7501" y="9633"/>
                  </a:lnTo>
                  <a:cubicBezTo>
                    <a:pt x="7549" y="9681"/>
                    <a:pt x="7561" y="9752"/>
                    <a:pt x="7549" y="9812"/>
                  </a:cubicBezTo>
                  <a:lnTo>
                    <a:pt x="7251" y="11062"/>
                  </a:lnTo>
                  <a:cubicBezTo>
                    <a:pt x="7227" y="11157"/>
                    <a:pt x="7275" y="11240"/>
                    <a:pt x="7370" y="11252"/>
                  </a:cubicBezTo>
                  <a:lnTo>
                    <a:pt x="7406" y="11252"/>
                  </a:lnTo>
                  <a:cubicBezTo>
                    <a:pt x="7489" y="11252"/>
                    <a:pt x="7549" y="11217"/>
                    <a:pt x="7573" y="11133"/>
                  </a:cubicBezTo>
                  <a:lnTo>
                    <a:pt x="7870" y="9883"/>
                  </a:lnTo>
                  <a:cubicBezTo>
                    <a:pt x="7918" y="9704"/>
                    <a:pt x="7858" y="9526"/>
                    <a:pt x="7739" y="9395"/>
                  </a:cubicBezTo>
                  <a:lnTo>
                    <a:pt x="7275" y="8931"/>
                  </a:lnTo>
                  <a:lnTo>
                    <a:pt x="7466" y="8657"/>
                  </a:lnTo>
                  <a:cubicBezTo>
                    <a:pt x="7561" y="8514"/>
                    <a:pt x="7573" y="8359"/>
                    <a:pt x="7525" y="8192"/>
                  </a:cubicBezTo>
                  <a:cubicBezTo>
                    <a:pt x="7513" y="8145"/>
                    <a:pt x="7501" y="8121"/>
                    <a:pt x="7489" y="8073"/>
                  </a:cubicBezTo>
                  <a:lnTo>
                    <a:pt x="7489" y="8073"/>
                  </a:lnTo>
                  <a:lnTo>
                    <a:pt x="7858" y="8180"/>
                  </a:lnTo>
                  <a:cubicBezTo>
                    <a:pt x="8228" y="8276"/>
                    <a:pt x="8501" y="8633"/>
                    <a:pt x="8501" y="9026"/>
                  </a:cubicBezTo>
                  <a:lnTo>
                    <a:pt x="8501" y="11074"/>
                  </a:lnTo>
                  <a:cubicBezTo>
                    <a:pt x="8501" y="11169"/>
                    <a:pt x="8573" y="11240"/>
                    <a:pt x="8656" y="11240"/>
                  </a:cubicBezTo>
                  <a:cubicBezTo>
                    <a:pt x="8751" y="11240"/>
                    <a:pt x="8823" y="11169"/>
                    <a:pt x="8823" y="11074"/>
                  </a:cubicBezTo>
                  <a:lnTo>
                    <a:pt x="8823" y="9026"/>
                  </a:lnTo>
                  <a:cubicBezTo>
                    <a:pt x="8763" y="8466"/>
                    <a:pt x="8406" y="7966"/>
                    <a:pt x="7894" y="7823"/>
                  </a:cubicBezTo>
                  <a:lnTo>
                    <a:pt x="7239" y="7633"/>
                  </a:lnTo>
                  <a:cubicBezTo>
                    <a:pt x="6787" y="6895"/>
                    <a:pt x="6072" y="6597"/>
                    <a:pt x="5775" y="6502"/>
                  </a:cubicBezTo>
                  <a:lnTo>
                    <a:pt x="5775" y="6204"/>
                  </a:lnTo>
                  <a:cubicBezTo>
                    <a:pt x="6323" y="5811"/>
                    <a:pt x="6715" y="5216"/>
                    <a:pt x="6799" y="4537"/>
                  </a:cubicBezTo>
                  <a:lnTo>
                    <a:pt x="6906" y="4537"/>
                  </a:lnTo>
                  <a:cubicBezTo>
                    <a:pt x="7239" y="4537"/>
                    <a:pt x="7501" y="4299"/>
                    <a:pt x="7537" y="4001"/>
                  </a:cubicBezTo>
                  <a:cubicBezTo>
                    <a:pt x="7549" y="3835"/>
                    <a:pt x="7489" y="3656"/>
                    <a:pt x="7382" y="3537"/>
                  </a:cubicBezTo>
                  <a:cubicBezTo>
                    <a:pt x="7311" y="3466"/>
                    <a:pt x="7215" y="3406"/>
                    <a:pt x="7132" y="3370"/>
                  </a:cubicBezTo>
                  <a:lnTo>
                    <a:pt x="7215" y="2894"/>
                  </a:lnTo>
                  <a:cubicBezTo>
                    <a:pt x="7358" y="2180"/>
                    <a:pt x="7156" y="1430"/>
                    <a:pt x="6704" y="882"/>
                  </a:cubicBezTo>
                  <a:cubicBezTo>
                    <a:pt x="6239" y="334"/>
                    <a:pt x="5537" y="1"/>
                    <a:pt x="48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2"/>
            <p:cNvSpPr/>
            <p:nvPr/>
          </p:nvSpPr>
          <p:spPr>
            <a:xfrm>
              <a:off x="4997700" y="2526551"/>
              <a:ext cx="10201" cy="16252"/>
            </a:xfrm>
            <a:custGeom>
              <a:avLst/>
              <a:gdLst/>
              <a:ahLst/>
              <a:cxnLst/>
              <a:rect l="l" t="t" r="r" b="b"/>
              <a:pathLst>
                <a:path w="322" h="513" extrusionOk="0">
                  <a:moveTo>
                    <a:pt x="167" y="0"/>
                  </a:moveTo>
                  <a:cubicBezTo>
                    <a:pt x="72" y="0"/>
                    <a:pt x="0" y="84"/>
                    <a:pt x="0" y="167"/>
                  </a:cubicBezTo>
                  <a:lnTo>
                    <a:pt x="0" y="346"/>
                  </a:lnTo>
                  <a:cubicBezTo>
                    <a:pt x="0" y="441"/>
                    <a:pt x="72" y="512"/>
                    <a:pt x="167" y="512"/>
                  </a:cubicBezTo>
                  <a:cubicBezTo>
                    <a:pt x="250" y="512"/>
                    <a:pt x="322" y="441"/>
                    <a:pt x="322" y="346"/>
                  </a:cubicBezTo>
                  <a:lnTo>
                    <a:pt x="322" y="167"/>
                  </a:lnTo>
                  <a:cubicBezTo>
                    <a:pt x="322" y="60"/>
                    <a:pt x="250"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2"/>
            <p:cNvSpPr/>
            <p:nvPr/>
          </p:nvSpPr>
          <p:spPr>
            <a:xfrm>
              <a:off x="5064830" y="2526551"/>
              <a:ext cx="10233" cy="16252"/>
            </a:xfrm>
            <a:custGeom>
              <a:avLst/>
              <a:gdLst/>
              <a:ahLst/>
              <a:cxnLst/>
              <a:rect l="l" t="t" r="r" b="b"/>
              <a:pathLst>
                <a:path w="323" h="513" extrusionOk="0">
                  <a:moveTo>
                    <a:pt x="156" y="0"/>
                  </a:moveTo>
                  <a:cubicBezTo>
                    <a:pt x="72" y="0"/>
                    <a:pt x="1" y="84"/>
                    <a:pt x="1" y="167"/>
                  </a:cubicBezTo>
                  <a:lnTo>
                    <a:pt x="1" y="346"/>
                  </a:lnTo>
                  <a:cubicBezTo>
                    <a:pt x="1" y="441"/>
                    <a:pt x="72" y="512"/>
                    <a:pt x="156" y="512"/>
                  </a:cubicBezTo>
                  <a:cubicBezTo>
                    <a:pt x="251" y="512"/>
                    <a:pt x="322" y="441"/>
                    <a:pt x="322" y="346"/>
                  </a:cubicBezTo>
                  <a:lnTo>
                    <a:pt x="322" y="167"/>
                  </a:lnTo>
                  <a:cubicBezTo>
                    <a:pt x="322" y="60"/>
                    <a:pt x="251" y="0"/>
                    <a:pt x="1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2"/>
            <p:cNvSpPr/>
            <p:nvPr/>
          </p:nvSpPr>
          <p:spPr>
            <a:xfrm>
              <a:off x="5013160" y="2565865"/>
              <a:ext cx="46063" cy="16157"/>
            </a:xfrm>
            <a:custGeom>
              <a:avLst/>
              <a:gdLst/>
              <a:ahLst/>
              <a:cxnLst/>
              <a:rect l="l" t="t" r="r" b="b"/>
              <a:pathLst>
                <a:path w="1454" h="510" extrusionOk="0">
                  <a:moveTo>
                    <a:pt x="188" y="1"/>
                  </a:moveTo>
                  <a:cubicBezTo>
                    <a:pt x="146" y="1"/>
                    <a:pt x="102" y="15"/>
                    <a:pt x="60" y="45"/>
                  </a:cubicBezTo>
                  <a:cubicBezTo>
                    <a:pt x="1" y="105"/>
                    <a:pt x="1" y="212"/>
                    <a:pt x="60" y="283"/>
                  </a:cubicBezTo>
                  <a:cubicBezTo>
                    <a:pt x="215" y="414"/>
                    <a:pt x="453" y="510"/>
                    <a:pt x="703" y="510"/>
                  </a:cubicBezTo>
                  <a:cubicBezTo>
                    <a:pt x="977" y="510"/>
                    <a:pt x="1215" y="414"/>
                    <a:pt x="1346" y="283"/>
                  </a:cubicBezTo>
                  <a:cubicBezTo>
                    <a:pt x="1453" y="212"/>
                    <a:pt x="1453" y="105"/>
                    <a:pt x="1370" y="45"/>
                  </a:cubicBezTo>
                  <a:cubicBezTo>
                    <a:pt x="1340" y="15"/>
                    <a:pt x="1301" y="1"/>
                    <a:pt x="1260" y="1"/>
                  </a:cubicBezTo>
                  <a:cubicBezTo>
                    <a:pt x="1218" y="1"/>
                    <a:pt x="1173" y="15"/>
                    <a:pt x="1132" y="45"/>
                  </a:cubicBezTo>
                  <a:cubicBezTo>
                    <a:pt x="1072" y="105"/>
                    <a:pt x="929" y="176"/>
                    <a:pt x="715" y="176"/>
                  </a:cubicBezTo>
                  <a:cubicBezTo>
                    <a:pt x="513" y="176"/>
                    <a:pt x="358" y="105"/>
                    <a:pt x="298" y="45"/>
                  </a:cubicBezTo>
                  <a:cubicBezTo>
                    <a:pt x="268" y="15"/>
                    <a:pt x="230" y="1"/>
                    <a:pt x="1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2"/>
            <p:cNvSpPr/>
            <p:nvPr/>
          </p:nvSpPr>
          <p:spPr>
            <a:xfrm>
              <a:off x="4992030" y="2509570"/>
              <a:ext cx="21923" cy="10581"/>
            </a:xfrm>
            <a:custGeom>
              <a:avLst/>
              <a:gdLst/>
              <a:ahLst/>
              <a:cxnLst/>
              <a:rect l="l" t="t" r="r" b="b"/>
              <a:pathLst>
                <a:path w="692" h="334" extrusionOk="0">
                  <a:moveTo>
                    <a:pt x="168" y="1"/>
                  </a:moveTo>
                  <a:cubicBezTo>
                    <a:pt x="72" y="1"/>
                    <a:pt x="1" y="84"/>
                    <a:pt x="1" y="167"/>
                  </a:cubicBezTo>
                  <a:cubicBezTo>
                    <a:pt x="1" y="262"/>
                    <a:pt x="72" y="334"/>
                    <a:pt x="168" y="334"/>
                  </a:cubicBezTo>
                  <a:lnTo>
                    <a:pt x="525" y="334"/>
                  </a:lnTo>
                  <a:cubicBezTo>
                    <a:pt x="608" y="334"/>
                    <a:pt x="691" y="262"/>
                    <a:pt x="691" y="167"/>
                  </a:cubicBezTo>
                  <a:cubicBezTo>
                    <a:pt x="691" y="84"/>
                    <a:pt x="608" y="1"/>
                    <a:pt x="5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2"/>
            <p:cNvSpPr/>
            <p:nvPr/>
          </p:nvSpPr>
          <p:spPr>
            <a:xfrm>
              <a:off x="5059191" y="2509570"/>
              <a:ext cx="21511" cy="10581"/>
            </a:xfrm>
            <a:custGeom>
              <a:avLst/>
              <a:gdLst/>
              <a:ahLst/>
              <a:cxnLst/>
              <a:rect l="l" t="t" r="r" b="b"/>
              <a:pathLst>
                <a:path w="679" h="334" extrusionOk="0">
                  <a:moveTo>
                    <a:pt x="155" y="1"/>
                  </a:moveTo>
                  <a:cubicBezTo>
                    <a:pt x="72" y="1"/>
                    <a:pt x="0" y="84"/>
                    <a:pt x="0" y="167"/>
                  </a:cubicBezTo>
                  <a:cubicBezTo>
                    <a:pt x="0" y="262"/>
                    <a:pt x="72" y="334"/>
                    <a:pt x="155" y="334"/>
                  </a:cubicBezTo>
                  <a:lnTo>
                    <a:pt x="512" y="334"/>
                  </a:lnTo>
                  <a:cubicBezTo>
                    <a:pt x="607" y="334"/>
                    <a:pt x="679" y="262"/>
                    <a:pt x="679" y="167"/>
                  </a:cubicBezTo>
                  <a:cubicBezTo>
                    <a:pt x="679" y="84"/>
                    <a:pt x="607" y="1"/>
                    <a:pt x="5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6" name="Google Shape;1216;p42"/>
          <p:cNvGrpSpPr/>
          <p:nvPr/>
        </p:nvGrpSpPr>
        <p:grpSpPr>
          <a:xfrm>
            <a:off x="7185420" y="3036299"/>
            <a:ext cx="264433" cy="353454"/>
            <a:chOff x="8054820" y="2416399"/>
            <a:chExt cx="264433" cy="353454"/>
          </a:xfrm>
        </p:grpSpPr>
        <p:sp>
          <p:nvSpPr>
            <p:cNvPr id="1217" name="Google Shape;1217;p42"/>
            <p:cNvSpPr/>
            <p:nvPr/>
          </p:nvSpPr>
          <p:spPr>
            <a:xfrm>
              <a:off x="8148371" y="2538621"/>
              <a:ext cx="10201" cy="15872"/>
            </a:xfrm>
            <a:custGeom>
              <a:avLst/>
              <a:gdLst/>
              <a:ahLst/>
              <a:cxnLst/>
              <a:rect l="l" t="t" r="r" b="b"/>
              <a:pathLst>
                <a:path w="322" h="501" extrusionOk="0">
                  <a:moveTo>
                    <a:pt x="155" y="0"/>
                  </a:moveTo>
                  <a:cubicBezTo>
                    <a:pt x="72" y="0"/>
                    <a:pt x="0" y="72"/>
                    <a:pt x="0" y="155"/>
                  </a:cubicBezTo>
                  <a:lnTo>
                    <a:pt x="0" y="334"/>
                  </a:lnTo>
                  <a:cubicBezTo>
                    <a:pt x="0" y="429"/>
                    <a:pt x="72" y="500"/>
                    <a:pt x="155" y="500"/>
                  </a:cubicBezTo>
                  <a:cubicBezTo>
                    <a:pt x="250" y="500"/>
                    <a:pt x="322" y="429"/>
                    <a:pt x="322" y="334"/>
                  </a:cubicBezTo>
                  <a:lnTo>
                    <a:pt x="322" y="155"/>
                  </a:lnTo>
                  <a:cubicBezTo>
                    <a:pt x="310" y="72"/>
                    <a:pt x="250" y="0"/>
                    <a:pt x="1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2"/>
            <p:cNvSpPr/>
            <p:nvPr/>
          </p:nvSpPr>
          <p:spPr>
            <a:xfrm>
              <a:off x="8214361" y="2538621"/>
              <a:ext cx="10233" cy="15872"/>
            </a:xfrm>
            <a:custGeom>
              <a:avLst/>
              <a:gdLst/>
              <a:ahLst/>
              <a:cxnLst/>
              <a:rect l="l" t="t" r="r" b="b"/>
              <a:pathLst>
                <a:path w="323" h="501" extrusionOk="0">
                  <a:moveTo>
                    <a:pt x="156" y="0"/>
                  </a:moveTo>
                  <a:cubicBezTo>
                    <a:pt x="72" y="0"/>
                    <a:pt x="1" y="72"/>
                    <a:pt x="1" y="155"/>
                  </a:cubicBezTo>
                  <a:lnTo>
                    <a:pt x="1" y="334"/>
                  </a:lnTo>
                  <a:cubicBezTo>
                    <a:pt x="1" y="429"/>
                    <a:pt x="72" y="500"/>
                    <a:pt x="156" y="500"/>
                  </a:cubicBezTo>
                  <a:cubicBezTo>
                    <a:pt x="251" y="500"/>
                    <a:pt x="322" y="429"/>
                    <a:pt x="322" y="334"/>
                  </a:cubicBezTo>
                  <a:lnTo>
                    <a:pt x="322" y="155"/>
                  </a:lnTo>
                  <a:cubicBezTo>
                    <a:pt x="322" y="72"/>
                    <a:pt x="251" y="0"/>
                    <a:pt x="1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2"/>
            <p:cNvSpPr/>
            <p:nvPr/>
          </p:nvSpPr>
          <p:spPr>
            <a:xfrm>
              <a:off x="8054820" y="2416399"/>
              <a:ext cx="264433" cy="353454"/>
            </a:xfrm>
            <a:custGeom>
              <a:avLst/>
              <a:gdLst/>
              <a:ahLst/>
              <a:cxnLst/>
              <a:rect l="l" t="t" r="r" b="b"/>
              <a:pathLst>
                <a:path w="8347" h="11157" extrusionOk="0">
                  <a:moveTo>
                    <a:pt x="1703" y="5025"/>
                  </a:moveTo>
                  <a:cubicBezTo>
                    <a:pt x="1787" y="5204"/>
                    <a:pt x="1882" y="5418"/>
                    <a:pt x="1882" y="5573"/>
                  </a:cubicBezTo>
                  <a:cubicBezTo>
                    <a:pt x="1882" y="5680"/>
                    <a:pt x="1787" y="5763"/>
                    <a:pt x="1703" y="5763"/>
                  </a:cubicBezTo>
                  <a:cubicBezTo>
                    <a:pt x="1608" y="5763"/>
                    <a:pt x="1525" y="5668"/>
                    <a:pt x="1525" y="5573"/>
                  </a:cubicBezTo>
                  <a:cubicBezTo>
                    <a:pt x="1525" y="5430"/>
                    <a:pt x="1608" y="5204"/>
                    <a:pt x="1703" y="5025"/>
                  </a:cubicBezTo>
                  <a:close/>
                  <a:moveTo>
                    <a:pt x="6585" y="5025"/>
                  </a:moveTo>
                  <a:cubicBezTo>
                    <a:pt x="6668" y="5204"/>
                    <a:pt x="6763" y="5418"/>
                    <a:pt x="6763" y="5573"/>
                  </a:cubicBezTo>
                  <a:cubicBezTo>
                    <a:pt x="6763" y="5680"/>
                    <a:pt x="6668" y="5763"/>
                    <a:pt x="6585" y="5763"/>
                  </a:cubicBezTo>
                  <a:cubicBezTo>
                    <a:pt x="6490" y="5763"/>
                    <a:pt x="6406" y="5668"/>
                    <a:pt x="6406" y="5573"/>
                  </a:cubicBezTo>
                  <a:cubicBezTo>
                    <a:pt x="6406" y="5430"/>
                    <a:pt x="6490" y="5204"/>
                    <a:pt x="6585" y="5025"/>
                  </a:cubicBezTo>
                  <a:close/>
                  <a:moveTo>
                    <a:pt x="4144" y="322"/>
                  </a:moveTo>
                  <a:cubicBezTo>
                    <a:pt x="6073" y="322"/>
                    <a:pt x="7633" y="1894"/>
                    <a:pt x="7633" y="3823"/>
                  </a:cubicBezTo>
                  <a:cubicBezTo>
                    <a:pt x="7633" y="5847"/>
                    <a:pt x="6478" y="7752"/>
                    <a:pt x="6299" y="8049"/>
                  </a:cubicBezTo>
                  <a:lnTo>
                    <a:pt x="5716" y="7847"/>
                  </a:lnTo>
                  <a:cubicBezTo>
                    <a:pt x="5513" y="7764"/>
                    <a:pt x="5358" y="7561"/>
                    <a:pt x="5358" y="7335"/>
                  </a:cubicBezTo>
                  <a:lnTo>
                    <a:pt x="5358" y="6621"/>
                  </a:lnTo>
                  <a:cubicBezTo>
                    <a:pt x="5692" y="6430"/>
                    <a:pt x="5966" y="6180"/>
                    <a:pt x="6180" y="5859"/>
                  </a:cubicBezTo>
                  <a:cubicBezTo>
                    <a:pt x="6263" y="6001"/>
                    <a:pt x="6418" y="6073"/>
                    <a:pt x="6597" y="6073"/>
                  </a:cubicBezTo>
                  <a:cubicBezTo>
                    <a:pt x="6882" y="6073"/>
                    <a:pt x="7097" y="5847"/>
                    <a:pt x="7097" y="5561"/>
                  </a:cubicBezTo>
                  <a:cubicBezTo>
                    <a:pt x="7097" y="5323"/>
                    <a:pt x="6966" y="5025"/>
                    <a:pt x="6859" y="4823"/>
                  </a:cubicBezTo>
                  <a:cubicBezTo>
                    <a:pt x="7097" y="4751"/>
                    <a:pt x="7275" y="4525"/>
                    <a:pt x="7275" y="4251"/>
                  </a:cubicBezTo>
                  <a:cubicBezTo>
                    <a:pt x="7275" y="3930"/>
                    <a:pt x="7013" y="3656"/>
                    <a:pt x="6680" y="3656"/>
                  </a:cubicBezTo>
                  <a:lnTo>
                    <a:pt x="6597" y="3656"/>
                  </a:lnTo>
                  <a:cubicBezTo>
                    <a:pt x="6597" y="3656"/>
                    <a:pt x="6585" y="3656"/>
                    <a:pt x="6585" y="3644"/>
                  </a:cubicBezTo>
                  <a:lnTo>
                    <a:pt x="6585" y="3120"/>
                  </a:lnTo>
                  <a:cubicBezTo>
                    <a:pt x="6585" y="2453"/>
                    <a:pt x="6049" y="1918"/>
                    <a:pt x="5370" y="1918"/>
                  </a:cubicBezTo>
                  <a:lnTo>
                    <a:pt x="5192" y="1918"/>
                  </a:lnTo>
                  <a:cubicBezTo>
                    <a:pt x="5108" y="1918"/>
                    <a:pt x="5037" y="1989"/>
                    <a:pt x="5037" y="2084"/>
                  </a:cubicBezTo>
                  <a:cubicBezTo>
                    <a:pt x="5037" y="2168"/>
                    <a:pt x="5108" y="2251"/>
                    <a:pt x="5192" y="2251"/>
                  </a:cubicBezTo>
                  <a:lnTo>
                    <a:pt x="5370" y="2251"/>
                  </a:lnTo>
                  <a:cubicBezTo>
                    <a:pt x="5870" y="2251"/>
                    <a:pt x="6251" y="2644"/>
                    <a:pt x="6251" y="3120"/>
                  </a:cubicBezTo>
                  <a:lnTo>
                    <a:pt x="6251" y="3644"/>
                  </a:lnTo>
                  <a:cubicBezTo>
                    <a:pt x="6251" y="3823"/>
                    <a:pt x="6406" y="3989"/>
                    <a:pt x="6597" y="3989"/>
                  </a:cubicBezTo>
                  <a:lnTo>
                    <a:pt x="6680" y="3989"/>
                  </a:lnTo>
                  <a:cubicBezTo>
                    <a:pt x="6835" y="3989"/>
                    <a:pt x="6954" y="4108"/>
                    <a:pt x="6954" y="4251"/>
                  </a:cubicBezTo>
                  <a:cubicBezTo>
                    <a:pt x="6954" y="4406"/>
                    <a:pt x="6835" y="4525"/>
                    <a:pt x="6680" y="4525"/>
                  </a:cubicBezTo>
                  <a:lnTo>
                    <a:pt x="6585" y="4525"/>
                  </a:lnTo>
                  <a:lnTo>
                    <a:pt x="6585" y="4501"/>
                  </a:lnTo>
                  <a:cubicBezTo>
                    <a:pt x="6585" y="4418"/>
                    <a:pt x="6501" y="4346"/>
                    <a:pt x="6418" y="4346"/>
                  </a:cubicBezTo>
                  <a:cubicBezTo>
                    <a:pt x="6323" y="4346"/>
                    <a:pt x="6251" y="4418"/>
                    <a:pt x="6251" y="4501"/>
                  </a:cubicBezTo>
                  <a:cubicBezTo>
                    <a:pt x="6251" y="5668"/>
                    <a:pt x="5311" y="6609"/>
                    <a:pt x="4156" y="6609"/>
                  </a:cubicBezTo>
                  <a:cubicBezTo>
                    <a:pt x="2989" y="6609"/>
                    <a:pt x="2060" y="5668"/>
                    <a:pt x="2060" y="4501"/>
                  </a:cubicBezTo>
                  <a:cubicBezTo>
                    <a:pt x="2060" y="4418"/>
                    <a:pt x="1977" y="4346"/>
                    <a:pt x="1894" y="4346"/>
                  </a:cubicBezTo>
                  <a:cubicBezTo>
                    <a:pt x="1798" y="4346"/>
                    <a:pt x="1727" y="4418"/>
                    <a:pt x="1727" y="4501"/>
                  </a:cubicBezTo>
                  <a:lnTo>
                    <a:pt x="1727" y="4525"/>
                  </a:lnTo>
                  <a:lnTo>
                    <a:pt x="1620" y="4525"/>
                  </a:lnTo>
                  <a:cubicBezTo>
                    <a:pt x="1477" y="4525"/>
                    <a:pt x="1358" y="4406"/>
                    <a:pt x="1358" y="4251"/>
                  </a:cubicBezTo>
                  <a:cubicBezTo>
                    <a:pt x="1358" y="4108"/>
                    <a:pt x="1477" y="3989"/>
                    <a:pt x="1620" y="3989"/>
                  </a:cubicBezTo>
                  <a:lnTo>
                    <a:pt x="1715" y="3989"/>
                  </a:lnTo>
                  <a:cubicBezTo>
                    <a:pt x="1894" y="3989"/>
                    <a:pt x="2060" y="3835"/>
                    <a:pt x="2060" y="3644"/>
                  </a:cubicBezTo>
                  <a:lnTo>
                    <a:pt x="2060" y="3120"/>
                  </a:lnTo>
                  <a:cubicBezTo>
                    <a:pt x="2060" y="2632"/>
                    <a:pt x="2453" y="2251"/>
                    <a:pt x="2930" y="2251"/>
                  </a:cubicBezTo>
                  <a:lnTo>
                    <a:pt x="4501" y="2251"/>
                  </a:lnTo>
                  <a:cubicBezTo>
                    <a:pt x="4585" y="2251"/>
                    <a:pt x="4656" y="2168"/>
                    <a:pt x="4656" y="2084"/>
                  </a:cubicBezTo>
                  <a:cubicBezTo>
                    <a:pt x="4656" y="1989"/>
                    <a:pt x="4585" y="1918"/>
                    <a:pt x="4501" y="1918"/>
                  </a:cubicBezTo>
                  <a:lnTo>
                    <a:pt x="2930" y="1918"/>
                  </a:lnTo>
                  <a:cubicBezTo>
                    <a:pt x="2632" y="1918"/>
                    <a:pt x="2394" y="1679"/>
                    <a:pt x="2394" y="1382"/>
                  </a:cubicBezTo>
                  <a:cubicBezTo>
                    <a:pt x="2394" y="798"/>
                    <a:pt x="3025" y="322"/>
                    <a:pt x="3799" y="322"/>
                  </a:cubicBezTo>
                  <a:close/>
                  <a:moveTo>
                    <a:pt x="2084" y="1310"/>
                  </a:moveTo>
                  <a:lnTo>
                    <a:pt x="2084" y="1406"/>
                  </a:lnTo>
                  <a:cubicBezTo>
                    <a:pt x="2084" y="1679"/>
                    <a:pt x="2203" y="1918"/>
                    <a:pt x="2394" y="2084"/>
                  </a:cubicBezTo>
                  <a:cubicBezTo>
                    <a:pt x="2013" y="2275"/>
                    <a:pt x="1727" y="2692"/>
                    <a:pt x="1727" y="3156"/>
                  </a:cubicBezTo>
                  <a:lnTo>
                    <a:pt x="1727" y="3680"/>
                  </a:lnTo>
                  <a:cubicBezTo>
                    <a:pt x="1727" y="3680"/>
                    <a:pt x="1727" y="3692"/>
                    <a:pt x="1715" y="3692"/>
                  </a:cubicBezTo>
                  <a:lnTo>
                    <a:pt x="1620" y="3692"/>
                  </a:lnTo>
                  <a:cubicBezTo>
                    <a:pt x="1298" y="3692"/>
                    <a:pt x="1025" y="3954"/>
                    <a:pt x="1025" y="4287"/>
                  </a:cubicBezTo>
                  <a:cubicBezTo>
                    <a:pt x="1025" y="4549"/>
                    <a:pt x="1203" y="4775"/>
                    <a:pt x="1441" y="4847"/>
                  </a:cubicBezTo>
                  <a:cubicBezTo>
                    <a:pt x="1346" y="5037"/>
                    <a:pt x="1203" y="5335"/>
                    <a:pt x="1203" y="5597"/>
                  </a:cubicBezTo>
                  <a:cubicBezTo>
                    <a:pt x="1203" y="5870"/>
                    <a:pt x="1429" y="6097"/>
                    <a:pt x="1715" y="6097"/>
                  </a:cubicBezTo>
                  <a:cubicBezTo>
                    <a:pt x="1894" y="6097"/>
                    <a:pt x="2037" y="6013"/>
                    <a:pt x="2132" y="5894"/>
                  </a:cubicBezTo>
                  <a:cubicBezTo>
                    <a:pt x="2334" y="6204"/>
                    <a:pt x="2620" y="6466"/>
                    <a:pt x="2953" y="6656"/>
                  </a:cubicBezTo>
                  <a:lnTo>
                    <a:pt x="2953" y="7347"/>
                  </a:lnTo>
                  <a:cubicBezTo>
                    <a:pt x="2953" y="7573"/>
                    <a:pt x="2799" y="7787"/>
                    <a:pt x="2584" y="7859"/>
                  </a:cubicBezTo>
                  <a:lnTo>
                    <a:pt x="1965" y="8085"/>
                  </a:lnTo>
                  <a:cubicBezTo>
                    <a:pt x="1715" y="7621"/>
                    <a:pt x="834" y="5847"/>
                    <a:pt x="834" y="3882"/>
                  </a:cubicBezTo>
                  <a:cubicBezTo>
                    <a:pt x="834" y="3275"/>
                    <a:pt x="989" y="2727"/>
                    <a:pt x="1263" y="2227"/>
                  </a:cubicBezTo>
                  <a:cubicBezTo>
                    <a:pt x="1477" y="1870"/>
                    <a:pt x="1739" y="1560"/>
                    <a:pt x="2084" y="1310"/>
                  </a:cubicBezTo>
                  <a:close/>
                  <a:moveTo>
                    <a:pt x="3811" y="1"/>
                  </a:moveTo>
                  <a:cubicBezTo>
                    <a:pt x="3346" y="1"/>
                    <a:pt x="2918" y="132"/>
                    <a:pt x="2608" y="382"/>
                  </a:cubicBezTo>
                  <a:cubicBezTo>
                    <a:pt x="2453" y="489"/>
                    <a:pt x="2358" y="620"/>
                    <a:pt x="2263" y="763"/>
                  </a:cubicBezTo>
                  <a:cubicBezTo>
                    <a:pt x="1715" y="1084"/>
                    <a:pt x="1286" y="1537"/>
                    <a:pt x="1001" y="2037"/>
                  </a:cubicBezTo>
                  <a:cubicBezTo>
                    <a:pt x="691" y="2572"/>
                    <a:pt x="524" y="3192"/>
                    <a:pt x="524" y="3858"/>
                  </a:cubicBezTo>
                  <a:cubicBezTo>
                    <a:pt x="524" y="5108"/>
                    <a:pt x="870" y="6251"/>
                    <a:pt x="1144" y="6990"/>
                  </a:cubicBezTo>
                  <a:cubicBezTo>
                    <a:pt x="1358" y="7525"/>
                    <a:pt x="1548" y="7942"/>
                    <a:pt x="1667" y="8156"/>
                  </a:cubicBezTo>
                  <a:lnTo>
                    <a:pt x="810" y="8454"/>
                  </a:lnTo>
                  <a:cubicBezTo>
                    <a:pt x="334" y="8621"/>
                    <a:pt x="1" y="9073"/>
                    <a:pt x="1" y="9597"/>
                  </a:cubicBezTo>
                  <a:lnTo>
                    <a:pt x="1" y="10954"/>
                  </a:lnTo>
                  <a:cubicBezTo>
                    <a:pt x="1" y="11038"/>
                    <a:pt x="72" y="11121"/>
                    <a:pt x="167" y="11121"/>
                  </a:cubicBezTo>
                  <a:cubicBezTo>
                    <a:pt x="251" y="11121"/>
                    <a:pt x="322" y="11038"/>
                    <a:pt x="322" y="10954"/>
                  </a:cubicBezTo>
                  <a:lnTo>
                    <a:pt x="322" y="9633"/>
                  </a:lnTo>
                  <a:cubicBezTo>
                    <a:pt x="322" y="9252"/>
                    <a:pt x="560" y="8918"/>
                    <a:pt x="917" y="8799"/>
                  </a:cubicBezTo>
                  <a:lnTo>
                    <a:pt x="1191" y="8704"/>
                  </a:lnTo>
                  <a:cubicBezTo>
                    <a:pt x="1810" y="9561"/>
                    <a:pt x="2941" y="10097"/>
                    <a:pt x="4180" y="10097"/>
                  </a:cubicBezTo>
                  <a:cubicBezTo>
                    <a:pt x="4727" y="10097"/>
                    <a:pt x="5287" y="10002"/>
                    <a:pt x="5775" y="9788"/>
                  </a:cubicBezTo>
                  <a:cubicBezTo>
                    <a:pt x="5858" y="9764"/>
                    <a:pt x="5894" y="9657"/>
                    <a:pt x="5858" y="9585"/>
                  </a:cubicBezTo>
                  <a:cubicBezTo>
                    <a:pt x="5840" y="9512"/>
                    <a:pt x="5773" y="9481"/>
                    <a:pt x="5711" y="9481"/>
                  </a:cubicBezTo>
                  <a:cubicBezTo>
                    <a:pt x="5692" y="9481"/>
                    <a:pt x="5673" y="9484"/>
                    <a:pt x="5656" y="9490"/>
                  </a:cubicBezTo>
                  <a:cubicBezTo>
                    <a:pt x="5204" y="9680"/>
                    <a:pt x="4704" y="9788"/>
                    <a:pt x="4180" y="9788"/>
                  </a:cubicBezTo>
                  <a:cubicBezTo>
                    <a:pt x="3096" y="9788"/>
                    <a:pt x="2084" y="9347"/>
                    <a:pt x="1513" y="8609"/>
                  </a:cubicBezTo>
                  <a:lnTo>
                    <a:pt x="2727" y="8180"/>
                  </a:lnTo>
                  <a:cubicBezTo>
                    <a:pt x="3061" y="8061"/>
                    <a:pt x="3299" y="7740"/>
                    <a:pt x="3299" y="7383"/>
                  </a:cubicBezTo>
                  <a:lnTo>
                    <a:pt x="3299" y="6823"/>
                  </a:lnTo>
                  <a:cubicBezTo>
                    <a:pt x="3572" y="6930"/>
                    <a:pt x="3870" y="6990"/>
                    <a:pt x="4180" y="6990"/>
                  </a:cubicBezTo>
                  <a:cubicBezTo>
                    <a:pt x="4489" y="6990"/>
                    <a:pt x="4787" y="6930"/>
                    <a:pt x="5061" y="6823"/>
                  </a:cubicBezTo>
                  <a:lnTo>
                    <a:pt x="5061" y="7383"/>
                  </a:lnTo>
                  <a:cubicBezTo>
                    <a:pt x="5061" y="7740"/>
                    <a:pt x="5287" y="8061"/>
                    <a:pt x="5644" y="8180"/>
                  </a:cubicBezTo>
                  <a:lnTo>
                    <a:pt x="6847" y="8609"/>
                  </a:lnTo>
                  <a:cubicBezTo>
                    <a:pt x="6680" y="8823"/>
                    <a:pt x="6478" y="9014"/>
                    <a:pt x="6239" y="9180"/>
                  </a:cubicBezTo>
                  <a:cubicBezTo>
                    <a:pt x="6156" y="9228"/>
                    <a:pt x="6144" y="9323"/>
                    <a:pt x="6192" y="9407"/>
                  </a:cubicBezTo>
                  <a:cubicBezTo>
                    <a:pt x="6216" y="9442"/>
                    <a:pt x="6275" y="9478"/>
                    <a:pt x="6323" y="9478"/>
                  </a:cubicBezTo>
                  <a:cubicBezTo>
                    <a:pt x="6359" y="9478"/>
                    <a:pt x="6382" y="9466"/>
                    <a:pt x="6418" y="9442"/>
                  </a:cubicBezTo>
                  <a:cubicBezTo>
                    <a:pt x="6716" y="9240"/>
                    <a:pt x="6966" y="9002"/>
                    <a:pt x="7156" y="8716"/>
                  </a:cubicBezTo>
                  <a:lnTo>
                    <a:pt x="7430" y="8811"/>
                  </a:lnTo>
                  <a:cubicBezTo>
                    <a:pt x="7787" y="8930"/>
                    <a:pt x="8025" y="9264"/>
                    <a:pt x="8025" y="9645"/>
                  </a:cubicBezTo>
                  <a:lnTo>
                    <a:pt x="8025" y="10990"/>
                  </a:lnTo>
                  <a:cubicBezTo>
                    <a:pt x="8025" y="11085"/>
                    <a:pt x="8097" y="11157"/>
                    <a:pt x="8180" y="11157"/>
                  </a:cubicBezTo>
                  <a:cubicBezTo>
                    <a:pt x="8275" y="11157"/>
                    <a:pt x="8347" y="11085"/>
                    <a:pt x="8347" y="10990"/>
                  </a:cubicBezTo>
                  <a:lnTo>
                    <a:pt x="8347" y="9633"/>
                  </a:lnTo>
                  <a:cubicBezTo>
                    <a:pt x="8323" y="9109"/>
                    <a:pt x="7990" y="8657"/>
                    <a:pt x="7513" y="8478"/>
                  </a:cubicBezTo>
                  <a:lnTo>
                    <a:pt x="6620" y="8168"/>
                  </a:lnTo>
                  <a:cubicBezTo>
                    <a:pt x="6740" y="7978"/>
                    <a:pt x="7013" y="7525"/>
                    <a:pt x="7263" y="6918"/>
                  </a:cubicBezTo>
                  <a:cubicBezTo>
                    <a:pt x="7847" y="5561"/>
                    <a:pt x="7978" y="4489"/>
                    <a:pt x="7978" y="3823"/>
                  </a:cubicBezTo>
                  <a:cubicBezTo>
                    <a:pt x="7978" y="1703"/>
                    <a:pt x="6263" y="1"/>
                    <a:pt x="4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2"/>
            <p:cNvSpPr/>
            <p:nvPr/>
          </p:nvSpPr>
          <p:spPr>
            <a:xfrm>
              <a:off x="8164972" y="2582371"/>
              <a:ext cx="43782" cy="15492"/>
            </a:xfrm>
            <a:custGeom>
              <a:avLst/>
              <a:gdLst/>
              <a:ahLst/>
              <a:cxnLst/>
              <a:rect l="l" t="t" r="r" b="b"/>
              <a:pathLst>
                <a:path w="1382" h="489" extrusionOk="0">
                  <a:moveTo>
                    <a:pt x="179" y="0"/>
                  </a:moveTo>
                  <a:cubicBezTo>
                    <a:pt x="140" y="0"/>
                    <a:pt x="101" y="12"/>
                    <a:pt x="72" y="36"/>
                  </a:cubicBezTo>
                  <a:cubicBezTo>
                    <a:pt x="0" y="96"/>
                    <a:pt x="0" y="203"/>
                    <a:pt x="72" y="262"/>
                  </a:cubicBezTo>
                  <a:cubicBezTo>
                    <a:pt x="203" y="393"/>
                    <a:pt x="441" y="489"/>
                    <a:pt x="703" y="489"/>
                  </a:cubicBezTo>
                  <a:cubicBezTo>
                    <a:pt x="965" y="489"/>
                    <a:pt x="1191" y="393"/>
                    <a:pt x="1346" y="262"/>
                  </a:cubicBezTo>
                  <a:cubicBezTo>
                    <a:pt x="1381" y="203"/>
                    <a:pt x="1381" y="120"/>
                    <a:pt x="1322" y="36"/>
                  </a:cubicBezTo>
                  <a:cubicBezTo>
                    <a:pt x="1292" y="12"/>
                    <a:pt x="1250" y="0"/>
                    <a:pt x="1209" y="0"/>
                  </a:cubicBezTo>
                  <a:cubicBezTo>
                    <a:pt x="1167" y="0"/>
                    <a:pt x="1125" y="12"/>
                    <a:pt x="1096" y="36"/>
                  </a:cubicBezTo>
                  <a:cubicBezTo>
                    <a:pt x="1036" y="96"/>
                    <a:pt x="881" y="179"/>
                    <a:pt x="691" y="179"/>
                  </a:cubicBezTo>
                  <a:cubicBezTo>
                    <a:pt x="488" y="179"/>
                    <a:pt x="346" y="96"/>
                    <a:pt x="286" y="36"/>
                  </a:cubicBezTo>
                  <a:cubicBezTo>
                    <a:pt x="256" y="12"/>
                    <a:pt x="218" y="0"/>
                    <a:pt x="1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2"/>
            <p:cNvSpPr/>
            <p:nvPr/>
          </p:nvSpPr>
          <p:spPr>
            <a:xfrm>
              <a:off x="8141592" y="2519137"/>
              <a:ext cx="18501" cy="13844"/>
            </a:xfrm>
            <a:custGeom>
              <a:avLst/>
              <a:gdLst/>
              <a:ahLst/>
              <a:cxnLst/>
              <a:rect l="l" t="t" r="r" b="b"/>
              <a:pathLst>
                <a:path w="584" h="437" extrusionOk="0">
                  <a:moveTo>
                    <a:pt x="404" y="1"/>
                  </a:moveTo>
                  <a:cubicBezTo>
                    <a:pt x="381" y="1"/>
                    <a:pt x="357" y="7"/>
                    <a:pt x="333" y="20"/>
                  </a:cubicBezTo>
                  <a:lnTo>
                    <a:pt x="119" y="115"/>
                  </a:lnTo>
                  <a:cubicBezTo>
                    <a:pt x="48" y="163"/>
                    <a:pt x="0" y="258"/>
                    <a:pt x="48" y="341"/>
                  </a:cubicBezTo>
                  <a:cubicBezTo>
                    <a:pt x="71" y="401"/>
                    <a:pt x="131" y="437"/>
                    <a:pt x="191" y="437"/>
                  </a:cubicBezTo>
                  <a:cubicBezTo>
                    <a:pt x="226" y="437"/>
                    <a:pt x="238" y="437"/>
                    <a:pt x="274" y="413"/>
                  </a:cubicBezTo>
                  <a:lnTo>
                    <a:pt x="476" y="318"/>
                  </a:lnTo>
                  <a:cubicBezTo>
                    <a:pt x="548" y="270"/>
                    <a:pt x="583" y="163"/>
                    <a:pt x="548" y="91"/>
                  </a:cubicBezTo>
                  <a:cubicBezTo>
                    <a:pt x="522" y="40"/>
                    <a:pt x="465" y="1"/>
                    <a:pt x="4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2"/>
            <p:cNvSpPr/>
            <p:nvPr/>
          </p:nvSpPr>
          <p:spPr>
            <a:xfrm>
              <a:off x="8211731" y="2518409"/>
              <a:ext cx="18881" cy="13812"/>
            </a:xfrm>
            <a:custGeom>
              <a:avLst/>
              <a:gdLst/>
              <a:ahLst/>
              <a:cxnLst/>
              <a:rect l="l" t="t" r="r" b="b"/>
              <a:pathLst>
                <a:path w="596" h="436" extrusionOk="0">
                  <a:moveTo>
                    <a:pt x="208" y="0"/>
                  </a:moveTo>
                  <a:cubicBezTo>
                    <a:pt x="148" y="0"/>
                    <a:pt x="83" y="39"/>
                    <a:pt x="48" y="91"/>
                  </a:cubicBezTo>
                  <a:cubicBezTo>
                    <a:pt x="1" y="174"/>
                    <a:pt x="48" y="269"/>
                    <a:pt x="120" y="317"/>
                  </a:cubicBezTo>
                  <a:lnTo>
                    <a:pt x="334" y="424"/>
                  </a:lnTo>
                  <a:cubicBezTo>
                    <a:pt x="358" y="436"/>
                    <a:pt x="382" y="436"/>
                    <a:pt x="405" y="436"/>
                  </a:cubicBezTo>
                  <a:cubicBezTo>
                    <a:pt x="465" y="436"/>
                    <a:pt x="524" y="412"/>
                    <a:pt x="560" y="353"/>
                  </a:cubicBezTo>
                  <a:cubicBezTo>
                    <a:pt x="596" y="257"/>
                    <a:pt x="572" y="174"/>
                    <a:pt x="477" y="126"/>
                  </a:cubicBezTo>
                  <a:lnTo>
                    <a:pt x="274" y="19"/>
                  </a:lnTo>
                  <a:cubicBezTo>
                    <a:pt x="255" y="6"/>
                    <a:pt x="232" y="0"/>
                    <a:pt x="2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3" name="Google Shape;1223;p42"/>
          <p:cNvGrpSpPr/>
          <p:nvPr/>
        </p:nvGrpSpPr>
        <p:grpSpPr>
          <a:xfrm>
            <a:off x="4421275" y="1992477"/>
            <a:ext cx="267854" cy="355735"/>
            <a:chOff x="4903389" y="1500214"/>
            <a:chExt cx="267854" cy="355735"/>
          </a:xfrm>
        </p:grpSpPr>
        <p:sp>
          <p:nvSpPr>
            <p:cNvPr id="1224" name="Google Shape;1224;p42"/>
            <p:cNvSpPr/>
            <p:nvPr/>
          </p:nvSpPr>
          <p:spPr>
            <a:xfrm>
              <a:off x="4997700" y="1611854"/>
              <a:ext cx="10201" cy="16252"/>
            </a:xfrm>
            <a:custGeom>
              <a:avLst/>
              <a:gdLst/>
              <a:ahLst/>
              <a:cxnLst/>
              <a:rect l="l" t="t" r="r" b="b"/>
              <a:pathLst>
                <a:path w="322" h="513" extrusionOk="0">
                  <a:moveTo>
                    <a:pt x="167" y="1"/>
                  </a:moveTo>
                  <a:cubicBezTo>
                    <a:pt x="72" y="1"/>
                    <a:pt x="0" y="84"/>
                    <a:pt x="0" y="167"/>
                  </a:cubicBezTo>
                  <a:lnTo>
                    <a:pt x="0" y="346"/>
                  </a:lnTo>
                  <a:cubicBezTo>
                    <a:pt x="0" y="441"/>
                    <a:pt x="72" y="513"/>
                    <a:pt x="167" y="513"/>
                  </a:cubicBezTo>
                  <a:cubicBezTo>
                    <a:pt x="250" y="513"/>
                    <a:pt x="322" y="441"/>
                    <a:pt x="322" y="346"/>
                  </a:cubicBezTo>
                  <a:lnTo>
                    <a:pt x="322" y="167"/>
                  </a:lnTo>
                  <a:cubicBezTo>
                    <a:pt x="322" y="84"/>
                    <a:pt x="250"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2"/>
            <p:cNvSpPr/>
            <p:nvPr/>
          </p:nvSpPr>
          <p:spPr>
            <a:xfrm>
              <a:off x="5064830" y="1611854"/>
              <a:ext cx="10233" cy="16252"/>
            </a:xfrm>
            <a:custGeom>
              <a:avLst/>
              <a:gdLst/>
              <a:ahLst/>
              <a:cxnLst/>
              <a:rect l="l" t="t" r="r" b="b"/>
              <a:pathLst>
                <a:path w="323" h="513" extrusionOk="0">
                  <a:moveTo>
                    <a:pt x="156" y="1"/>
                  </a:moveTo>
                  <a:cubicBezTo>
                    <a:pt x="72" y="1"/>
                    <a:pt x="1" y="84"/>
                    <a:pt x="1" y="167"/>
                  </a:cubicBezTo>
                  <a:lnTo>
                    <a:pt x="1" y="346"/>
                  </a:lnTo>
                  <a:cubicBezTo>
                    <a:pt x="1" y="441"/>
                    <a:pt x="72" y="513"/>
                    <a:pt x="156" y="513"/>
                  </a:cubicBezTo>
                  <a:cubicBezTo>
                    <a:pt x="251" y="513"/>
                    <a:pt x="322" y="441"/>
                    <a:pt x="322" y="346"/>
                  </a:cubicBezTo>
                  <a:lnTo>
                    <a:pt x="322" y="167"/>
                  </a:lnTo>
                  <a:cubicBezTo>
                    <a:pt x="322" y="84"/>
                    <a:pt x="251" y="1"/>
                    <a:pt x="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2"/>
            <p:cNvSpPr/>
            <p:nvPr/>
          </p:nvSpPr>
          <p:spPr>
            <a:xfrm>
              <a:off x="5013160" y="1650820"/>
              <a:ext cx="45302" cy="15777"/>
            </a:xfrm>
            <a:custGeom>
              <a:avLst/>
              <a:gdLst/>
              <a:ahLst/>
              <a:cxnLst/>
              <a:rect l="l" t="t" r="r" b="b"/>
              <a:pathLst>
                <a:path w="1430" h="498" extrusionOk="0">
                  <a:moveTo>
                    <a:pt x="188" y="0"/>
                  </a:moveTo>
                  <a:cubicBezTo>
                    <a:pt x="146" y="0"/>
                    <a:pt x="102" y="15"/>
                    <a:pt x="60" y="45"/>
                  </a:cubicBezTo>
                  <a:cubicBezTo>
                    <a:pt x="1" y="104"/>
                    <a:pt x="1" y="199"/>
                    <a:pt x="60" y="283"/>
                  </a:cubicBezTo>
                  <a:cubicBezTo>
                    <a:pt x="203" y="414"/>
                    <a:pt x="453" y="497"/>
                    <a:pt x="703" y="497"/>
                  </a:cubicBezTo>
                  <a:cubicBezTo>
                    <a:pt x="953" y="497"/>
                    <a:pt x="1215" y="414"/>
                    <a:pt x="1346" y="283"/>
                  </a:cubicBezTo>
                  <a:cubicBezTo>
                    <a:pt x="1429" y="223"/>
                    <a:pt x="1429" y="116"/>
                    <a:pt x="1370" y="45"/>
                  </a:cubicBezTo>
                  <a:cubicBezTo>
                    <a:pt x="1340" y="15"/>
                    <a:pt x="1301" y="0"/>
                    <a:pt x="1260" y="0"/>
                  </a:cubicBezTo>
                  <a:cubicBezTo>
                    <a:pt x="1218" y="0"/>
                    <a:pt x="1173" y="15"/>
                    <a:pt x="1132" y="45"/>
                  </a:cubicBezTo>
                  <a:cubicBezTo>
                    <a:pt x="1072" y="104"/>
                    <a:pt x="929" y="176"/>
                    <a:pt x="715" y="176"/>
                  </a:cubicBezTo>
                  <a:cubicBezTo>
                    <a:pt x="513" y="176"/>
                    <a:pt x="358" y="104"/>
                    <a:pt x="298" y="45"/>
                  </a:cubicBezTo>
                  <a:cubicBezTo>
                    <a:pt x="268" y="15"/>
                    <a:pt x="230" y="0"/>
                    <a:pt x="1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2"/>
            <p:cNvSpPr/>
            <p:nvPr/>
          </p:nvSpPr>
          <p:spPr>
            <a:xfrm>
              <a:off x="4903389" y="1500214"/>
              <a:ext cx="267854" cy="355735"/>
            </a:xfrm>
            <a:custGeom>
              <a:avLst/>
              <a:gdLst/>
              <a:ahLst/>
              <a:cxnLst/>
              <a:rect l="l" t="t" r="r" b="b"/>
              <a:pathLst>
                <a:path w="8455" h="11229" extrusionOk="0">
                  <a:moveTo>
                    <a:pt x="1382" y="3144"/>
                  </a:moveTo>
                  <a:lnTo>
                    <a:pt x="1382" y="3394"/>
                  </a:lnTo>
                  <a:cubicBezTo>
                    <a:pt x="1180" y="3489"/>
                    <a:pt x="1025" y="3691"/>
                    <a:pt x="1025" y="3941"/>
                  </a:cubicBezTo>
                  <a:cubicBezTo>
                    <a:pt x="1025" y="4275"/>
                    <a:pt x="1299" y="4537"/>
                    <a:pt x="1620" y="4537"/>
                  </a:cubicBezTo>
                  <a:lnTo>
                    <a:pt x="1739" y="4537"/>
                  </a:lnTo>
                  <a:cubicBezTo>
                    <a:pt x="1811" y="5073"/>
                    <a:pt x="2073" y="5549"/>
                    <a:pt x="2430" y="5930"/>
                  </a:cubicBezTo>
                  <a:cubicBezTo>
                    <a:pt x="2362" y="5952"/>
                    <a:pt x="2270" y="5961"/>
                    <a:pt x="2172" y="5961"/>
                  </a:cubicBezTo>
                  <a:cubicBezTo>
                    <a:pt x="2116" y="5961"/>
                    <a:pt x="2058" y="5958"/>
                    <a:pt x="2001" y="5954"/>
                  </a:cubicBezTo>
                  <a:cubicBezTo>
                    <a:pt x="1656" y="5894"/>
                    <a:pt x="1370" y="5644"/>
                    <a:pt x="1251" y="5299"/>
                  </a:cubicBezTo>
                  <a:cubicBezTo>
                    <a:pt x="1203" y="5168"/>
                    <a:pt x="1192" y="5037"/>
                    <a:pt x="1203" y="4894"/>
                  </a:cubicBezTo>
                  <a:cubicBezTo>
                    <a:pt x="1215" y="4715"/>
                    <a:pt x="1144" y="4537"/>
                    <a:pt x="989" y="4442"/>
                  </a:cubicBezTo>
                  <a:cubicBezTo>
                    <a:pt x="751" y="4275"/>
                    <a:pt x="620" y="3989"/>
                    <a:pt x="691" y="3703"/>
                  </a:cubicBezTo>
                  <a:cubicBezTo>
                    <a:pt x="751" y="3429"/>
                    <a:pt x="965" y="3203"/>
                    <a:pt x="1251" y="3156"/>
                  </a:cubicBezTo>
                  <a:cubicBezTo>
                    <a:pt x="1299" y="3144"/>
                    <a:pt x="1334" y="3144"/>
                    <a:pt x="1382" y="3144"/>
                  </a:cubicBezTo>
                  <a:close/>
                  <a:moveTo>
                    <a:pt x="7002" y="3144"/>
                  </a:moveTo>
                  <a:cubicBezTo>
                    <a:pt x="7037" y="3144"/>
                    <a:pt x="7085" y="3144"/>
                    <a:pt x="7145" y="3156"/>
                  </a:cubicBezTo>
                  <a:cubicBezTo>
                    <a:pt x="7430" y="3203"/>
                    <a:pt x="7669" y="3441"/>
                    <a:pt x="7716" y="3703"/>
                  </a:cubicBezTo>
                  <a:cubicBezTo>
                    <a:pt x="7776" y="3989"/>
                    <a:pt x="7657" y="4275"/>
                    <a:pt x="7418" y="4442"/>
                  </a:cubicBezTo>
                  <a:cubicBezTo>
                    <a:pt x="7264" y="4537"/>
                    <a:pt x="7180" y="4715"/>
                    <a:pt x="7192" y="4894"/>
                  </a:cubicBezTo>
                  <a:cubicBezTo>
                    <a:pt x="7204" y="5037"/>
                    <a:pt x="7192" y="5168"/>
                    <a:pt x="7145" y="5299"/>
                  </a:cubicBezTo>
                  <a:cubicBezTo>
                    <a:pt x="7037" y="5632"/>
                    <a:pt x="6740" y="5894"/>
                    <a:pt x="6406" y="5954"/>
                  </a:cubicBezTo>
                  <a:cubicBezTo>
                    <a:pt x="6348" y="5966"/>
                    <a:pt x="6290" y="5971"/>
                    <a:pt x="6233" y="5971"/>
                  </a:cubicBezTo>
                  <a:cubicBezTo>
                    <a:pt x="6126" y="5971"/>
                    <a:pt x="6023" y="5953"/>
                    <a:pt x="5930" y="5930"/>
                  </a:cubicBezTo>
                  <a:cubicBezTo>
                    <a:pt x="6287" y="5549"/>
                    <a:pt x="6537" y="5073"/>
                    <a:pt x="6609" y="4537"/>
                  </a:cubicBezTo>
                  <a:lnTo>
                    <a:pt x="6728" y="4537"/>
                  </a:lnTo>
                  <a:cubicBezTo>
                    <a:pt x="7061" y="4537"/>
                    <a:pt x="7323" y="4275"/>
                    <a:pt x="7323" y="3941"/>
                  </a:cubicBezTo>
                  <a:cubicBezTo>
                    <a:pt x="7323" y="3703"/>
                    <a:pt x="7168" y="3501"/>
                    <a:pt x="6966" y="3394"/>
                  </a:cubicBezTo>
                  <a:lnTo>
                    <a:pt x="6966" y="3144"/>
                  </a:lnTo>
                  <a:close/>
                  <a:moveTo>
                    <a:pt x="4216" y="346"/>
                  </a:moveTo>
                  <a:cubicBezTo>
                    <a:pt x="5585" y="346"/>
                    <a:pt x="6680" y="1441"/>
                    <a:pt x="6680" y="2810"/>
                  </a:cubicBezTo>
                  <a:lnTo>
                    <a:pt x="6680" y="3346"/>
                  </a:lnTo>
                  <a:lnTo>
                    <a:pt x="6668" y="3346"/>
                  </a:lnTo>
                  <a:cubicBezTo>
                    <a:pt x="6502" y="3346"/>
                    <a:pt x="6347" y="3322"/>
                    <a:pt x="6192" y="3287"/>
                  </a:cubicBezTo>
                  <a:cubicBezTo>
                    <a:pt x="6180" y="3283"/>
                    <a:pt x="6167" y="3281"/>
                    <a:pt x="6154" y="3281"/>
                  </a:cubicBezTo>
                  <a:cubicBezTo>
                    <a:pt x="6081" y="3281"/>
                    <a:pt x="6008" y="3335"/>
                    <a:pt x="5978" y="3406"/>
                  </a:cubicBezTo>
                  <a:cubicBezTo>
                    <a:pt x="5954" y="3501"/>
                    <a:pt x="6014" y="3584"/>
                    <a:pt x="6097" y="3620"/>
                  </a:cubicBezTo>
                  <a:cubicBezTo>
                    <a:pt x="6299" y="3680"/>
                    <a:pt x="6490" y="3691"/>
                    <a:pt x="6668" y="3691"/>
                  </a:cubicBezTo>
                  <a:lnTo>
                    <a:pt x="6752" y="3691"/>
                  </a:lnTo>
                  <a:cubicBezTo>
                    <a:pt x="6907" y="3691"/>
                    <a:pt x="7026" y="3810"/>
                    <a:pt x="7026" y="3965"/>
                  </a:cubicBezTo>
                  <a:cubicBezTo>
                    <a:pt x="7026" y="4108"/>
                    <a:pt x="6907" y="4227"/>
                    <a:pt x="6752" y="4227"/>
                  </a:cubicBezTo>
                  <a:lnTo>
                    <a:pt x="6656" y="4227"/>
                  </a:lnTo>
                  <a:lnTo>
                    <a:pt x="6656" y="4215"/>
                  </a:lnTo>
                  <a:cubicBezTo>
                    <a:pt x="6656" y="4120"/>
                    <a:pt x="6573" y="4049"/>
                    <a:pt x="6490" y="4049"/>
                  </a:cubicBezTo>
                  <a:cubicBezTo>
                    <a:pt x="6395" y="4049"/>
                    <a:pt x="6323" y="4120"/>
                    <a:pt x="6323" y="4215"/>
                  </a:cubicBezTo>
                  <a:cubicBezTo>
                    <a:pt x="6323" y="5370"/>
                    <a:pt x="5371" y="6323"/>
                    <a:pt x="4216" y="6323"/>
                  </a:cubicBezTo>
                  <a:cubicBezTo>
                    <a:pt x="3037" y="6311"/>
                    <a:pt x="2084" y="5358"/>
                    <a:pt x="2084" y="4203"/>
                  </a:cubicBezTo>
                  <a:cubicBezTo>
                    <a:pt x="2084" y="4108"/>
                    <a:pt x="2013" y="4037"/>
                    <a:pt x="1918" y="4037"/>
                  </a:cubicBezTo>
                  <a:cubicBezTo>
                    <a:pt x="1834" y="4037"/>
                    <a:pt x="1763" y="4108"/>
                    <a:pt x="1763" y="4203"/>
                  </a:cubicBezTo>
                  <a:lnTo>
                    <a:pt x="1763" y="4215"/>
                  </a:lnTo>
                  <a:lnTo>
                    <a:pt x="1656" y="4215"/>
                  </a:lnTo>
                  <a:cubicBezTo>
                    <a:pt x="1501" y="4215"/>
                    <a:pt x="1382" y="4096"/>
                    <a:pt x="1382" y="3941"/>
                  </a:cubicBezTo>
                  <a:cubicBezTo>
                    <a:pt x="1382" y="3799"/>
                    <a:pt x="1501" y="3680"/>
                    <a:pt x="1656" y="3680"/>
                  </a:cubicBezTo>
                  <a:lnTo>
                    <a:pt x="1739" y="3680"/>
                  </a:lnTo>
                  <a:cubicBezTo>
                    <a:pt x="2918" y="3680"/>
                    <a:pt x="3847" y="2667"/>
                    <a:pt x="4180" y="2215"/>
                  </a:cubicBezTo>
                  <a:lnTo>
                    <a:pt x="4216" y="2215"/>
                  </a:lnTo>
                  <a:cubicBezTo>
                    <a:pt x="4418" y="2489"/>
                    <a:pt x="4871" y="2977"/>
                    <a:pt x="5454" y="3322"/>
                  </a:cubicBezTo>
                  <a:cubicBezTo>
                    <a:pt x="5476" y="3337"/>
                    <a:pt x="5502" y="3344"/>
                    <a:pt x="5528" y="3344"/>
                  </a:cubicBezTo>
                  <a:cubicBezTo>
                    <a:pt x="5586" y="3344"/>
                    <a:pt x="5644" y="3312"/>
                    <a:pt x="5668" y="3263"/>
                  </a:cubicBezTo>
                  <a:cubicBezTo>
                    <a:pt x="5716" y="3191"/>
                    <a:pt x="5680" y="3084"/>
                    <a:pt x="5609" y="3037"/>
                  </a:cubicBezTo>
                  <a:cubicBezTo>
                    <a:pt x="5073" y="2727"/>
                    <a:pt x="4680" y="2263"/>
                    <a:pt x="4478" y="2025"/>
                  </a:cubicBezTo>
                  <a:cubicBezTo>
                    <a:pt x="4418" y="1929"/>
                    <a:pt x="4323" y="1894"/>
                    <a:pt x="4216" y="1894"/>
                  </a:cubicBezTo>
                  <a:cubicBezTo>
                    <a:pt x="4109" y="1894"/>
                    <a:pt x="4001" y="1941"/>
                    <a:pt x="3942" y="2025"/>
                  </a:cubicBezTo>
                  <a:cubicBezTo>
                    <a:pt x="2989" y="3227"/>
                    <a:pt x="2096" y="3346"/>
                    <a:pt x="1763" y="3346"/>
                  </a:cubicBezTo>
                  <a:lnTo>
                    <a:pt x="1739" y="3346"/>
                  </a:lnTo>
                  <a:lnTo>
                    <a:pt x="1739" y="2810"/>
                  </a:lnTo>
                  <a:cubicBezTo>
                    <a:pt x="1739" y="1453"/>
                    <a:pt x="2846" y="346"/>
                    <a:pt x="4216" y="346"/>
                  </a:cubicBezTo>
                  <a:close/>
                  <a:moveTo>
                    <a:pt x="5085" y="6477"/>
                  </a:moveTo>
                  <a:lnTo>
                    <a:pt x="5085" y="7359"/>
                  </a:lnTo>
                  <a:cubicBezTo>
                    <a:pt x="5085" y="7847"/>
                    <a:pt x="4692" y="8252"/>
                    <a:pt x="4192" y="8252"/>
                  </a:cubicBezTo>
                  <a:cubicBezTo>
                    <a:pt x="3704" y="8252"/>
                    <a:pt x="3299" y="7847"/>
                    <a:pt x="3299" y="7359"/>
                  </a:cubicBezTo>
                  <a:lnTo>
                    <a:pt x="3299" y="6477"/>
                  </a:lnTo>
                  <a:cubicBezTo>
                    <a:pt x="3573" y="6585"/>
                    <a:pt x="3882" y="6644"/>
                    <a:pt x="4192" y="6644"/>
                  </a:cubicBezTo>
                  <a:cubicBezTo>
                    <a:pt x="4513" y="6644"/>
                    <a:pt x="4811" y="6585"/>
                    <a:pt x="5085" y="6477"/>
                  </a:cubicBezTo>
                  <a:close/>
                  <a:moveTo>
                    <a:pt x="5430" y="7061"/>
                  </a:moveTo>
                  <a:lnTo>
                    <a:pt x="5883" y="7204"/>
                  </a:lnTo>
                  <a:cubicBezTo>
                    <a:pt x="5954" y="7239"/>
                    <a:pt x="6002" y="7299"/>
                    <a:pt x="6002" y="7370"/>
                  </a:cubicBezTo>
                  <a:cubicBezTo>
                    <a:pt x="6014" y="7990"/>
                    <a:pt x="5883" y="8502"/>
                    <a:pt x="5752" y="8799"/>
                  </a:cubicBezTo>
                  <a:cubicBezTo>
                    <a:pt x="5664" y="9003"/>
                    <a:pt x="5465" y="9128"/>
                    <a:pt x="5259" y="9128"/>
                  </a:cubicBezTo>
                  <a:cubicBezTo>
                    <a:pt x="5213" y="9128"/>
                    <a:pt x="5166" y="9122"/>
                    <a:pt x="5121" y="9109"/>
                  </a:cubicBezTo>
                  <a:lnTo>
                    <a:pt x="4240" y="8883"/>
                  </a:lnTo>
                  <a:lnTo>
                    <a:pt x="4168" y="8883"/>
                  </a:lnTo>
                  <a:lnTo>
                    <a:pt x="3287" y="9109"/>
                  </a:lnTo>
                  <a:cubicBezTo>
                    <a:pt x="3247" y="9118"/>
                    <a:pt x="3205" y="9123"/>
                    <a:pt x="3164" y="9123"/>
                  </a:cubicBezTo>
                  <a:cubicBezTo>
                    <a:pt x="2953" y="9123"/>
                    <a:pt x="2748" y="8999"/>
                    <a:pt x="2668" y="8799"/>
                  </a:cubicBezTo>
                  <a:cubicBezTo>
                    <a:pt x="2525" y="8490"/>
                    <a:pt x="2394" y="7990"/>
                    <a:pt x="2430" y="7370"/>
                  </a:cubicBezTo>
                  <a:cubicBezTo>
                    <a:pt x="2430" y="7299"/>
                    <a:pt x="2489" y="7216"/>
                    <a:pt x="2549" y="7204"/>
                  </a:cubicBezTo>
                  <a:lnTo>
                    <a:pt x="2989" y="7061"/>
                  </a:lnTo>
                  <a:lnTo>
                    <a:pt x="2989" y="7359"/>
                  </a:lnTo>
                  <a:cubicBezTo>
                    <a:pt x="2989" y="8025"/>
                    <a:pt x="3537" y="8573"/>
                    <a:pt x="4216" y="8573"/>
                  </a:cubicBezTo>
                  <a:cubicBezTo>
                    <a:pt x="4882" y="8573"/>
                    <a:pt x="5430" y="8025"/>
                    <a:pt x="5430" y="7359"/>
                  </a:cubicBezTo>
                  <a:lnTo>
                    <a:pt x="5430" y="7061"/>
                  </a:lnTo>
                  <a:close/>
                  <a:moveTo>
                    <a:pt x="4204" y="0"/>
                  </a:moveTo>
                  <a:cubicBezTo>
                    <a:pt x="2656" y="0"/>
                    <a:pt x="1406" y="1251"/>
                    <a:pt x="1406" y="2798"/>
                  </a:cubicBezTo>
                  <a:lnTo>
                    <a:pt x="1406" y="2810"/>
                  </a:lnTo>
                  <a:cubicBezTo>
                    <a:pt x="1346" y="2810"/>
                    <a:pt x="1263" y="2810"/>
                    <a:pt x="1203" y="2822"/>
                  </a:cubicBezTo>
                  <a:cubicBezTo>
                    <a:pt x="787" y="2906"/>
                    <a:pt x="453" y="3227"/>
                    <a:pt x="370" y="3644"/>
                  </a:cubicBezTo>
                  <a:cubicBezTo>
                    <a:pt x="287" y="4061"/>
                    <a:pt x="465" y="4477"/>
                    <a:pt x="811" y="4715"/>
                  </a:cubicBezTo>
                  <a:cubicBezTo>
                    <a:pt x="870" y="4751"/>
                    <a:pt x="894" y="4823"/>
                    <a:pt x="882" y="4882"/>
                  </a:cubicBezTo>
                  <a:cubicBezTo>
                    <a:pt x="870" y="5061"/>
                    <a:pt x="882" y="5239"/>
                    <a:pt x="941" y="5418"/>
                  </a:cubicBezTo>
                  <a:cubicBezTo>
                    <a:pt x="1084" y="5858"/>
                    <a:pt x="1477" y="6204"/>
                    <a:pt x="1942" y="6299"/>
                  </a:cubicBezTo>
                  <a:cubicBezTo>
                    <a:pt x="2013" y="6311"/>
                    <a:pt x="2096" y="6311"/>
                    <a:pt x="2180" y="6311"/>
                  </a:cubicBezTo>
                  <a:cubicBezTo>
                    <a:pt x="2370" y="6311"/>
                    <a:pt x="2561" y="6263"/>
                    <a:pt x="2739" y="6180"/>
                  </a:cubicBezTo>
                  <a:cubicBezTo>
                    <a:pt x="2811" y="6239"/>
                    <a:pt x="2894" y="6275"/>
                    <a:pt x="2977" y="6323"/>
                  </a:cubicBezTo>
                  <a:lnTo>
                    <a:pt x="2977" y="6716"/>
                  </a:lnTo>
                  <a:lnTo>
                    <a:pt x="2430" y="6906"/>
                  </a:lnTo>
                  <a:cubicBezTo>
                    <a:pt x="2239" y="6978"/>
                    <a:pt x="2096" y="7156"/>
                    <a:pt x="2084" y="7370"/>
                  </a:cubicBezTo>
                  <a:lnTo>
                    <a:pt x="2084" y="7394"/>
                  </a:lnTo>
                  <a:lnTo>
                    <a:pt x="822" y="7847"/>
                  </a:lnTo>
                  <a:cubicBezTo>
                    <a:pt x="334" y="8025"/>
                    <a:pt x="1" y="8466"/>
                    <a:pt x="1" y="8990"/>
                  </a:cubicBezTo>
                  <a:lnTo>
                    <a:pt x="1" y="11061"/>
                  </a:lnTo>
                  <a:cubicBezTo>
                    <a:pt x="1" y="11145"/>
                    <a:pt x="72" y="11228"/>
                    <a:pt x="168" y="11228"/>
                  </a:cubicBezTo>
                  <a:cubicBezTo>
                    <a:pt x="251" y="11228"/>
                    <a:pt x="334" y="11145"/>
                    <a:pt x="334" y="11061"/>
                  </a:cubicBezTo>
                  <a:lnTo>
                    <a:pt x="334" y="8990"/>
                  </a:lnTo>
                  <a:cubicBezTo>
                    <a:pt x="334" y="8883"/>
                    <a:pt x="346" y="8787"/>
                    <a:pt x="394" y="8680"/>
                  </a:cubicBezTo>
                  <a:lnTo>
                    <a:pt x="1227" y="9395"/>
                  </a:lnTo>
                  <a:cubicBezTo>
                    <a:pt x="1346" y="9490"/>
                    <a:pt x="1418" y="9645"/>
                    <a:pt x="1418" y="9787"/>
                  </a:cubicBezTo>
                  <a:lnTo>
                    <a:pt x="1418" y="11061"/>
                  </a:lnTo>
                  <a:cubicBezTo>
                    <a:pt x="1418" y="11145"/>
                    <a:pt x="1489" y="11228"/>
                    <a:pt x="1584" y="11228"/>
                  </a:cubicBezTo>
                  <a:cubicBezTo>
                    <a:pt x="1668" y="11228"/>
                    <a:pt x="1739" y="11145"/>
                    <a:pt x="1739" y="11061"/>
                  </a:cubicBezTo>
                  <a:lnTo>
                    <a:pt x="1739" y="9787"/>
                  </a:lnTo>
                  <a:cubicBezTo>
                    <a:pt x="1739" y="9537"/>
                    <a:pt x="1644" y="9299"/>
                    <a:pt x="1442" y="9144"/>
                  </a:cubicBezTo>
                  <a:lnTo>
                    <a:pt x="584" y="8394"/>
                  </a:lnTo>
                  <a:cubicBezTo>
                    <a:pt x="668" y="8287"/>
                    <a:pt x="811" y="8204"/>
                    <a:pt x="941" y="8156"/>
                  </a:cubicBezTo>
                  <a:lnTo>
                    <a:pt x="2096" y="7751"/>
                  </a:lnTo>
                  <a:cubicBezTo>
                    <a:pt x="2132" y="8263"/>
                    <a:pt x="2251" y="8680"/>
                    <a:pt x="2370" y="8942"/>
                  </a:cubicBezTo>
                  <a:cubicBezTo>
                    <a:pt x="2508" y="9277"/>
                    <a:pt x="2825" y="9481"/>
                    <a:pt x="3167" y="9481"/>
                  </a:cubicBezTo>
                  <a:cubicBezTo>
                    <a:pt x="3238" y="9481"/>
                    <a:pt x="3310" y="9473"/>
                    <a:pt x="3382" y="9454"/>
                  </a:cubicBezTo>
                  <a:lnTo>
                    <a:pt x="4061" y="9287"/>
                  </a:lnTo>
                  <a:lnTo>
                    <a:pt x="4061" y="9823"/>
                  </a:lnTo>
                  <a:cubicBezTo>
                    <a:pt x="4061" y="9918"/>
                    <a:pt x="4144" y="9990"/>
                    <a:pt x="4228" y="9990"/>
                  </a:cubicBezTo>
                  <a:cubicBezTo>
                    <a:pt x="4311" y="9990"/>
                    <a:pt x="4394" y="9918"/>
                    <a:pt x="4394" y="9823"/>
                  </a:cubicBezTo>
                  <a:lnTo>
                    <a:pt x="4394" y="9287"/>
                  </a:lnTo>
                  <a:lnTo>
                    <a:pt x="5073" y="9454"/>
                  </a:lnTo>
                  <a:cubicBezTo>
                    <a:pt x="5144" y="9466"/>
                    <a:pt x="5228" y="9478"/>
                    <a:pt x="5287" y="9478"/>
                  </a:cubicBezTo>
                  <a:cubicBezTo>
                    <a:pt x="5621" y="9478"/>
                    <a:pt x="5942" y="9275"/>
                    <a:pt x="6085" y="8942"/>
                  </a:cubicBezTo>
                  <a:cubicBezTo>
                    <a:pt x="6204" y="8680"/>
                    <a:pt x="6323" y="8263"/>
                    <a:pt x="6359" y="7751"/>
                  </a:cubicBezTo>
                  <a:lnTo>
                    <a:pt x="7514" y="8156"/>
                  </a:lnTo>
                  <a:cubicBezTo>
                    <a:pt x="7669" y="8204"/>
                    <a:pt x="7788" y="8287"/>
                    <a:pt x="7871" y="8394"/>
                  </a:cubicBezTo>
                  <a:lnTo>
                    <a:pt x="7014" y="9133"/>
                  </a:lnTo>
                  <a:cubicBezTo>
                    <a:pt x="6823" y="9299"/>
                    <a:pt x="6716" y="9537"/>
                    <a:pt x="6716" y="9787"/>
                  </a:cubicBezTo>
                  <a:lnTo>
                    <a:pt x="6716" y="11061"/>
                  </a:lnTo>
                  <a:cubicBezTo>
                    <a:pt x="6716" y="11145"/>
                    <a:pt x="6787" y="11216"/>
                    <a:pt x="6871" y="11216"/>
                  </a:cubicBezTo>
                  <a:cubicBezTo>
                    <a:pt x="6966" y="11216"/>
                    <a:pt x="7037" y="11145"/>
                    <a:pt x="7037" y="11061"/>
                  </a:cubicBezTo>
                  <a:lnTo>
                    <a:pt x="7037" y="9787"/>
                  </a:lnTo>
                  <a:cubicBezTo>
                    <a:pt x="7037" y="9633"/>
                    <a:pt x="7109" y="9478"/>
                    <a:pt x="7228" y="9395"/>
                  </a:cubicBezTo>
                  <a:lnTo>
                    <a:pt x="8061" y="8680"/>
                  </a:lnTo>
                  <a:cubicBezTo>
                    <a:pt x="8097" y="8775"/>
                    <a:pt x="8121" y="8883"/>
                    <a:pt x="8121" y="8990"/>
                  </a:cubicBezTo>
                  <a:lnTo>
                    <a:pt x="8121" y="11061"/>
                  </a:lnTo>
                  <a:cubicBezTo>
                    <a:pt x="8121" y="11145"/>
                    <a:pt x="8204" y="11216"/>
                    <a:pt x="8288" y="11216"/>
                  </a:cubicBezTo>
                  <a:cubicBezTo>
                    <a:pt x="8383" y="11216"/>
                    <a:pt x="8454" y="11145"/>
                    <a:pt x="8454" y="11061"/>
                  </a:cubicBezTo>
                  <a:lnTo>
                    <a:pt x="8454" y="8990"/>
                  </a:lnTo>
                  <a:cubicBezTo>
                    <a:pt x="8395" y="8466"/>
                    <a:pt x="8061" y="8013"/>
                    <a:pt x="7573" y="7847"/>
                  </a:cubicBezTo>
                  <a:lnTo>
                    <a:pt x="6311" y="7394"/>
                  </a:lnTo>
                  <a:lnTo>
                    <a:pt x="6311" y="7370"/>
                  </a:lnTo>
                  <a:cubicBezTo>
                    <a:pt x="6299" y="7156"/>
                    <a:pt x="6168" y="6978"/>
                    <a:pt x="5966" y="6906"/>
                  </a:cubicBezTo>
                  <a:lnTo>
                    <a:pt x="5418" y="6716"/>
                  </a:lnTo>
                  <a:lnTo>
                    <a:pt x="5418" y="6323"/>
                  </a:lnTo>
                  <a:cubicBezTo>
                    <a:pt x="5502" y="6275"/>
                    <a:pt x="5585" y="6216"/>
                    <a:pt x="5656" y="6180"/>
                  </a:cubicBezTo>
                  <a:cubicBezTo>
                    <a:pt x="5835" y="6263"/>
                    <a:pt x="6025" y="6311"/>
                    <a:pt x="6216" y="6311"/>
                  </a:cubicBezTo>
                  <a:cubicBezTo>
                    <a:pt x="6299" y="6311"/>
                    <a:pt x="6383" y="6311"/>
                    <a:pt x="6454" y="6299"/>
                  </a:cubicBezTo>
                  <a:cubicBezTo>
                    <a:pt x="6918" y="6204"/>
                    <a:pt x="7311" y="5858"/>
                    <a:pt x="7454" y="5418"/>
                  </a:cubicBezTo>
                  <a:cubicBezTo>
                    <a:pt x="7514" y="5239"/>
                    <a:pt x="7526" y="5061"/>
                    <a:pt x="7514" y="4882"/>
                  </a:cubicBezTo>
                  <a:cubicBezTo>
                    <a:pt x="7514" y="4823"/>
                    <a:pt x="7549" y="4751"/>
                    <a:pt x="7585" y="4715"/>
                  </a:cubicBezTo>
                  <a:cubicBezTo>
                    <a:pt x="7954" y="4477"/>
                    <a:pt x="8109" y="4061"/>
                    <a:pt x="8026" y="3644"/>
                  </a:cubicBezTo>
                  <a:cubicBezTo>
                    <a:pt x="7930" y="3227"/>
                    <a:pt x="7609" y="2906"/>
                    <a:pt x="7192" y="2822"/>
                  </a:cubicBezTo>
                  <a:cubicBezTo>
                    <a:pt x="7133" y="2810"/>
                    <a:pt x="7061" y="2810"/>
                    <a:pt x="7002" y="2810"/>
                  </a:cubicBezTo>
                  <a:lnTo>
                    <a:pt x="7002" y="2798"/>
                  </a:lnTo>
                  <a:cubicBezTo>
                    <a:pt x="7002" y="1251"/>
                    <a:pt x="5752" y="0"/>
                    <a:pt x="42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2"/>
            <p:cNvSpPr/>
            <p:nvPr/>
          </p:nvSpPr>
          <p:spPr>
            <a:xfrm>
              <a:off x="5031281" y="1828007"/>
              <a:ext cx="10201" cy="15872"/>
            </a:xfrm>
            <a:custGeom>
              <a:avLst/>
              <a:gdLst/>
              <a:ahLst/>
              <a:cxnLst/>
              <a:rect l="l" t="t" r="r" b="b"/>
              <a:pathLst>
                <a:path w="322" h="501" extrusionOk="0">
                  <a:moveTo>
                    <a:pt x="155" y="0"/>
                  </a:moveTo>
                  <a:cubicBezTo>
                    <a:pt x="72" y="0"/>
                    <a:pt x="0" y="71"/>
                    <a:pt x="0" y="167"/>
                  </a:cubicBezTo>
                  <a:lnTo>
                    <a:pt x="0" y="345"/>
                  </a:lnTo>
                  <a:cubicBezTo>
                    <a:pt x="0" y="429"/>
                    <a:pt x="72" y="500"/>
                    <a:pt x="155" y="500"/>
                  </a:cubicBezTo>
                  <a:cubicBezTo>
                    <a:pt x="250" y="500"/>
                    <a:pt x="322" y="429"/>
                    <a:pt x="322" y="345"/>
                  </a:cubicBezTo>
                  <a:lnTo>
                    <a:pt x="322" y="167"/>
                  </a:lnTo>
                  <a:cubicBezTo>
                    <a:pt x="322" y="71"/>
                    <a:pt x="250" y="0"/>
                    <a:pt x="1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91" name="Google Shape;691;p32"/>
          <p:cNvSpPr/>
          <p:nvPr/>
        </p:nvSpPr>
        <p:spPr>
          <a:xfrm>
            <a:off x="1370476" y="3869000"/>
            <a:ext cx="6279992" cy="104326"/>
          </a:xfrm>
          <a:custGeom>
            <a:avLst/>
            <a:gdLst/>
            <a:ahLst/>
            <a:cxnLst/>
            <a:rect l="l" t="t" r="r" b="b"/>
            <a:pathLst>
              <a:path w="143387" h="2382" extrusionOk="0">
                <a:moveTo>
                  <a:pt x="1185" y="0"/>
                </a:moveTo>
                <a:cubicBezTo>
                  <a:pt x="530" y="0"/>
                  <a:pt x="1" y="529"/>
                  <a:pt x="1" y="1184"/>
                </a:cubicBezTo>
                <a:cubicBezTo>
                  <a:pt x="1" y="1840"/>
                  <a:pt x="530" y="2382"/>
                  <a:pt x="1185" y="2382"/>
                </a:cubicBezTo>
                <a:lnTo>
                  <a:pt x="142189" y="2382"/>
                </a:lnTo>
                <a:cubicBezTo>
                  <a:pt x="142844" y="2382"/>
                  <a:pt x="143386" y="1840"/>
                  <a:pt x="143386" y="1184"/>
                </a:cubicBezTo>
                <a:cubicBezTo>
                  <a:pt x="143386" y="529"/>
                  <a:pt x="142844" y="0"/>
                  <a:pt x="14218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2"/>
          <p:cNvSpPr/>
          <p:nvPr/>
        </p:nvSpPr>
        <p:spPr>
          <a:xfrm>
            <a:off x="1369950" y="3869000"/>
            <a:ext cx="5074478" cy="104326"/>
          </a:xfrm>
          <a:custGeom>
            <a:avLst/>
            <a:gdLst/>
            <a:ahLst/>
            <a:cxnLst/>
            <a:rect l="l" t="t" r="r" b="b"/>
            <a:pathLst>
              <a:path w="87904" h="2382" extrusionOk="0">
                <a:moveTo>
                  <a:pt x="1197" y="0"/>
                </a:moveTo>
                <a:cubicBezTo>
                  <a:pt x="529" y="0"/>
                  <a:pt x="0" y="529"/>
                  <a:pt x="0" y="1184"/>
                </a:cubicBezTo>
                <a:cubicBezTo>
                  <a:pt x="0" y="1840"/>
                  <a:pt x="529" y="2382"/>
                  <a:pt x="1197" y="2382"/>
                </a:cubicBezTo>
                <a:lnTo>
                  <a:pt x="86719" y="2382"/>
                </a:lnTo>
                <a:cubicBezTo>
                  <a:pt x="87375" y="2382"/>
                  <a:pt x="87904" y="1840"/>
                  <a:pt x="87904" y="1184"/>
                </a:cubicBezTo>
                <a:cubicBezTo>
                  <a:pt x="87904" y="529"/>
                  <a:pt x="87375" y="0"/>
                  <a:pt x="8671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5EB0CD7B-5F51-BC55-CC70-173E5EBD135F}"/>
              </a:ext>
            </a:extLst>
          </p:cNvPr>
          <p:cNvSpPr/>
          <p:nvPr/>
        </p:nvSpPr>
        <p:spPr>
          <a:xfrm>
            <a:off x="3447091" y="1282943"/>
            <a:ext cx="552587" cy="26313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87" name="Google Shape;687;p32"/>
          <p:cNvSpPr txBox="1">
            <a:spLocks noGrp="1"/>
          </p:cNvSpPr>
          <p:nvPr>
            <p:ph type="ctrTitle"/>
          </p:nvPr>
        </p:nvSpPr>
        <p:spPr>
          <a:xfrm>
            <a:off x="1495592" y="1414511"/>
            <a:ext cx="2645968" cy="224457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D" dirty="0"/>
              <a:t>FORMAT EMPATHY </a:t>
            </a:r>
            <a:r>
              <a:rPr lang="en" dirty="0">
                <a:solidFill>
                  <a:schemeClr val="accent2"/>
                </a:solidFill>
              </a:rPr>
              <a:t>MAP</a:t>
            </a:r>
            <a:endParaRPr lang="en-ID" dirty="0"/>
          </a:p>
        </p:txBody>
      </p:sp>
      <p:pic>
        <p:nvPicPr>
          <p:cNvPr id="2052" name="Picture 4" descr="Empathy Map 4 Quadrants">
            <a:extLst>
              <a:ext uri="{FF2B5EF4-FFF2-40B4-BE49-F238E27FC236}">
                <a16:creationId xmlns:a16="http://schemas.microsoft.com/office/drawing/2014/main" id="{A46C1FC6-1978-46B4-D5E1-ED06F6A475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70" t="10968" r="2985" b="8307"/>
          <a:stretch/>
        </p:blipFill>
        <p:spPr bwMode="auto">
          <a:xfrm>
            <a:off x="4769352" y="1485925"/>
            <a:ext cx="2203769" cy="21731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5"/>
        <p:cNvGrpSpPr/>
        <p:nvPr/>
      </p:nvGrpSpPr>
      <p:grpSpPr>
        <a:xfrm>
          <a:off x="0" y="0"/>
          <a:ext cx="0" cy="0"/>
          <a:chOff x="0" y="0"/>
          <a:chExt cx="0" cy="0"/>
        </a:xfrm>
      </p:grpSpPr>
      <p:sp>
        <p:nvSpPr>
          <p:cNvPr id="1586" name="Google Shape;1586;p49"/>
          <p:cNvSpPr txBox="1">
            <a:spLocks noGrp="1"/>
          </p:cNvSpPr>
          <p:nvPr>
            <p:ph type="body" idx="1"/>
          </p:nvPr>
        </p:nvSpPr>
        <p:spPr>
          <a:xfrm>
            <a:off x="618825" y="989475"/>
            <a:ext cx="7816421" cy="378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noProof="1"/>
              <a:t>Bagian ini mencakup kutipan langsung dari user yang telah dikumpulkan dari wawancara, tahap penelitian, atau data sebelumnya. Beberapa pernyataan yang menampilkan aspek ‘says’ untuk tools ini, antara lain:</a:t>
            </a:r>
          </a:p>
          <a:p>
            <a:pPr marL="0" lvl="0" indent="0" algn="l" rtl="0">
              <a:spcBef>
                <a:spcPts val="0"/>
              </a:spcBef>
              <a:spcAft>
                <a:spcPts val="0"/>
              </a:spcAft>
              <a:buNone/>
            </a:pPr>
            <a:endParaRPr lang="en-US" sz="1400" noProof="1"/>
          </a:p>
          <a:p>
            <a:pPr marL="285750" indent="-285750"/>
            <a:r>
              <a:rPr lang="en-US" sz="1400" i="1" noProof="1"/>
              <a:t>“Saya membutuhkan sesuatu yang cepat.”</a:t>
            </a:r>
          </a:p>
          <a:p>
            <a:pPr marL="285750" indent="-285750"/>
            <a:r>
              <a:rPr lang="en-US" sz="1400" i="1" noProof="1"/>
              <a:t>“Saya tidak tahu harus melangkah ke mana dari sini.”</a:t>
            </a:r>
          </a:p>
          <a:p>
            <a:pPr marL="285750" indent="-285750"/>
            <a:r>
              <a:rPr lang="en-US" sz="1400" i="1" noProof="1"/>
              <a:t>“Saya tidak tahu apa yang harus dilakukan di sini.”</a:t>
            </a:r>
          </a:p>
        </p:txBody>
      </p:sp>
      <p:sp>
        <p:nvSpPr>
          <p:cNvPr id="1587" name="Google Shape;1587;p49"/>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D" dirty="0"/>
              <a:t>Says</a:t>
            </a:r>
          </a:p>
        </p:txBody>
      </p:sp>
      <p:grpSp>
        <p:nvGrpSpPr>
          <p:cNvPr id="6" name="Google Shape;10183;p58">
            <a:extLst>
              <a:ext uri="{FF2B5EF4-FFF2-40B4-BE49-F238E27FC236}">
                <a16:creationId xmlns:a16="http://schemas.microsoft.com/office/drawing/2014/main" id="{37479AC2-FD7C-ED2C-28CA-546358E97B31}"/>
              </a:ext>
            </a:extLst>
          </p:cNvPr>
          <p:cNvGrpSpPr/>
          <p:nvPr/>
        </p:nvGrpSpPr>
        <p:grpSpPr>
          <a:xfrm>
            <a:off x="6019800" y="2597783"/>
            <a:ext cx="1960863" cy="1812575"/>
            <a:chOff x="7384751" y="4147984"/>
            <a:chExt cx="380012" cy="351274"/>
          </a:xfrm>
        </p:grpSpPr>
        <p:sp>
          <p:nvSpPr>
            <p:cNvPr id="7" name="Google Shape;10184;p58">
              <a:extLst>
                <a:ext uri="{FF2B5EF4-FFF2-40B4-BE49-F238E27FC236}">
                  <a16:creationId xmlns:a16="http://schemas.microsoft.com/office/drawing/2014/main" id="{A3624EF2-3905-9C70-2929-E544199F3910}"/>
                </a:ext>
              </a:extLst>
            </p:cNvPr>
            <p:cNvSpPr/>
            <p:nvPr/>
          </p:nvSpPr>
          <p:spPr>
            <a:xfrm>
              <a:off x="7385513" y="4225879"/>
              <a:ext cx="379250" cy="273379"/>
            </a:xfrm>
            <a:custGeom>
              <a:avLst/>
              <a:gdLst/>
              <a:ahLst/>
              <a:cxnLst/>
              <a:rect l="l" t="t" r="r" b="b"/>
              <a:pathLst>
                <a:path w="11943" h="8609" extrusionOk="0">
                  <a:moveTo>
                    <a:pt x="11740" y="0"/>
                  </a:moveTo>
                  <a:cubicBezTo>
                    <a:pt x="11645" y="0"/>
                    <a:pt x="11562" y="72"/>
                    <a:pt x="11562" y="179"/>
                  </a:cubicBezTo>
                  <a:lnTo>
                    <a:pt x="11562" y="2667"/>
                  </a:lnTo>
                  <a:cubicBezTo>
                    <a:pt x="11562" y="3393"/>
                    <a:pt x="10966" y="3989"/>
                    <a:pt x="10240" y="3989"/>
                  </a:cubicBezTo>
                  <a:lnTo>
                    <a:pt x="9085" y="3989"/>
                  </a:lnTo>
                  <a:cubicBezTo>
                    <a:pt x="8954" y="3989"/>
                    <a:pt x="8823" y="4084"/>
                    <a:pt x="8776" y="4203"/>
                  </a:cubicBezTo>
                  <a:cubicBezTo>
                    <a:pt x="8573" y="4703"/>
                    <a:pt x="8549" y="5167"/>
                    <a:pt x="8752" y="5537"/>
                  </a:cubicBezTo>
                  <a:cubicBezTo>
                    <a:pt x="8823" y="5703"/>
                    <a:pt x="8942" y="5834"/>
                    <a:pt x="9049" y="5941"/>
                  </a:cubicBezTo>
                  <a:cubicBezTo>
                    <a:pt x="8752" y="5929"/>
                    <a:pt x="8514" y="5822"/>
                    <a:pt x="8359" y="5656"/>
                  </a:cubicBezTo>
                  <a:cubicBezTo>
                    <a:pt x="8240" y="5537"/>
                    <a:pt x="7978" y="5167"/>
                    <a:pt x="8073" y="4358"/>
                  </a:cubicBezTo>
                  <a:cubicBezTo>
                    <a:pt x="8109" y="4155"/>
                    <a:pt x="7942" y="3977"/>
                    <a:pt x="7740" y="3977"/>
                  </a:cubicBezTo>
                  <a:lnTo>
                    <a:pt x="5954" y="3977"/>
                  </a:lnTo>
                  <a:cubicBezTo>
                    <a:pt x="5859" y="3977"/>
                    <a:pt x="5775" y="4048"/>
                    <a:pt x="5775" y="4155"/>
                  </a:cubicBezTo>
                  <a:cubicBezTo>
                    <a:pt x="5775" y="4263"/>
                    <a:pt x="5847" y="4334"/>
                    <a:pt x="5954" y="4334"/>
                  </a:cubicBezTo>
                  <a:lnTo>
                    <a:pt x="6847" y="4334"/>
                  </a:lnTo>
                  <a:lnTo>
                    <a:pt x="6847" y="5691"/>
                  </a:lnTo>
                  <a:cubicBezTo>
                    <a:pt x="6847" y="6430"/>
                    <a:pt x="6228" y="7037"/>
                    <a:pt x="5490" y="7037"/>
                  </a:cubicBezTo>
                  <a:lnTo>
                    <a:pt x="4704" y="7037"/>
                  </a:lnTo>
                  <a:cubicBezTo>
                    <a:pt x="4561" y="7037"/>
                    <a:pt x="4466" y="7144"/>
                    <a:pt x="4466" y="7275"/>
                  </a:cubicBezTo>
                  <a:cubicBezTo>
                    <a:pt x="4442" y="7834"/>
                    <a:pt x="4239" y="8215"/>
                    <a:pt x="3668" y="8251"/>
                  </a:cubicBezTo>
                  <a:cubicBezTo>
                    <a:pt x="3930" y="7977"/>
                    <a:pt x="3954" y="7573"/>
                    <a:pt x="3882" y="7239"/>
                  </a:cubicBezTo>
                  <a:cubicBezTo>
                    <a:pt x="3846" y="7120"/>
                    <a:pt x="3763" y="7037"/>
                    <a:pt x="3644" y="7037"/>
                  </a:cubicBezTo>
                  <a:lnTo>
                    <a:pt x="1703" y="7037"/>
                  </a:lnTo>
                  <a:cubicBezTo>
                    <a:pt x="965" y="7037"/>
                    <a:pt x="358" y="6430"/>
                    <a:pt x="358" y="5691"/>
                  </a:cubicBezTo>
                  <a:lnTo>
                    <a:pt x="358" y="5310"/>
                  </a:lnTo>
                  <a:cubicBezTo>
                    <a:pt x="358" y="5227"/>
                    <a:pt x="275" y="5132"/>
                    <a:pt x="179" y="5132"/>
                  </a:cubicBezTo>
                  <a:cubicBezTo>
                    <a:pt x="84" y="5132"/>
                    <a:pt x="1" y="5215"/>
                    <a:pt x="1" y="5310"/>
                  </a:cubicBezTo>
                  <a:lnTo>
                    <a:pt x="1" y="5691"/>
                  </a:lnTo>
                  <a:cubicBezTo>
                    <a:pt x="1" y="6620"/>
                    <a:pt x="751" y="7394"/>
                    <a:pt x="1703" y="7394"/>
                  </a:cubicBezTo>
                  <a:lnTo>
                    <a:pt x="3573" y="7394"/>
                  </a:lnTo>
                  <a:cubicBezTo>
                    <a:pt x="3596" y="7620"/>
                    <a:pt x="3596" y="8025"/>
                    <a:pt x="3215" y="8144"/>
                  </a:cubicBezTo>
                  <a:cubicBezTo>
                    <a:pt x="2989" y="8215"/>
                    <a:pt x="3001" y="8525"/>
                    <a:pt x="3239" y="8573"/>
                  </a:cubicBezTo>
                  <a:cubicBezTo>
                    <a:pt x="3370" y="8608"/>
                    <a:pt x="3489" y="8608"/>
                    <a:pt x="3596" y="8608"/>
                  </a:cubicBezTo>
                  <a:cubicBezTo>
                    <a:pt x="4299" y="8608"/>
                    <a:pt x="4763" y="8204"/>
                    <a:pt x="4823" y="7394"/>
                  </a:cubicBezTo>
                  <a:lnTo>
                    <a:pt x="5513" y="7394"/>
                  </a:lnTo>
                  <a:cubicBezTo>
                    <a:pt x="6454" y="7394"/>
                    <a:pt x="7228" y="6644"/>
                    <a:pt x="7228" y="5691"/>
                  </a:cubicBezTo>
                  <a:lnTo>
                    <a:pt x="7228" y="4334"/>
                  </a:lnTo>
                  <a:lnTo>
                    <a:pt x="7764" y="4334"/>
                  </a:lnTo>
                  <a:cubicBezTo>
                    <a:pt x="7716" y="4715"/>
                    <a:pt x="7704" y="5429"/>
                    <a:pt x="8157" y="5894"/>
                  </a:cubicBezTo>
                  <a:cubicBezTo>
                    <a:pt x="8407" y="6168"/>
                    <a:pt x="8764" y="6299"/>
                    <a:pt x="9240" y="6299"/>
                  </a:cubicBezTo>
                  <a:cubicBezTo>
                    <a:pt x="9311" y="6299"/>
                    <a:pt x="9383" y="6299"/>
                    <a:pt x="9478" y="6287"/>
                  </a:cubicBezTo>
                  <a:cubicBezTo>
                    <a:pt x="9704" y="6263"/>
                    <a:pt x="9776" y="5965"/>
                    <a:pt x="9561" y="5846"/>
                  </a:cubicBezTo>
                  <a:cubicBezTo>
                    <a:pt x="8847" y="5429"/>
                    <a:pt x="9002" y="4715"/>
                    <a:pt x="9145" y="4334"/>
                  </a:cubicBezTo>
                  <a:lnTo>
                    <a:pt x="10276" y="4334"/>
                  </a:lnTo>
                  <a:cubicBezTo>
                    <a:pt x="11205" y="4334"/>
                    <a:pt x="11943" y="3584"/>
                    <a:pt x="11943" y="2667"/>
                  </a:cubicBezTo>
                  <a:lnTo>
                    <a:pt x="11943" y="179"/>
                  </a:lnTo>
                  <a:cubicBezTo>
                    <a:pt x="11919" y="95"/>
                    <a:pt x="11847" y="0"/>
                    <a:pt x="1174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185;p58">
              <a:extLst>
                <a:ext uri="{FF2B5EF4-FFF2-40B4-BE49-F238E27FC236}">
                  <a16:creationId xmlns:a16="http://schemas.microsoft.com/office/drawing/2014/main" id="{5026D5E7-CB9E-2249-1CE9-447A6399E68A}"/>
                </a:ext>
              </a:extLst>
            </p:cNvPr>
            <p:cNvSpPr/>
            <p:nvPr/>
          </p:nvSpPr>
          <p:spPr>
            <a:xfrm>
              <a:off x="7384751" y="4147984"/>
              <a:ext cx="380012" cy="228382"/>
            </a:xfrm>
            <a:custGeom>
              <a:avLst/>
              <a:gdLst/>
              <a:ahLst/>
              <a:cxnLst/>
              <a:rect l="l" t="t" r="r" b="b"/>
              <a:pathLst>
                <a:path w="11967" h="7192" extrusionOk="0">
                  <a:moveTo>
                    <a:pt x="3144" y="0"/>
                  </a:moveTo>
                  <a:cubicBezTo>
                    <a:pt x="2227" y="0"/>
                    <a:pt x="1477" y="739"/>
                    <a:pt x="1477" y="1667"/>
                  </a:cubicBezTo>
                  <a:lnTo>
                    <a:pt x="1477" y="4132"/>
                  </a:lnTo>
                  <a:cubicBezTo>
                    <a:pt x="1108" y="4191"/>
                    <a:pt x="751" y="4358"/>
                    <a:pt x="477" y="4644"/>
                  </a:cubicBezTo>
                  <a:cubicBezTo>
                    <a:pt x="168" y="4965"/>
                    <a:pt x="1" y="5382"/>
                    <a:pt x="1" y="5823"/>
                  </a:cubicBezTo>
                  <a:lnTo>
                    <a:pt x="1" y="7013"/>
                  </a:lnTo>
                  <a:cubicBezTo>
                    <a:pt x="1" y="7097"/>
                    <a:pt x="84" y="7192"/>
                    <a:pt x="180" y="7192"/>
                  </a:cubicBezTo>
                  <a:cubicBezTo>
                    <a:pt x="275" y="7192"/>
                    <a:pt x="358" y="7108"/>
                    <a:pt x="358" y="7013"/>
                  </a:cubicBezTo>
                  <a:lnTo>
                    <a:pt x="358" y="5823"/>
                  </a:lnTo>
                  <a:cubicBezTo>
                    <a:pt x="358" y="5465"/>
                    <a:pt x="501" y="5132"/>
                    <a:pt x="751" y="4882"/>
                  </a:cubicBezTo>
                  <a:cubicBezTo>
                    <a:pt x="953" y="4668"/>
                    <a:pt x="1203" y="4537"/>
                    <a:pt x="1489" y="4477"/>
                  </a:cubicBezTo>
                  <a:lnTo>
                    <a:pt x="1489" y="5084"/>
                  </a:lnTo>
                  <a:cubicBezTo>
                    <a:pt x="1489" y="6013"/>
                    <a:pt x="2239" y="6751"/>
                    <a:pt x="3156" y="6751"/>
                  </a:cubicBezTo>
                  <a:lnTo>
                    <a:pt x="5240" y="6751"/>
                  </a:lnTo>
                  <a:cubicBezTo>
                    <a:pt x="5335" y="6751"/>
                    <a:pt x="5418" y="6680"/>
                    <a:pt x="5418" y="6573"/>
                  </a:cubicBezTo>
                  <a:cubicBezTo>
                    <a:pt x="5418" y="6489"/>
                    <a:pt x="5347" y="6394"/>
                    <a:pt x="5240" y="6394"/>
                  </a:cubicBezTo>
                  <a:lnTo>
                    <a:pt x="3156" y="6394"/>
                  </a:lnTo>
                  <a:cubicBezTo>
                    <a:pt x="2430" y="6394"/>
                    <a:pt x="1834" y="5799"/>
                    <a:pt x="1834" y="5073"/>
                  </a:cubicBezTo>
                  <a:lnTo>
                    <a:pt x="1834" y="1620"/>
                  </a:lnTo>
                  <a:cubicBezTo>
                    <a:pt x="1834" y="893"/>
                    <a:pt x="2430" y="298"/>
                    <a:pt x="3156" y="298"/>
                  </a:cubicBezTo>
                  <a:lnTo>
                    <a:pt x="10288" y="298"/>
                  </a:lnTo>
                  <a:cubicBezTo>
                    <a:pt x="11014" y="298"/>
                    <a:pt x="11610" y="893"/>
                    <a:pt x="11610" y="1620"/>
                  </a:cubicBezTo>
                  <a:lnTo>
                    <a:pt x="11610" y="1846"/>
                  </a:lnTo>
                  <a:cubicBezTo>
                    <a:pt x="11610" y="1929"/>
                    <a:pt x="11693" y="2025"/>
                    <a:pt x="11788" y="2025"/>
                  </a:cubicBezTo>
                  <a:cubicBezTo>
                    <a:pt x="11883" y="2025"/>
                    <a:pt x="11967" y="1953"/>
                    <a:pt x="11967" y="1846"/>
                  </a:cubicBezTo>
                  <a:lnTo>
                    <a:pt x="11967" y="1620"/>
                  </a:lnTo>
                  <a:cubicBezTo>
                    <a:pt x="11943" y="762"/>
                    <a:pt x="11193" y="0"/>
                    <a:pt x="102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186;p58">
              <a:extLst>
                <a:ext uri="{FF2B5EF4-FFF2-40B4-BE49-F238E27FC236}">
                  <a16:creationId xmlns:a16="http://schemas.microsoft.com/office/drawing/2014/main" id="{A77F9B2B-CBE1-B028-2DD8-F804DF4F57A7}"/>
                </a:ext>
              </a:extLst>
            </p:cNvPr>
            <p:cNvSpPr/>
            <p:nvPr/>
          </p:nvSpPr>
          <p:spPr>
            <a:xfrm>
              <a:off x="7507642" y="4228134"/>
              <a:ext cx="37852" cy="37852"/>
            </a:xfrm>
            <a:custGeom>
              <a:avLst/>
              <a:gdLst/>
              <a:ahLst/>
              <a:cxnLst/>
              <a:rect l="l" t="t" r="r" b="b"/>
              <a:pathLst>
                <a:path w="1192" h="1192" extrusionOk="0">
                  <a:moveTo>
                    <a:pt x="596" y="358"/>
                  </a:moveTo>
                  <a:cubicBezTo>
                    <a:pt x="739" y="358"/>
                    <a:pt x="834" y="465"/>
                    <a:pt x="834" y="596"/>
                  </a:cubicBezTo>
                  <a:cubicBezTo>
                    <a:pt x="834" y="739"/>
                    <a:pt x="739" y="834"/>
                    <a:pt x="596" y="834"/>
                  </a:cubicBezTo>
                  <a:cubicBezTo>
                    <a:pt x="465" y="834"/>
                    <a:pt x="358" y="739"/>
                    <a:pt x="358" y="596"/>
                  </a:cubicBezTo>
                  <a:cubicBezTo>
                    <a:pt x="358" y="465"/>
                    <a:pt x="465" y="358"/>
                    <a:pt x="596" y="358"/>
                  </a:cubicBezTo>
                  <a:close/>
                  <a:moveTo>
                    <a:pt x="596" y="1"/>
                  </a:moveTo>
                  <a:cubicBezTo>
                    <a:pt x="274" y="1"/>
                    <a:pt x="0" y="274"/>
                    <a:pt x="0" y="596"/>
                  </a:cubicBezTo>
                  <a:cubicBezTo>
                    <a:pt x="0" y="929"/>
                    <a:pt x="274" y="1191"/>
                    <a:pt x="596" y="1191"/>
                  </a:cubicBezTo>
                  <a:cubicBezTo>
                    <a:pt x="929" y="1191"/>
                    <a:pt x="1191" y="929"/>
                    <a:pt x="1191" y="596"/>
                  </a:cubicBezTo>
                  <a:cubicBezTo>
                    <a:pt x="1191" y="274"/>
                    <a:pt x="929" y="1"/>
                    <a:pt x="5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187;p58">
              <a:extLst>
                <a:ext uri="{FF2B5EF4-FFF2-40B4-BE49-F238E27FC236}">
                  <a16:creationId xmlns:a16="http://schemas.microsoft.com/office/drawing/2014/main" id="{BD315F6B-98C5-B752-0009-7E05556C08B8}"/>
                </a:ext>
              </a:extLst>
            </p:cNvPr>
            <p:cNvSpPr/>
            <p:nvPr/>
          </p:nvSpPr>
          <p:spPr>
            <a:xfrm>
              <a:off x="7573820" y="4228134"/>
              <a:ext cx="37820" cy="37852"/>
            </a:xfrm>
            <a:custGeom>
              <a:avLst/>
              <a:gdLst/>
              <a:ahLst/>
              <a:cxnLst/>
              <a:rect l="l" t="t" r="r" b="b"/>
              <a:pathLst>
                <a:path w="1191" h="1192" extrusionOk="0">
                  <a:moveTo>
                    <a:pt x="595" y="358"/>
                  </a:moveTo>
                  <a:cubicBezTo>
                    <a:pt x="738" y="358"/>
                    <a:pt x="833" y="465"/>
                    <a:pt x="833" y="596"/>
                  </a:cubicBezTo>
                  <a:cubicBezTo>
                    <a:pt x="833" y="739"/>
                    <a:pt x="738" y="834"/>
                    <a:pt x="595" y="834"/>
                  </a:cubicBezTo>
                  <a:cubicBezTo>
                    <a:pt x="464" y="834"/>
                    <a:pt x="357" y="739"/>
                    <a:pt x="357" y="596"/>
                  </a:cubicBezTo>
                  <a:cubicBezTo>
                    <a:pt x="357" y="465"/>
                    <a:pt x="464" y="358"/>
                    <a:pt x="595" y="358"/>
                  </a:cubicBezTo>
                  <a:close/>
                  <a:moveTo>
                    <a:pt x="595" y="1"/>
                  </a:moveTo>
                  <a:cubicBezTo>
                    <a:pt x="274" y="1"/>
                    <a:pt x="0" y="274"/>
                    <a:pt x="0" y="596"/>
                  </a:cubicBezTo>
                  <a:cubicBezTo>
                    <a:pt x="0" y="929"/>
                    <a:pt x="274" y="1191"/>
                    <a:pt x="595" y="1191"/>
                  </a:cubicBezTo>
                  <a:cubicBezTo>
                    <a:pt x="929" y="1191"/>
                    <a:pt x="1191" y="929"/>
                    <a:pt x="1191" y="596"/>
                  </a:cubicBezTo>
                  <a:cubicBezTo>
                    <a:pt x="1191" y="274"/>
                    <a:pt x="929" y="1"/>
                    <a:pt x="59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188;p58">
              <a:extLst>
                <a:ext uri="{FF2B5EF4-FFF2-40B4-BE49-F238E27FC236}">
                  <a16:creationId xmlns:a16="http://schemas.microsoft.com/office/drawing/2014/main" id="{2B03F4C0-1F9E-EB80-A6D0-DE98BABE77F1}"/>
                </a:ext>
              </a:extLst>
            </p:cNvPr>
            <p:cNvSpPr/>
            <p:nvPr/>
          </p:nvSpPr>
          <p:spPr>
            <a:xfrm>
              <a:off x="7640728" y="4228134"/>
              <a:ext cx="37852" cy="37852"/>
            </a:xfrm>
            <a:custGeom>
              <a:avLst/>
              <a:gdLst/>
              <a:ahLst/>
              <a:cxnLst/>
              <a:rect l="l" t="t" r="r" b="b"/>
              <a:pathLst>
                <a:path w="1192" h="1192" extrusionOk="0">
                  <a:moveTo>
                    <a:pt x="596" y="358"/>
                  </a:moveTo>
                  <a:cubicBezTo>
                    <a:pt x="727" y="358"/>
                    <a:pt x="834" y="465"/>
                    <a:pt x="834" y="596"/>
                  </a:cubicBezTo>
                  <a:cubicBezTo>
                    <a:pt x="834" y="739"/>
                    <a:pt x="727" y="834"/>
                    <a:pt x="596" y="834"/>
                  </a:cubicBezTo>
                  <a:cubicBezTo>
                    <a:pt x="453" y="834"/>
                    <a:pt x="358" y="739"/>
                    <a:pt x="358" y="596"/>
                  </a:cubicBezTo>
                  <a:cubicBezTo>
                    <a:pt x="334" y="465"/>
                    <a:pt x="453" y="358"/>
                    <a:pt x="596" y="358"/>
                  </a:cubicBezTo>
                  <a:close/>
                  <a:moveTo>
                    <a:pt x="596" y="1"/>
                  </a:moveTo>
                  <a:cubicBezTo>
                    <a:pt x="262" y="1"/>
                    <a:pt x="0" y="274"/>
                    <a:pt x="0" y="596"/>
                  </a:cubicBezTo>
                  <a:cubicBezTo>
                    <a:pt x="0" y="929"/>
                    <a:pt x="262" y="1191"/>
                    <a:pt x="596" y="1191"/>
                  </a:cubicBezTo>
                  <a:cubicBezTo>
                    <a:pt x="917" y="1191"/>
                    <a:pt x="1191" y="929"/>
                    <a:pt x="1191" y="596"/>
                  </a:cubicBezTo>
                  <a:cubicBezTo>
                    <a:pt x="1191" y="274"/>
                    <a:pt x="917" y="1"/>
                    <a:pt x="5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5"/>
        <p:cNvGrpSpPr/>
        <p:nvPr/>
      </p:nvGrpSpPr>
      <p:grpSpPr>
        <a:xfrm>
          <a:off x="0" y="0"/>
          <a:ext cx="0" cy="0"/>
          <a:chOff x="0" y="0"/>
          <a:chExt cx="0" cy="0"/>
        </a:xfrm>
      </p:grpSpPr>
      <p:sp>
        <p:nvSpPr>
          <p:cNvPr id="1586" name="Google Shape;1586;p49"/>
          <p:cNvSpPr txBox="1">
            <a:spLocks noGrp="1"/>
          </p:cNvSpPr>
          <p:nvPr>
            <p:ph type="body" idx="1"/>
          </p:nvPr>
        </p:nvSpPr>
        <p:spPr>
          <a:xfrm>
            <a:off x="618825" y="989475"/>
            <a:ext cx="7816421" cy="378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noProof="1"/>
              <a:t>Kuadran ini fokus pada pikiran pengguna dibandingkan pada yang mereka ungkapkan secara langsung. Untuk bagian ini, kamu dapat melakukan penelitian kualitatif untuk mengungkap wawasan lebih jauh melalui pemikiran mereka. Meskipun sekilas mirip dengan bagian ‘says’, berikan perhatian lebih dan temukan alasan di balik pernyataan yang tidak diungkapkan tersebut. Berikut contoh-contoh aspek ‘thinks’ yang dapat kamu temui lewat user:</a:t>
            </a:r>
          </a:p>
          <a:p>
            <a:pPr marL="0" lvl="0" indent="0" algn="l" rtl="0">
              <a:spcBef>
                <a:spcPts val="0"/>
              </a:spcBef>
              <a:spcAft>
                <a:spcPts val="0"/>
              </a:spcAft>
              <a:buNone/>
            </a:pPr>
            <a:endParaRPr lang="en-US" sz="1400" noProof="1"/>
          </a:p>
          <a:p>
            <a:pPr marL="285750" indent="-285750"/>
            <a:r>
              <a:rPr lang="en-US" sz="1400" i="1" noProof="1"/>
              <a:t>“Ini membosankan.”</a:t>
            </a:r>
          </a:p>
          <a:p>
            <a:pPr marL="285750" indent="-285750"/>
            <a:r>
              <a:rPr lang="en-US" sz="1400" i="1" noProof="1"/>
              <a:t>“Apakah saya sudah melakukannya dengan benar?”</a:t>
            </a:r>
          </a:p>
        </p:txBody>
      </p:sp>
      <p:sp>
        <p:nvSpPr>
          <p:cNvPr id="1587" name="Google Shape;1587;p49"/>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D" dirty="0"/>
              <a:t>Thinks</a:t>
            </a:r>
          </a:p>
        </p:txBody>
      </p:sp>
      <p:grpSp>
        <p:nvGrpSpPr>
          <p:cNvPr id="2" name="Google Shape;10142;p58">
            <a:extLst>
              <a:ext uri="{FF2B5EF4-FFF2-40B4-BE49-F238E27FC236}">
                <a16:creationId xmlns:a16="http://schemas.microsoft.com/office/drawing/2014/main" id="{613049DD-3C46-19CE-122A-2A09458157A5}"/>
              </a:ext>
            </a:extLst>
          </p:cNvPr>
          <p:cNvGrpSpPr/>
          <p:nvPr/>
        </p:nvGrpSpPr>
        <p:grpSpPr>
          <a:xfrm>
            <a:off x="6200188" y="2624293"/>
            <a:ext cx="1705562" cy="1827402"/>
            <a:chOff x="4149138" y="4121151"/>
            <a:chExt cx="344065" cy="368644"/>
          </a:xfrm>
        </p:grpSpPr>
        <p:sp>
          <p:nvSpPr>
            <p:cNvPr id="3" name="Google Shape;10143;p58">
              <a:extLst>
                <a:ext uri="{FF2B5EF4-FFF2-40B4-BE49-F238E27FC236}">
                  <a16:creationId xmlns:a16="http://schemas.microsoft.com/office/drawing/2014/main" id="{98A08B2F-7EEE-6967-3CF6-849647C80FC4}"/>
                </a:ext>
              </a:extLst>
            </p:cNvPr>
            <p:cNvSpPr/>
            <p:nvPr/>
          </p:nvSpPr>
          <p:spPr>
            <a:xfrm>
              <a:off x="4205853" y="4182724"/>
              <a:ext cx="225746" cy="307071"/>
            </a:xfrm>
            <a:custGeom>
              <a:avLst/>
              <a:gdLst/>
              <a:ahLst/>
              <a:cxnLst/>
              <a:rect l="l" t="t" r="r" b="b"/>
              <a:pathLst>
                <a:path w="7109" h="9670" extrusionOk="0">
                  <a:moveTo>
                    <a:pt x="3643" y="359"/>
                  </a:moveTo>
                  <a:cubicBezTo>
                    <a:pt x="4417" y="359"/>
                    <a:pt x="5132" y="645"/>
                    <a:pt x="5703" y="1157"/>
                  </a:cubicBezTo>
                  <a:cubicBezTo>
                    <a:pt x="6358" y="1752"/>
                    <a:pt x="6751" y="2597"/>
                    <a:pt x="6751" y="3478"/>
                  </a:cubicBezTo>
                  <a:cubicBezTo>
                    <a:pt x="6739" y="4074"/>
                    <a:pt x="6572" y="4669"/>
                    <a:pt x="6251" y="5157"/>
                  </a:cubicBezTo>
                  <a:cubicBezTo>
                    <a:pt x="5929" y="5645"/>
                    <a:pt x="5489" y="6038"/>
                    <a:pt x="4953" y="6288"/>
                  </a:cubicBezTo>
                  <a:cubicBezTo>
                    <a:pt x="4620" y="6431"/>
                    <a:pt x="4417" y="6776"/>
                    <a:pt x="4417" y="7146"/>
                  </a:cubicBezTo>
                  <a:lnTo>
                    <a:pt x="4417" y="7360"/>
                  </a:lnTo>
                  <a:lnTo>
                    <a:pt x="2834" y="7360"/>
                  </a:lnTo>
                  <a:lnTo>
                    <a:pt x="2834" y="7146"/>
                  </a:lnTo>
                  <a:cubicBezTo>
                    <a:pt x="2834" y="6776"/>
                    <a:pt x="2631" y="6455"/>
                    <a:pt x="2298" y="6288"/>
                  </a:cubicBezTo>
                  <a:cubicBezTo>
                    <a:pt x="1084" y="5705"/>
                    <a:pt x="381" y="4407"/>
                    <a:pt x="548" y="3074"/>
                  </a:cubicBezTo>
                  <a:cubicBezTo>
                    <a:pt x="726" y="1669"/>
                    <a:pt x="1869" y="526"/>
                    <a:pt x="3286" y="383"/>
                  </a:cubicBezTo>
                  <a:cubicBezTo>
                    <a:pt x="3405" y="359"/>
                    <a:pt x="3524" y="359"/>
                    <a:pt x="3643" y="359"/>
                  </a:cubicBezTo>
                  <a:close/>
                  <a:moveTo>
                    <a:pt x="4417" y="7729"/>
                  </a:moveTo>
                  <a:lnTo>
                    <a:pt x="4417" y="8324"/>
                  </a:lnTo>
                  <a:cubicBezTo>
                    <a:pt x="4417" y="8443"/>
                    <a:pt x="4322" y="8539"/>
                    <a:pt x="4203" y="8539"/>
                  </a:cubicBezTo>
                  <a:lnTo>
                    <a:pt x="3048" y="8539"/>
                  </a:lnTo>
                  <a:cubicBezTo>
                    <a:pt x="2929" y="8539"/>
                    <a:pt x="2834" y="8443"/>
                    <a:pt x="2834" y="8324"/>
                  </a:cubicBezTo>
                  <a:lnTo>
                    <a:pt x="2834" y="7729"/>
                  </a:lnTo>
                  <a:close/>
                  <a:moveTo>
                    <a:pt x="4024" y="8896"/>
                  </a:moveTo>
                  <a:lnTo>
                    <a:pt x="4024" y="9098"/>
                  </a:lnTo>
                  <a:cubicBezTo>
                    <a:pt x="4024" y="9217"/>
                    <a:pt x="3941" y="9313"/>
                    <a:pt x="3822" y="9313"/>
                  </a:cubicBezTo>
                  <a:lnTo>
                    <a:pt x="3429" y="9313"/>
                  </a:lnTo>
                  <a:cubicBezTo>
                    <a:pt x="3310" y="9313"/>
                    <a:pt x="3227" y="9217"/>
                    <a:pt x="3227" y="9098"/>
                  </a:cubicBezTo>
                  <a:lnTo>
                    <a:pt x="3227" y="8896"/>
                  </a:lnTo>
                  <a:close/>
                  <a:moveTo>
                    <a:pt x="3658" y="1"/>
                  </a:moveTo>
                  <a:cubicBezTo>
                    <a:pt x="3519" y="1"/>
                    <a:pt x="3379" y="9"/>
                    <a:pt x="3239" y="26"/>
                  </a:cubicBezTo>
                  <a:cubicBezTo>
                    <a:pt x="1667" y="204"/>
                    <a:pt x="381" y="1466"/>
                    <a:pt x="191" y="3026"/>
                  </a:cubicBezTo>
                  <a:cubicBezTo>
                    <a:pt x="0" y="4526"/>
                    <a:pt x="786" y="5979"/>
                    <a:pt x="2155" y="6610"/>
                  </a:cubicBezTo>
                  <a:cubicBezTo>
                    <a:pt x="2358" y="6705"/>
                    <a:pt x="2477" y="6931"/>
                    <a:pt x="2477" y="7146"/>
                  </a:cubicBezTo>
                  <a:lnTo>
                    <a:pt x="2477" y="8324"/>
                  </a:lnTo>
                  <a:cubicBezTo>
                    <a:pt x="2477" y="8574"/>
                    <a:pt x="2643" y="8789"/>
                    <a:pt x="2870" y="8860"/>
                  </a:cubicBezTo>
                  <a:lnTo>
                    <a:pt x="2870" y="9098"/>
                  </a:lnTo>
                  <a:cubicBezTo>
                    <a:pt x="2870" y="9408"/>
                    <a:pt x="3120" y="9670"/>
                    <a:pt x="3429" y="9670"/>
                  </a:cubicBezTo>
                  <a:lnTo>
                    <a:pt x="3822" y="9670"/>
                  </a:lnTo>
                  <a:cubicBezTo>
                    <a:pt x="4132" y="9670"/>
                    <a:pt x="4382" y="9408"/>
                    <a:pt x="4382" y="9098"/>
                  </a:cubicBezTo>
                  <a:lnTo>
                    <a:pt x="4382" y="8860"/>
                  </a:lnTo>
                  <a:cubicBezTo>
                    <a:pt x="4608" y="8789"/>
                    <a:pt x="4775" y="8574"/>
                    <a:pt x="4775" y="8324"/>
                  </a:cubicBezTo>
                  <a:lnTo>
                    <a:pt x="4775" y="7146"/>
                  </a:lnTo>
                  <a:cubicBezTo>
                    <a:pt x="4775" y="6931"/>
                    <a:pt x="4906" y="6717"/>
                    <a:pt x="5096" y="6610"/>
                  </a:cubicBezTo>
                  <a:cubicBezTo>
                    <a:pt x="5691" y="6336"/>
                    <a:pt x="6191" y="5895"/>
                    <a:pt x="6549" y="5348"/>
                  </a:cubicBezTo>
                  <a:cubicBezTo>
                    <a:pt x="6906" y="4788"/>
                    <a:pt x="7096" y="4133"/>
                    <a:pt x="7096" y="3455"/>
                  </a:cubicBezTo>
                  <a:cubicBezTo>
                    <a:pt x="7108" y="2490"/>
                    <a:pt x="6680" y="1538"/>
                    <a:pt x="5953" y="883"/>
                  </a:cubicBezTo>
                  <a:cubicBezTo>
                    <a:pt x="5309" y="310"/>
                    <a:pt x="4506" y="1"/>
                    <a:pt x="365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0144;p58">
              <a:extLst>
                <a:ext uri="{FF2B5EF4-FFF2-40B4-BE49-F238E27FC236}">
                  <a16:creationId xmlns:a16="http://schemas.microsoft.com/office/drawing/2014/main" id="{43933F5B-F35B-AD3D-58FE-02E8F229EF09}"/>
                </a:ext>
              </a:extLst>
            </p:cNvPr>
            <p:cNvSpPr/>
            <p:nvPr/>
          </p:nvSpPr>
          <p:spPr>
            <a:xfrm>
              <a:off x="4444777" y="4287484"/>
              <a:ext cx="48426" cy="11400"/>
            </a:xfrm>
            <a:custGeom>
              <a:avLst/>
              <a:gdLst/>
              <a:ahLst/>
              <a:cxnLst/>
              <a:rect l="l" t="t" r="r" b="b"/>
              <a:pathLst>
                <a:path w="1525" h="359" extrusionOk="0">
                  <a:moveTo>
                    <a:pt x="180" y="1"/>
                  </a:moveTo>
                  <a:cubicBezTo>
                    <a:pt x="72" y="1"/>
                    <a:pt x="1" y="72"/>
                    <a:pt x="1" y="179"/>
                  </a:cubicBezTo>
                  <a:cubicBezTo>
                    <a:pt x="1" y="275"/>
                    <a:pt x="72" y="358"/>
                    <a:pt x="180" y="358"/>
                  </a:cubicBezTo>
                  <a:lnTo>
                    <a:pt x="1346" y="358"/>
                  </a:lnTo>
                  <a:cubicBezTo>
                    <a:pt x="1442" y="358"/>
                    <a:pt x="1525" y="275"/>
                    <a:pt x="1525" y="179"/>
                  </a:cubicBezTo>
                  <a:cubicBezTo>
                    <a:pt x="1525" y="72"/>
                    <a:pt x="1430" y="1"/>
                    <a:pt x="134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0145;p58">
              <a:extLst>
                <a:ext uri="{FF2B5EF4-FFF2-40B4-BE49-F238E27FC236}">
                  <a16:creationId xmlns:a16="http://schemas.microsoft.com/office/drawing/2014/main" id="{BB100DA1-0A22-119E-C340-94E6DB241F02}"/>
                </a:ext>
              </a:extLst>
            </p:cNvPr>
            <p:cNvSpPr/>
            <p:nvPr/>
          </p:nvSpPr>
          <p:spPr>
            <a:xfrm>
              <a:off x="4149138" y="4287484"/>
              <a:ext cx="48426" cy="11400"/>
            </a:xfrm>
            <a:custGeom>
              <a:avLst/>
              <a:gdLst/>
              <a:ahLst/>
              <a:cxnLst/>
              <a:rect l="l" t="t" r="r" b="b"/>
              <a:pathLst>
                <a:path w="1525" h="359" extrusionOk="0">
                  <a:moveTo>
                    <a:pt x="179" y="1"/>
                  </a:moveTo>
                  <a:cubicBezTo>
                    <a:pt x="72" y="1"/>
                    <a:pt x="0" y="72"/>
                    <a:pt x="0" y="179"/>
                  </a:cubicBezTo>
                  <a:cubicBezTo>
                    <a:pt x="0" y="275"/>
                    <a:pt x="72" y="358"/>
                    <a:pt x="179" y="358"/>
                  </a:cubicBezTo>
                  <a:lnTo>
                    <a:pt x="1334" y="358"/>
                  </a:lnTo>
                  <a:cubicBezTo>
                    <a:pt x="1441" y="358"/>
                    <a:pt x="1512" y="275"/>
                    <a:pt x="1512" y="179"/>
                  </a:cubicBezTo>
                  <a:cubicBezTo>
                    <a:pt x="1524" y="72"/>
                    <a:pt x="1441" y="1"/>
                    <a:pt x="133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146;p58">
              <a:extLst>
                <a:ext uri="{FF2B5EF4-FFF2-40B4-BE49-F238E27FC236}">
                  <a16:creationId xmlns:a16="http://schemas.microsoft.com/office/drawing/2014/main" id="{8EAF4847-8587-63F2-80E1-D05FA38E221D}"/>
                </a:ext>
              </a:extLst>
            </p:cNvPr>
            <p:cNvSpPr/>
            <p:nvPr/>
          </p:nvSpPr>
          <p:spPr>
            <a:xfrm>
              <a:off x="4315471" y="4121151"/>
              <a:ext cx="11400" cy="48045"/>
            </a:xfrm>
            <a:custGeom>
              <a:avLst/>
              <a:gdLst/>
              <a:ahLst/>
              <a:cxnLst/>
              <a:rect l="l" t="t" r="r" b="b"/>
              <a:pathLst>
                <a:path w="359" h="1513" extrusionOk="0">
                  <a:moveTo>
                    <a:pt x="180" y="0"/>
                  </a:moveTo>
                  <a:cubicBezTo>
                    <a:pt x="72" y="0"/>
                    <a:pt x="1" y="72"/>
                    <a:pt x="1" y="179"/>
                  </a:cubicBezTo>
                  <a:lnTo>
                    <a:pt x="1" y="1334"/>
                  </a:lnTo>
                  <a:cubicBezTo>
                    <a:pt x="1" y="1441"/>
                    <a:pt x="72" y="1512"/>
                    <a:pt x="180" y="1512"/>
                  </a:cubicBezTo>
                  <a:cubicBezTo>
                    <a:pt x="275" y="1512"/>
                    <a:pt x="358" y="1441"/>
                    <a:pt x="358" y="1334"/>
                  </a:cubicBezTo>
                  <a:lnTo>
                    <a:pt x="358" y="179"/>
                  </a:lnTo>
                  <a:cubicBezTo>
                    <a:pt x="358" y="72"/>
                    <a:pt x="275" y="0"/>
                    <a:pt x="18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147;p58">
              <a:extLst>
                <a:ext uri="{FF2B5EF4-FFF2-40B4-BE49-F238E27FC236}">
                  <a16:creationId xmlns:a16="http://schemas.microsoft.com/office/drawing/2014/main" id="{45DBA07A-6ACA-BE33-8600-BDC971FE1954}"/>
                </a:ext>
              </a:extLst>
            </p:cNvPr>
            <p:cNvSpPr/>
            <p:nvPr/>
          </p:nvSpPr>
          <p:spPr>
            <a:xfrm>
              <a:off x="4378632" y="4159575"/>
              <a:ext cx="22705" cy="27754"/>
            </a:xfrm>
            <a:custGeom>
              <a:avLst/>
              <a:gdLst/>
              <a:ahLst/>
              <a:cxnLst/>
              <a:rect l="l" t="t" r="r" b="b"/>
              <a:pathLst>
                <a:path w="715" h="874" extrusionOk="0">
                  <a:moveTo>
                    <a:pt x="513" y="0"/>
                  </a:moveTo>
                  <a:cubicBezTo>
                    <a:pt x="451" y="0"/>
                    <a:pt x="387" y="27"/>
                    <a:pt x="346" y="76"/>
                  </a:cubicBezTo>
                  <a:lnTo>
                    <a:pt x="48" y="588"/>
                  </a:lnTo>
                  <a:cubicBezTo>
                    <a:pt x="0" y="671"/>
                    <a:pt x="24" y="778"/>
                    <a:pt x="107" y="838"/>
                  </a:cubicBezTo>
                  <a:cubicBezTo>
                    <a:pt x="131" y="850"/>
                    <a:pt x="167" y="874"/>
                    <a:pt x="191" y="874"/>
                  </a:cubicBezTo>
                  <a:cubicBezTo>
                    <a:pt x="250" y="874"/>
                    <a:pt x="310" y="838"/>
                    <a:pt x="358" y="778"/>
                  </a:cubicBezTo>
                  <a:lnTo>
                    <a:pt x="655" y="278"/>
                  </a:lnTo>
                  <a:cubicBezTo>
                    <a:pt x="715" y="171"/>
                    <a:pt x="691" y="64"/>
                    <a:pt x="596" y="16"/>
                  </a:cubicBezTo>
                  <a:cubicBezTo>
                    <a:pt x="570" y="5"/>
                    <a:pt x="542" y="0"/>
                    <a:pt x="51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148;p58">
              <a:extLst>
                <a:ext uri="{FF2B5EF4-FFF2-40B4-BE49-F238E27FC236}">
                  <a16:creationId xmlns:a16="http://schemas.microsoft.com/office/drawing/2014/main" id="{B085A369-7E24-0711-3CED-0E427950F624}"/>
                </a:ext>
              </a:extLst>
            </p:cNvPr>
            <p:cNvSpPr/>
            <p:nvPr/>
          </p:nvSpPr>
          <p:spPr>
            <a:xfrm>
              <a:off x="4240243" y="4399103"/>
              <a:ext cx="22705" cy="27563"/>
            </a:xfrm>
            <a:custGeom>
              <a:avLst/>
              <a:gdLst/>
              <a:ahLst/>
              <a:cxnLst/>
              <a:rect l="l" t="t" r="r" b="b"/>
              <a:pathLst>
                <a:path w="715" h="868" extrusionOk="0">
                  <a:moveTo>
                    <a:pt x="507" y="0"/>
                  </a:moveTo>
                  <a:cubicBezTo>
                    <a:pt x="444" y="0"/>
                    <a:pt x="387" y="33"/>
                    <a:pt x="346" y="82"/>
                  </a:cubicBezTo>
                  <a:lnTo>
                    <a:pt x="48" y="594"/>
                  </a:lnTo>
                  <a:cubicBezTo>
                    <a:pt x="1" y="677"/>
                    <a:pt x="24" y="784"/>
                    <a:pt x="108" y="844"/>
                  </a:cubicBezTo>
                  <a:cubicBezTo>
                    <a:pt x="132" y="855"/>
                    <a:pt x="155" y="867"/>
                    <a:pt x="191" y="867"/>
                  </a:cubicBezTo>
                  <a:cubicBezTo>
                    <a:pt x="251" y="867"/>
                    <a:pt x="310" y="844"/>
                    <a:pt x="358" y="784"/>
                  </a:cubicBezTo>
                  <a:lnTo>
                    <a:pt x="655" y="272"/>
                  </a:lnTo>
                  <a:cubicBezTo>
                    <a:pt x="715" y="189"/>
                    <a:pt x="679" y="82"/>
                    <a:pt x="596" y="22"/>
                  </a:cubicBezTo>
                  <a:cubicBezTo>
                    <a:pt x="566" y="7"/>
                    <a:pt x="536" y="0"/>
                    <a:pt x="50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149;p58">
              <a:extLst>
                <a:ext uri="{FF2B5EF4-FFF2-40B4-BE49-F238E27FC236}">
                  <a16:creationId xmlns:a16="http://schemas.microsoft.com/office/drawing/2014/main" id="{5220BF0E-95DA-07E5-93D0-0FDFBC90E56C}"/>
                </a:ext>
              </a:extLst>
            </p:cNvPr>
            <p:cNvSpPr/>
            <p:nvPr/>
          </p:nvSpPr>
          <p:spPr>
            <a:xfrm>
              <a:off x="4240243" y="4159130"/>
              <a:ext cx="22705" cy="28198"/>
            </a:xfrm>
            <a:custGeom>
              <a:avLst/>
              <a:gdLst/>
              <a:ahLst/>
              <a:cxnLst/>
              <a:rect l="l" t="t" r="r" b="b"/>
              <a:pathLst>
                <a:path w="715" h="888" extrusionOk="0">
                  <a:moveTo>
                    <a:pt x="213" y="1"/>
                  </a:moveTo>
                  <a:cubicBezTo>
                    <a:pt x="181" y="1"/>
                    <a:pt x="148" y="10"/>
                    <a:pt x="120" y="30"/>
                  </a:cubicBezTo>
                  <a:cubicBezTo>
                    <a:pt x="24" y="78"/>
                    <a:pt x="1" y="197"/>
                    <a:pt x="60" y="292"/>
                  </a:cubicBezTo>
                  <a:lnTo>
                    <a:pt x="358" y="792"/>
                  </a:lnTo>
                  <a:cubicBezTo>
                    <a:pt x="382" y="852"/>
                    <a:pt x="441" y="888"/>
                    <a:pt x="525" y="888"/>
                  </a:cubicBezTo>
                  <a:cubicBezTo>
                    <a:pt x="548" y="888"/>
                    <a:pt x="584" y="864"/>
                    <a:pt x="608" y="852"/>
                  </a:cubicBezTo>
                  <a:cubicBezTo>
                    <a:pt x="679" y="792"/>
                    <a:pt x="715" y="685"/>
                    <a:pt x="667" y="602"/>
                  </a:cubicBezTo>
                  <a:lnTo>
                    <a:pt x="370" y="90"/>
                  </a:lnTo>
                  <a:cubicBezTo>
                    <a:pt x="338" y="35"/>
                    <a:pt x="276" y="1"/>
                    <a:pt x="2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150;p58">
              <a:extLst>
                <a:ext uri="{FF2B5EF4-FFF2-40B4-BE49-F238E27FC236}">
                  <a16:creationId xmlns:a16="http://schemas.microsoft.com/office/drawing/2014/main" id="{375CB13F-FEDB-5961-D03F-25BE046A1BFD}"/>
                </a:ext>
              </a:extLst>
            </p:cNvPr>
            <p:cNvSpPr/>
            <p:nvPr/>
          </p:nvSpPr>
          <p:spPr>
            <a:xfrm>
              <a:off x="4378632" y="4399230"/>
              <a:ext cx="22705" cy="28198"/>
            </a:xfrm>
            <a:custGeom>
              <a:avLst/>
              <a:gdLst/>
              <a:ahLst/>
              <a:cxnLst/>
              <a:rect l="l" t="t" r="r" b="b"/>
              <a:pathLst>
                <a:path w="715" h="888" extrusionOk="0">
                  <a:moveTo>
                    <a:pt x="221" y="0"/>
                  </a:moveTo>
                  <a:cubicBezTo>
                    <a:pt x="187" y="0"/>
                    <a:pt x="152" y="10"/>
                    <a:pt x="119" y="30"/>
                  </a:cubicBezTo>
                  <a:cubicBezTo>
                    <a:pt x="24" y="78"/>
                    <a:pt x="0" y="197"/>
                    <a:pt x="60" y="292"/>
                  </a:cubicBezTo>
                  <a:lnTo>
                    <a:pt x="358" y="792"/>
                  </a:lnTo>
                  <a:cubicBezTo>
                    <a:pt x="393" y="851"/>
                    <a:pt x="453" y="887"/>
                    <a:pt x="524" y="887"/>
                  </a:cubicBezTo>
                  <a:cubicBezTo>
                    <a:pt x="548" y="887"/>
                    <a:pt x="584" y="863"/>
                    <a:pt x="608" y="851"/>
                  </a:cubicBezTo>
                  <a:cubicBezTo>
                    <a:pt x="691" y="792"/>
                    <a:pt x="715" y="673"/>
                    <a:pt x="667" y="601"/>
                  </a:cubicBezTo>
                  <a:lnTo>
                    <a:pt x="369" y="89"/>
                  </a:lnTo>
                  <a:cubicBezTo>
                    <a:pt x="346" y="35"/>
                    <a:pt x="286" y="0"/>
                    <a:pt x="22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151;p58">
              <a:extLst>
                <a:ext uri="{FF2B5EF4-FFF2-40B4-BE49-F238E27FC236}">
                  <a16:creationId xmlns:a16="http://schemas.microsoft.com/office/drawing/2014/main" id="{8AFAB5E5-C1D5-DD0D-9F1F-9BDAD26C1D53}"/>
                </a:ext>
              </a:extLst>
            </p:cNvPr>
            <p:cNvSpPr/>
            <p:nvPr/>
          </p:nvSpPr>
          <p:spPr>
            <a:xfrm>
              <a:off x="4426264" y="4351851"/>
              <a:ext cx="29532" cy="21117"/>
            </a:xfrm>
            <a:custGeom>
              <a:avLst/>
              <a:gdLst/>
              <a:ahLst/>
              <a:cxnLst/>
              <a:rect l="l" t="t" r="r" b="b"/>
              <a:pathLst>
                <a:path w="930" h="665" extrusionOk="0">
                  <a:moveTo>
                    <a:pt x="215" y="0"/>
                  </a:moveTo>
                  <a:cubicBezTo>
                    <a:pt x="152" y="0"/>
                    <a:pt x="89" y="32"/>
                    <a:pt x="48" y="81"/>
                  </a:cubicBezTo>
                  <a:cubicBezTo>
                    <a:pt x="1" y="177"/>
                    <a:pt x="36" y="272"/>
                    <a:pt x="108" y="331"/>
                  </a:cubicBezTo>
                  <a:lnTo>
                    <a:pt x="608" y="629"/>
                  </a:lnTo>
                  <a:cubicBezTo>
                    <a:pt x="643" y="653"/>
                    <a:pt x="667" y="665"/>
                    <a:pt x="703" y="665"/>
                  </a:cubicBezTo>
                  <a:cubicBezTo>
                    <a:pt x="763" y="665"/>
                    <a:pt x="822" y="629"/>
                    <a:pt x="870" y="569"/>
                  </a:cubicBezTo>
                  <a:cubicBezTo>
                    <a:pt x="929" y="486"/>
                    <a:pt x="893" y="367"/>
                    <a:pt x="810" y="319"/>
                  </a:cubicBezTo>
                  <a:lnTo>
                    <a:pt x="298" y="22"/>
                  </a:lnTo>
                  <a:cubicBezTo>
                    <a:pt x="272" y="7"/>
                    <a:pt x="244" y="0"/>
                    <a:pt x="2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152;p58">
              <a:extLst>
                <a:ext uri="{FF2B5EF4-FFF2-40B4-BE49-F238E27FC236}">
                  <a16:creationId xmlns:a16="http://schemas.microsoft.com/office/drawing/2014/main" id="{8249E88B-28A6-4E48-FD47-966CD764E5A0}"/>
                </a:ext>
              </a:extLst>
            </p:cNvPr>
            <p:cNvSpPr/>
            <p:nvPr/>
          </p:nvSpPr>
          <p:spPr>
            <a:xfrm>
              <a:off x="4186196" y="4213463"/>
              <a:ext cx="29500" cy="21117"/>
            </a:xfrm>
            <a:custGeom>
              <a:avLst/>
              <a:gdLst/>
              <a:ahLst/>
              <a:cxnLst/>
              <a:rect l="l" t="t" r="r" b="b"/>
              <a:pathLst>
                <a:path w="929" h="665" extrusionOk="0">
                  <a:moveTo>
                    <a:pt x="214" y="0"/>
                  </a:moveTo>
                  <a:cubicBezTo>
                    <a:pt x="152" y="0"/>
                    <a:pt x="89" y="33"/>
                    <a:pt x="48" y="82"/>
                  </a:cubicBezTo>
                  <a:cubicBezTo>
                    <a:pt x="0" y="165"/>
                    <a:pt x="36" y="272"/>
                    <a:pt x="107" y="332"/>
                  </a:cubicBezTo>
                  <a:lnTo>
                    <a:pt x="619" y="629"/>
                  </a:lnTo>
                  <a:cubicBezTo>
                    <a:pt x="643" y="641"/>
                    <a:pt x="667" y="665"/>
                    <a:pt x="703" y="665"/>
                  </a:cubicBezTo>
                  <a:cubicBezTo>
                    <a:pt x="762" y="665"/>
                    <a:pt x="822" y="629"/>
                    <a:pt x="869" y="570"/>
                  </a:cubicBezTo>
                  <a:cubicBezTo>
                    <a:pt x="929" y="463"/>
                    <a:pt x="893" y="367"/>
                    <a:pt x="810" y="320"/>
                  </a:cubicBezTo>
                  <a:lnTo>
                    <a:pt x="298" y="22"/>
                  </a:lnTo>
                  <a:cubicBezTo>
                    <a:pt x="272" y="7"/>
                    <a:pt x="243" y="0"/>
                    <a:pt x="21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153;p58">
              <a:extLst>
                <a:ext uri="{FF2B5EF4-FFF2-40B4-BE49-F238E27FC236}">
                  <a16:creationId xmlns:a16="http://schemas.microsoft.com/office/drawing/2014/main" id="{8476518B-BC9D-F248-E2B0-4C905621EFF2}"/>
                </a:ext>
              </a:extLst>
            </p:cNvPr>
            <p:cNvSpPr/>
            <p:nvPr/>
          </p:nvSpPr>
          <p:spPr>
            <a:xfrm>
              <a:off x="4425883" y="4213590"/>
              <a:ext cx="29913" cy="21371"/>
            </a:xfrm>
            <a:custGeom>
              <a:avLst/>
              <a:gdLst/>
              <a:ahLst/>
              <a:cxnLst/>
              <a:rect l="l" t="t" r="r" b="b"/>
              <a:pathLst>
                <a:path w="942" h="673" extrusionOk="0">
                  <a:moveTo>
                    <a:pt x="725" y="0"/>
                  </a:moveTo>
                  <a:cubicBezTo>
                    <a:pt x="693" y="0"/>
                    <a:pt x="660" y="10"/>
                    <a:pt x="632" y="30"/>
                  </a:cubicBezTo>
                  <a:lnTo>
                    <a:pt x="120" y="328"/>
                  </a:lnTo>
                  <a:cubicBezTo>
                    <a:pt x="36" y="375"/>
                    <a:pt x="1" y="494"/>
                    <a:pt x="60" y="578"/>
                  </a:cubicBezTo>
                  <a:cubicBezTo>
                    <a:pt x="96" y="637"/>
                    <a:pt x="155" y="673"/>
                    <a:pt x="227" y="673"/>
                  </a:cubicBezTo>
                  <a:cubicBezTo>
                    <a:pt x="251" y="673"/>
                    <a:pt x="286" y="661"/>
                    <a:pt x="310" y="637"/>
                  </a:cubicBezTo>
                  <a:lnTo>
                    <a:pt x="822" y="340"/>
                  </a:lnTo>
                  <a:cubicBezTo>
                    <a:pt x="905" y="280"/>
                    <a:pt x="941" y="161"/>
                    <a:pt x="882" y="89"/>
                  </a:cubicBezTo>
                  <a:cubicBezTo>
                    <a:pt x="850" y="35"/>
                    <a:pt x="788" y="0"/>
                    <a:pt x="7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154;p58">
              <a:extLst>
                <a:ext uri="{FF2B5EF4-FFF2-40B4-BE49-F238E27FC236}">
                  <a16:creationId xmlns:a16="http://schemas.microsoft.com/office/drawing/2014/main" id="{BA009598-C4C1-E8B7-BE3A-A8AFE2EB3D26}"/>
                </a:ext>
              </a:extLst>
            </p:cNvPr>
            <p:cNvSpPr/>
            <p:nvPr/>
          </p:nvSpPr>
          <p:spPr>
            <a:xfrm>
              <a:off x="4186196" y="4351978"/>
              <a:ext cx="29500" cy="21371"/>
            </a:xfrm>
            <a:custGeom>
              <a:avLst/>
              <a:gdLst/>
              <a:ahLst/>
              <a:cxnLst/>
              <a:rect l="l" t="t" r="r" b="b"/>
              <a:pathLst>
                <a:path w="929" h="673" extrusionOk="0">
                  <a:moveTo>
                    <a:pt x="725" y="0"/>
                  </a:moveTo>
                  <a:cubicBezTo>
                    <a:pt x="692" y="0"/>
                    <a:pt x="660" y="9"/>
                    <a:pt x="631" y="30"/>
                  </a:cubicBezTo>
                  <a:lnTo>
                    <a:pt x="119" y="327"/>
                  </a:lnTo>
                  <a:cubicBezTo>
                    <a:pt x="36" y="375"/>
                    <a:pt x="0" y="494"/>
                    <a:pt x="60" y="589"/>
                  </a:cubicBezTo>
                  <a:cubicBezTo>
                    <a:pt x="95" y="649"/>
                    <a:pt x="155" y="673"/>
                    <a:pt x="226" y="673"/>
                  </a:cubicBezTo>
                  <a:cubicBezTo>
                    <a:pt x="262" y="673"/>
                    <a:pt x="286" y="661"/>
                    <a:pt x="322" y="649"/>
                  </a:cubicBezTo>
                  <a:lnTo>
                    <a:pt x="822" y="351"/>
                  </a:lnTo>
                  <a:cubicBezTo>
                    <a:pt x="893" y="292"/>
                    <a:pt x="929" y="173"/>
                    <a:pt x="881" y="89"/>
                  </a:cubicBezTo>
                  <a:cubicBezTo>
                    <a:pt x="850" y="34"/>
                    <a:pt x="787" y="0"/>
                    <a:pt x="7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616718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5"/>
        <p:cNvGrpSpPr/>
        <p:nvPr/>
      </p:nvGrpSpPr>
      <p:grpSpPr>
        <a:xfrm>
          <a:off x="0" y="0"/>
          <a:ext cx="0" cy="0"/>
          <a:chOff x="0" y="0"/>
          <a:chExt cx="0" cy="0"/>
        </a:xfrm>
      </p:grpSpPr>
      <p:sp>
        <p:nvSpPr>
          <p:cNvPr id="1586" name="Google Shape;1586;p49"/>
          <p:cNvSpPr txBox="1">
            <a:spLocks noGrp="1"/>
          </p:cNvSpPr>
          <p:nvPr>
            <p:ph type="body" idx="1"/>
          </p:nvPr>
        </p:nvSpPr>
        <p:spPr>
          <a:xfrm>
            <a:off x="618825" y="989475"/>
            <a:ext cx="7816421" cy="378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noProof="1"/>
              <a:t>Kategori ini memberikan pembahasan soal emosional pengguna, terutama dalam aspek perasaan dan kekhawatiran mereka. Cara mudah untuk mengisi format ini adalah membuat daftar emosi dan diikuti dengan deskripsi singkat mengenai penyebab munculnya perasaan tersebut. Simak contoh-contoh berikut ini:</a:t>
            </a:r>
          </a:p>
          <a:p>
            <a:pPr marL="0" lvl="0" indent="0" algn="l" rtl="0">
              <a:spcBef>
                <a:spcPts val="0"/>
              </a:spcBef>
              <a:spcAft>
                <a:spcPts val="0"/>
              </a:spcAft>
              <a:buNone/>
            </a:pPr>
            <a:endParaRPr lang="en-US" sz="1400" noProof="1"/>
          </a:p>
          <a:p>
            <a:pPr marL="285750" indent="-285750"/>
            <a:r>
              <a:rPr lang="en-US" sz="1400" i="1" noProof="1"/>
              <a:t>Kewalahan – Terlalu banyak keputusan yang harus diambil</a:t>
            </a:r>
          </a:p>
          <a:p>
            <a:pPr marL="285750" indent="-285750"/>
            <a:r>
              <a:rPr lang="en-US" sz="1400" i="1" noProof="1"/>
              <a:t>Kecemasan – Tidak ingin membuang waktu</a:t>
            </a:r>
          </a:p>
          <a:p>
            <a:pPr marL="285750" indent="-285750"/>
            <a:r>
              <a:rPr lang="en-US" sz="1400" i="1" noProof="1"/>
              <a:t>Tidak sabar – Load page terlalu lama</a:t>
            </a:r>
          </a:p>
        </p:txBody>
      </p:sp>
      <p:sp>
        <p:nvSpPr>
          <p:cNvPr id="1587" name="Google Shape;1587;p49"/>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D" dirty="0"/>
              <a:t>Feels</a:t>
            </a:r>
          </a:p>
        </p:txBody>
      </p:sp>
      <p:grpSp>
        <p:nvGrpSpPr>
          <p:cNvPr id="26" name="Google Shape;11753;p61">
            <a:extLst>
              <a:ext uri="{FF2B5EF4-FFF2-40B4-BE49-F238E27FC236}">
                <a16:creationId xmlns:a16="http://schemas.microsoft.com/office/drawing/2014/main" id="{7F9B5210-459D-CACD-66DF-008A88A5213A}"/>
              </a:ext>
            </a:extLst>
          </p:cNvPr>
          <p:cNvGrpSpPr/>
          <p:nvPr/>
        </p:nvGrpSpPr>
        <p:grpSpPr>
          <a:xfrm>
            <a:off x="6273125" y="2508254"/>
            <a:ext cx="1559692" cy="1994156"/>
            <a:chOff x="4899999" y="2882095"/>
            <a:chExt cx="271244" cy="346801"/>
          </a:xfrm>
        </p:grpSpPr>
        <p:sp>
          <p:nvSpPr>
            <p:cNvPr id="27" name="Google Shape;11754;p61">
              <a:extLst>
                <a:ext uri="{FF2B5EF4-FFF2-40B4-BE49-F238E27FC236}">
                  <a16:creationId xmlns:a16="http://schemas.microsoft.com/office/drawing/2014/main" id="{25E6B721-D437-DB6F-F43B-FD957E052171}"/>
                </a:ext>
              </a:extLst>
            </p:cNvPr>
            <p:cNvSpPr/>
            <p:nvPr/>
          </p:nvSpPr>
          <p:spPr>
            <a:xfrm>
              <a:off x="4899999" y="2882095"/>
              <a:ext cx="271244" cy="346801"/>
            </a:xfrm>
            <a:custGeom>
              <a:avLst/>
              <a:gdLst/>
              <a:ahLst/>
              <a:cxnLst/>
              <a:rect l="l" t="t" r="r" b="b"/>
              <a:pathLst>
                <a:path w="8562" h="10947" extrusionOk="0">
                  <a:moveTo>
                    <a:pt x="6609" y="1719"/>
                  </a:moveTo>
                  <a:cubicBezTo>
                    <a:pt x="6823" y="1803"/>
                    <a:pt x="6954" y="2041"/>
                    <a:pt x="6906" y="2279"/>
                  </a:cubicBezTo>
                  <a:lnTo>
                    <a:pt x="6716" y="3398"/>
                  </a:lnTo>
                  <a:lnTo>
                    <a:pt x="6502" y="3398"/>
                  </a:lnTo>
                  <a:cubicBezTo>
                    <a:pt x="6406" y="3398"/>
                    <a:pt x="6323" y="3327"/>
                    <a:pt x="6323" y="3220"/>
                  </a:cubicBezTo>
                  <a:lnTo>
                    <a:pt x="6323" y="1969"/>
                  </a:lnTo>
                  <a:cubicBezTo>
                    <a:pt x="6454" y="1910"/>
                    <a:pt x="6537" y="1815"/>
                    <a:pt x="6609" y="1719"/>
                  </a:cubicBezTo>
                  <a:close/>
                  <a:moveTo>
                    <a:pt x="2287" y="1684"/>
                  </a:moveTo>
                  <a:cubicBezTo>
                    <a:pt x="2287" y="1743"/>
                    <a:pt x="2263" y="1803"/>
                    <a:pt x="2263" y="1862"/>
                  </a:cubicBezTo>
                  <a:lnTo>
                    <a:pt x="2263" y="3231"/>
                  </a:lnTo>
                  <a:cubicBezTo>
                    <a:pt x="2263" y="3339"/>
                    <a:pt x="2191" y="3410"/>
                    <a:pt x="2084" y="3410"/>
                  </a:cubicBezTo>
                  <a:lnTo>
                    <a:pt x="1882" y="3410"/>
                  </a:lnTo>
                  <a:lnTo>
                    <a:pt x="1691" y="2291"/>
                  </a:lnTo>
                  <a:cubicBezTo>
                    <a:pt x="1656" y="2136"/>
                    <a:pt x="1703" y="1981"/>
                    <a:pt x="1810" y="1862"/>
                  </a:cubicBezTo>
                  <a:cubicBezTo>
                    <a:pt x="1906" y="1743"/>
                    <a:pt x="2037" y="1684"/>
                    <a:pt x="2203" y="1684"/>
                  </a:cubicBezTo>
                  <a:close/>
                  <a:moveTo>
                    <a:pt x="6454" y="386"/>
                  </a:moveTo>
                  <a:lnTo>
                    <a:pt x="6454" y="386"/>
                  </a:lnTo>
                  <a:cubicBezTo>
                    <a:pt x="6597" y="815"/>
                    <a:pt x="6573" y="1207"/>
                    <a:pt x="6394" y="1469"/>
                  </a:cubicBezTo>
                  <a:cubicBezTo>
                    <a:pt x="6228" y="1707"/>
                    <a:pt x="5954" y="1862"/>
                    <a:pt x="5680" y="1862"/>
                  </a:cubicBezTo>
                  <a:lnTo>
                    <a:pt x="3120" y="1862"/>
                  </a:lnTo>
                  <a:cubicBezTo>
                    <a:pt x="3025" y="1862"/>
                    <a:pt x="2953" y="1934"/>
                    <a:pt x="2953" y="2029"/>
                  </a:cubicBezTo>
                  <a:cubicBezTo>
                    <a:pt x="2953" y="2112"/>
                    <a:pt x="3025" y="2184"/>
                    <a:pt x="3120" y="2184"/>
                  </a:cubicBezTo>
                  <a:lnTo>
                    <a:pt x="5680" y="2184"/>
                  </a:lnTo>
                  <a:cubicBezTo>
                    <a:pt x="5799" y="2184"/>
                    <a:pt x="5918" y="2172"/>
                    <a:pt x="6037" y="2136"/>
                  </a:cubicBezTo>
                  <a:lnTo>
                    <a:pt x="6037" y="3220"/>
                  </a:lnTo>
                  <a:cubicBezTo>
                    <a:pt x="6037" y="3493"/>
                    <a:pt x="6252" y="3720"/>
                    <a:pt x="6537" y="3720"/>
                  </a:cubicBezTo>
                  <a:lnTo>
                    <a:pt x="6787" y="3720"/>
                  </a:lnTo>
                  <a:cubicBezTo>
                    <a:pt x="6871" y="3720"/>
                    <a:pt x="6942" y="3755"/>
                    <a:pt x="6990" y="3815"/>
                  </a:cubicBezTo>
                  <a:cubicBezTo>
                    <a:pt x="7025" y="3874"/>
                    <a:pt x="7061" y="3946"/>
                    <a:pt x="7061" y="4017"/>
                  </a:cubicBezTo>
                  <a:cubicBezTo>
                    <a:pt x="7049" y="4148"/>
                    <a:pt x="6930" y="4255"/>
                    <a:pt x="6763" y="4255"/>
                  </a:cubicBezTo>
                  <a:lnTo>
                    <a:pt x="6692" y="4255"/>
                  </a:lnTo>
                  <a:lnTo>
                    <a:pt x="6692" y="4244"/>
                  </a:lnTo>
                  <a:cubicBezTo>
                    <a:pt x="6692" y="4148"/>
                    <a:pt x="6609" y="4077"/>
                    <a:pt x="6525" y="4077"/>
                  </a:cubicBezTo>
                  <a:cubicBezTo>
                    <a:pt x="6430" y="4077"/>
                    <a:pt x="6359" y="4148"/>
                    <a:pt x="6359" y="4244"/>
                  </a:cubicBezTo>
                  <a:cubicBezTo>
                    <a:pt x="6359" y="5375"/>
                    <a:pt x="5442" y="6315"/>
                    <a:pt x="4287" y="6315"/>
                  </a:cubicBezTo>
                  <a:cubicBezTo>
                    <a:pt x="3180" y="6315"/>
                    <a:pt x="2239" y="5387"/>
                    <a:pt x="2239" y="4244"/>
                  </a:cubicBezTo>
                  <a:cubicBezTo>
                    <a:pt x="2239" y="4160"/>
                    <a:pt x="2168" y="4077"/>
                    <a:pt x="2072" y="4077"/>
                  </a:cubicBezTo>
                  <a:cubicBezTo>
                    <a:pt x="1989" y="4077"/>
                    <a:pt x="1906" y="4160"/>
                    <a:pt x="1906" y="4244"/>
                  </a:cubicBezTo>
                  <a:lnTo>
                    <a:pt x="1906" y="4255"/>
                  </a:lnTo>
                  <a:lnTo>
                    <a:pt x="1822" y="4255"/>
                  </a:lnTo>
                  <a:cubicBezTo>
                    <a:pt x="1751" y="4255"/>
                    <a:pt x="1668" y="4232"/>
                    <a:pt x="1632" y="4172"/>
                  </a:cubicBezTo>
                  <a:cubicBezTo>
                    <a:pt x="1584" y="4113"/>
                    <a:pt x="1549" y="4041"/>
                    <a:pt x="1549" y="3958"/>
                  </a:cubicBezTo>
                  <a:cubicBezTo>
                    <a:pt x="1572" y="3827"/>
                    <a:pt x="1691" y="3720"/>
                    <a:pt x="1846" y="3720"/>
                  </a:cubicBezTo>
                  <a:lnTo>
                    <a:pt x="2084" y="3720"/>
                  </a:lnTo>
                  <a:cubicBezTo>
                    <a:pt x="2370" y="3720"/>
                    <a:pt x="2596" y="3505"/>
                    <a:pt x="2596" y="3220"/>
                  </a:cubicBezTo>
                  <a:lnTo>
                    <a:pt x="2596" y="1850"/>
                  </a:lnTo>
                  <a:cubicBezTo>
                    <a:pt x="2596" y="1184"/>
                    <a:pt x="3132" y="648"/>
                    <a:pt x="3799" y="648"/>
                  </a:cubicBezTo>
                  <a:lnTo>
                    <a:pt x="5335" y="648"/>
                  </a:lnTo>
                  <a:cubicBezTo>
                    <a:pt x="5894" y="648"/>
                    <a:pt x="6252" y="493"/>
                    <a:pt x="6454" y="386"/>
                  </a:cubicBezTo>
                  <a:close/>
                  <a:moveTo>
                    <a:pt x="5347" y="6387"/>
                  </a:moveTo>
                  <a:lnTo>
                    <a:pt x="5347" y="6911"/>
                  </a:lnTo>
                  <a:lnTo>
                    <a:pt x="4299" y="7494"/>
                  </a:lnTo>
                  <a:lnTo>
                    <a:pt x="3263" y="6911"/>
                  </a:lnTo>
                  <a:lnTo>
                    <a:pt x="3263" y="6387"/>
                  </a:lnTo>
                  <a:cubicBezTo>
                    <a:pt x="3573" y="6541"/>
                    <a:pt x="3930" y="6625"/>
                    <a:pt x="4299" y="6625"/>
                  </a:cubicBezTo>
                  <a:cubicBezTo>
                    <a:pt x="4680" y="6625"/>
                    <a:pt x="5037" y="6541"/>
                    <a:pt x="5347" y="6387"/>
                  </a:cubicBezTo>
                  <a:close/>
                  <a:moveTo>
                    <a:pt x="2846" y="7041"/>
                  </a:moveTo>
                  <a:lnTo>
                    <a:pt x="4073" y="7708"/>
                  </a:lnTo>
                  <a:lnTo>
                    <a:pt x="3704" y="8149"/>
                  </a:lnTo>
                  <a:cubicBezTo>
                    <a:pt x="3680" y="8184"/>
                    <a:pt x="3632" y="8208"/>
                    <a:pt x="3596" y="8220"/>
                  </a:cubicBezTo>
                  <a:cubicBezTo>
                    <a:pt x="3549" y="8220"/>
                    <a:pt x="3489" y="8208"/>
                    <a:pt x="3454" y="8173"/>
                  </a:cubicBezTo>
                  <a:lnTo>
                    <a:pt x="2620" y="7458"/>
                  </a:lnTo>
                  <a:lnTo>
                    <a:pt x="2834" y="7041"/>
                  </a:lnTo>
                  <a:close/>
                  <a:moveTo>
                    <a:pt x="5787" y="7041"/>
                  </a:moveTo>
                  <a:lnTo>
                    <a:pt x="6001" y="7458"/>
                  </a:lnTo>
                  <a:lnTo>
                    <a:pt x="5156" y="8173"/>
                  </a:lnTo>
                  <a:cubicBezTo>
                    <a:pt x="5109" y="8208"/>
                    <a:pt x="5061" y="8220"/>
                    <a:pt x="5013" y="8220"/>
                  </a:cubicBezTo>
                  <a:cubicBezTo>
                    <a:pt x="4978" y="8220"/>
                    <a:pt x="4930" y="8184"/>
                    <a:pt x="4894" y="8149"/>
                  </a:cubicBezTo>
                  <a:lnTo>
                    <a:pt x="4561" y="7708"/>
                  </a:lnTo>
                  <a:lnTo>
                    <a:pt x="5775" y="7041"/>
                  </a:lnTo>
                  <a:close/>
                  <a:moveTo>
                    <a:pt x="6497" y="1"/>
                  </a:moveTo>
                  <a:cubicBezTo>
                    <a:pt x="6455" y="1"/>
                    <a:pt x="6419" y="16"/>
                    <a:pt x="6382" y="53"/>
                  </a:cubicBezTo>
                  <a:cubicBezTo>
                    <a:pt x="6382" y="53"/>
                    <a:pt x="6073" y="350"/>
                    <a:pt x="5299" y="350"/>
                  </a:cubicBezTo>
                  <a:lnTo>
                    <a:pt x="3763" y="350"/>
                  </a:lnTo>
                  <a:cubicBezTo>
                    <a:pt x="3096" y="350"/>
                    <a:pt x="2537" y="779"/>
                    <a:pt x="2322" y="1374"/>
                  </a:cubicBezTo>
                  <a:lnTo>
                    <a:pt x="2180" y="1374"/>
                  </a:lnTo>
                  <a:cubicBezTo>
                    <a:pt x="1918" y="1374"/>
                    <a:pt x="1703" y="1481"/>
                    <a:pt x="1537" y="1672"/>
                  </a:cubicBezTo>
                  <a:cubicBezTo>
                    <a:pt x="1370" y="1862"/>
                    <a:pt x="1310" y="2112"/>
                    <a:pt x="1346" y="2350"/>
                  </a:cubicBezTo>
                  <a:lnTo>
                    <a:pt x="1537" y="3505"/>
                  </a:lnTo>
                  <a:cubicBezTo>
                    <a:pt x="1358" y="3589"/>
                    <a:pt x="1239" y="3755"/>
                    <a:pt x="1203" y="3958"/>
                  </a:cubicBezTo>
                  <a:cubicBezTo>
                    <a:pt x="1191" y="4124"/>
                    <a:pt x="1251" y="4291"/>
                    <a:pt x="1358" y="4422"/>
                  </a:cubicBezTo>
                  <a:cubicBezTo>
                    <a:pt x="1465" y="4541"/>
                    <a:pt x="1620" y="4613"/>
                    <a:pt x="1787" y="4613"/>
                  </a:cubicBezTo>
                  <a:lnTo>
                    <a:pt x="1906" y="4613"/>
                  </a:lnTo>
                  <a:cubicBezTo>
                    <a:pt x="2001" y="5291"/>
                    <a:pt x="2382" y="5863"/>
                    <a:pt x="2906" y="6244"/>
                  </a:cubicBezTo>
                  <a:lnTo>
                    <a:pt x="2906" y="6780"/>
                  </a:lnTo>
                  <a:cubicBezTo>
                    <a:pt x="2876" y="6762"/>
                    <a:pt x="2843" y="6753"/>
                    <a:pt x="2808" y="6753"/>
                  </a:cubicBezTo>
                  <a:cubicBezTo>
                    <a:pt x="2772" y="6753"/>
                    <a:pt x="2733" y="6762"/>
                    <a:pt x="2692" y="6780"/>
                  </a:cubicBezTo>
                  <a:cubicBezTo>
                    <a:pt x="2608" y="6803"/>
                    <a:pt x="2537" y="6863"/>
                    <a:pt x="2501" y="6934"/>
                  </a:cubicBezTo>
                  <a:lnTo>
                    <a:pt x="2251" y="7434"/>
                  </a:lnTo>
                  <a:lnTo>
                    <a:pt x="846" y="7851"/>
                  </a:lnTo>
                  <a:cubicBezTo>
                    <a:pt x="346" y="7994"/>
                    <a:pt x="1" y="8458"/>
                    <a:pt x="1" y="8982"/>
                  </a:cubicBezTo>
                  <a:lnTo>
                    <a:pt x="1" y="10780"/>
                  </a:lnTo>
                  <a:cubicBezTo>
                    <a:pt x="1" y="10863"/>
                    <a:pt x="72" y="10947"/>
                    <a:pt x="167" y="10947"/>
                  </a:cubicBezTo>
                  <a:cubicBezTo>
                    <a:pt x="251" y="10947"/>
                    <a:pt x="334" y="10863"/>
                    <a:pt x="334" y="10780"/>
                  </a:cubicBezTo>
                  <a:lnTo>
                    <a:pt x="334" y="8982"/>
                  </a:lnTo>
                  <a:cubicBezTo>
                    <a:pt x="334" y="8589"/>
                    <a:pt x="584" y="8244"/>
                    <a:pt x="953" y="8149"/>
                  </a:cubicBezTo>
                  <a:lnTo>
                    <a:pt x="1549" y="7958"/>
                  </a:lnTo>
                  <a:lnTo>
                    <a:pt x="1549" y="10756"/>
                  </a:lnTo>
                  <a:cubicBezTo>
                    <a:pt x="1549" y="10851"/>
                    <a:pt x="1620" y="10923"/>
                    <a:pt x="1715" y="10923"/>
                  </a:cubicBezTo>
                  <a:cubicBezTo>
                    <a:pt x="1799" y="10923"/>
                    <a:pt x="1882" y="10851"/>
                    <a:pt x="1882" y="10756"/>
                  </a:cubicBezTo>
                  <a:lnTo>
                    <a:pt x="1882" y="7863"/>
                  </a:lnTo>
                  <a:lnTo>
                    <a:pt x="2239" y="7756"/>
                  </a:lnTo>
                  <a:lnTo>
                    <a:pt x="2239" y="10756"/>
                  </a:lnTo>
                  <a:cubicBezTo>
                    <a:pt x="2239" y="10851"/>
                    <a:pt x="2311" y="10923"/>
                    <a:pt x="2394" y="10923"/>
                  </a:cubicBezTo>
                  <a:cubicBezTo>
                    <a:pt x="2489" y="10923"/>
                    <a:pt x="2561" y="10851"/>
                    <a:pt x="2561" y="10756"/>
                  </a:cubicBezTo>
                  <a:lnTo>
                    <a:pt x="2561" y="7863"/>
                  </a:lnTo>
                  <a:lnTo>
                    <a:pt x="3227" y="8423"/>
                  </a:lnTo>
                  <a:cubicBezTo>
                    <a:pt x="3323" y="8494"/>
                    <a:pt x="3442" y="8542"/>
                    <a:pt x="3561" y="8542"/>
                  </a:cubicBezTo>
                  <a:lnTo>
                    <a:pt x="3608" y="8542"/>
                  </a:lnTo>
                  <a:cubicBezTo>
                    <a:pt x="3739" y="8530"/>
                    <a:pt x="3858" y="8470"/>
                    <a:pt x="3942" y="8351"/>
                  </a:cubicBezTo>
                  <a:lnTo>
                    <a:pt x="4287" y="7934"/>
                  </a:lnTo>
                  <a:lnTo>
                    <a:pt x="4632" y="8351"/>
                  </a:lnTo>
                  <a:cubicBezTo>
                    <a:pt x="4716" y="8458"/>
                    <a:pt x="4835" y="8530"/>
                    <a:pt x="4978" y="8542"/>
                  </a:cubicBezTo>
                  <a:lnTo>
                    <a:pt x="5013" y="8542"/>
                  </a:lnTo>
                  <a:cubicBezTo>
                    <a:pt x="5132" y="8542"/>
                    <a:pt x="5251" y="8494"/>
                    <a:pt x="5347" y="8423"/>
                  </a:cubicBezTo>
                  <a:lnTo>
                    <a:pt x="6180" y="7708"/>
                  </a:lnTo>
                  <a:lnTo>
                    <a:pt x="6680" y="7863"/>
                  </a:lnTo>
                  <a:lnTo>
                    <a:pt x="6680" y="10756"/>
                  </a:lnTo>
                  <a:cubicBezTo>
                    <a:pt x="6680" y="10851"/>
                    <a:pt x="6763" y="10923"/>
                    <a:pt x="6847" y="10923"/>
                  </a:cubicBezTo>
                  <a:cubicBezTo>
                    <a:pt x="6942" y="10923"/>
                    <a:pt x="7014" y="10851"/>
                    <a:pt x="7014" y="10756"/>
                  </a:cubicBezTo>
                  <a:lnTo>
                    <a:pt x="7014" y="7958"/>
                  </a:lnTo>
                  <a:lnTo>
                    <a:pt x="7609" y="8149"/>
                  </a:lnTo>
                  <a:cubicBezTo>
                    <a:pt x="7978" y="8244"/>
                    <a:pt x="8228" y="8589"/>
                    <a:pt x="8228" y="8982"/>
                  </a:cubicBezTo>
                  <a:lnTo>
                    <a:pt x="8228" y="10780"/>
                  </a:lnTo>
                  <a:cubicBezTo>
                    <a:pt x="8228" y="10863"/>
                    <a:pt x="8311" y="10947"/>
                    <a:pt x="8395" y="10947"/>
                  </a:cubicBezTo>
                  <a:cubicBezTo>
                    <a:pt x="8490" y="10947"/>
                    <a:pt x="8561" y="10863"/>
                    <a:pt x="8561" y="10780"/>
                  </a:cubicBezTo>
                  <a:lnTo>
                    <a:pt x="8561" y="8982"/>
                  </a:lnTo>
                  <a:cubicBezTo>
                    <a:pt x="8561" y="8423"/>
                    <a:pt x="8216" y="7970"/>
                    <a:pt x="7716" y="7815"/>
                  </a:cubicBezTo>
                  <a:lnTo>
                    <a:pt x="6311" y="7399"/>
                  </a:lnTo>
                  <a:lnTo>
                    <a:pt x="6061" y="6911"/>
                  </a:lnTo>
                  <a:cubicBezTo>
                    <a:pt x="6013" y="6839"/>
                    <a:pt x="5942" y="6756"/>
                    <a:pt x="5871" y="6744"/>
                  </a:cubicBezTo>
                  <a:cubicBezTo>
                    <a:pt x="5829" y="6738"/>
                    <a:pt x="5793" y="6735"/>
                    <a:pt x="5759" y="6735"/>
                  </a:cubicBezTo>
                  <a:cubicBezTo>
                    <a:pt x="5725" y="6735"/>
                    <a:pt x="5692" y="6738"/>
                    <a:pt x="5656" y="6744"/>
                  </a:cubicBezTo>
                  <a:lnTo>
                    <a:pt x="5656" y="6208"/>
                  </a:lnTo>
                  <a:cubicBezTo>
                    <a:pt x="6192" y="5839"/>
                    <a:pt x="6561" y="5256"/>
                    <a:pt x="6656" y="4589"/>
                  </a:cubicBezTo>
                  <a:lnTo>
                    <a:pt x="6740" y="4589"/>
                  </a:lnTo>
                  <a:cubicBezTo>
                    <a:pt x="7061" y="4589"/>
                    <a:pt x="7323" y="4351"/>
                    <a:pt x="7359" y="4065"/>
                  </a:cubicBezTo>
                  <a:cubicBezTo>
                    <a:pt x="7371" y="3898"/>
                    <a:pt x="7311" y="3743"/>
                    <a:pt x="7204" y="3601"/>
                  </a:cubicBezTo>
                  <a:cubicBezTo>
                    <a:pt x="7156" y="3541"/>
                    <a:pt x="7097" y="3505"/>
                    <a:pt x="7025" y="3470"/>
                  </a:cubicBezTo>
                  <a:lnTo>
                    <a:pt x="7216" y="2339"/>
                  </a:lnTo>
                  <a:cubicBezTo>
                    <a:pt x="7275" y="1969"/>
                    <a:pt x="7085" y="1600"/>
                    <a:pt x="6763" y="1446"/>
                  </a:cubicBezTo>
                  <a:cubicBezTo>
                    <a:pt x="6906" y="1065"/>
                    <a:pt x="6883" y="600"/>
                    <a:pt x="6656" y="88"/>
                  </a:cubicBezTo>
                  <a:cubicBezTo>
                    <a:pt x="6644" y="53"/>
                    <a:pt x="6597" y="5"/>
                    <a:pt x="6537" y="5"/>
                  </a:cubicBezTo>
                  <a:cubicBezTo>
                    <a:pt x="6523" y="2"/>
                    <a:pt x="6510" y="1"/>
                    <a:pt x="649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755;p61">
              <a:extLst>
                <a:ext uri="{FF2B5EF4-FFF2-40B4-BE49-F238E27FC236}">
                  <a16:creationId xmlns:a16="http://schemas.microsoft.com/office/drawing/2014/main" id="{B85DC4AA-3623-C517-D132-A7F8974C7AD3}"/>
                </a:ext>
              </a:extLst>
            </p:cNvPr>
            <p:cNvSpPr/>
            <p:nvPr/>
          </p:nvSpPr>
          <p:spPr>
            <a:xfrm>
              <a:off x="5090491" y="3141364"/>
              <a:ext cx="10581" cy="86391"/>
            </a:xfrm>
            <a:custGeom>
              <a:avLst/>
              <a:gdLst/>
              <a:ahLst/>
              <a:cxnLst/>
              <a:rect l="l" t="t" r="r" b="b"/>
              <a:pathLst>
                <a:path w="334" h="2727" extrusionOk="0">
                  <a:moveTo>
                    <a:pt x="167" y="0"/>
                  </a:moveTo>
                  <a:cubicBezTo>
                    <a:pt x="84" y="0"/>
                    <a:pt x="0" y="84"/>
                    <a:pt x="0" y="167"/>
                  </a:cubicBezTo>
                  <a:lnTo>
                    <a:pt x="0" y="2560"/>
                  </a:lnTo>
                  <a:cubicBezTo>
                    <a:pt x="0" y="2656"/>
                    <a:pt x="84" y="2727"/>
                    <a:pt x="167" y="2727"/>
                  </a:cubicBezTo>
                  <a:cubicBezTo>
                    <a:pt x="262" y="2727"/>
                    <a:pt x="334" y="2656"/>
                    <a:pt x="334" y="2560"/>
                  </a:cubicBezTo>
                  <a:lnTo>
                    <a:pt x="334" y="167"/>
                  </a:lnTo>
                  <a:cubicBezTo>
                    <a:pt x="334" y="84"/>
                    <a:pt x="262"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756;p61">
              <a:extLst>
                <a:ext uri="{FF2B5EF4-FFF2-40B4-BE49-F238E27FC236}">
                  <a16:creationId xmlns:a16="http://schemas.microsoft.com/office/drawing/2014/main" id="{F535AC41-BD62-C73A-4A1B-261987171D9A}"/>
                </a:ext>
              </a:extLst>
            </p:cNvPr>
            <p:cNvSpPr/>
            <p:nvPr/>
          </p:nvSpPr>
          <p:spPr>
            <a:xfrm>
              <a:off x="5031281" y="3152294"/>
              <a:ext cx="10201" cy="10613"/>
            </a:xfrm>
            <a:custGeom>
              <a:avLst/>
              <a:gdLst/>
              <a:ahLst/>
              <a:cxnLst/>
              <a:rect l="l" t="t" r="r" b="b"/>
              <a:pathLst>
                <a:path w="322" h="335" extrusionOk="0">
                  <a:moveTo>
                    <a:pt x="155" y="1"/>
                  </a:moveTo>
                  <a:cubicBezTo>
                    <a:pt x="72" y="1"/>
                    <a:pt x="0" y="72"/>
                    <a:pt x="0" y="167"/>
                  </a:cubicBezTo>
                  <a:cubicBezTo>
                    <a:pt x="0" y="251"/>
                    <a:pt x="72" y="334"/>
                    <a:pt x="155" y="334"/>
                  </a:cubicBezTo>
                  <a:cubicBezTo>
                    <a:pt x="250" y="334"/>
                    <a:pt x="322" y="251"/>
                    <a:pt x="322" y="167"/>
                  </a:cubicBez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757;p61">
              <a:extLst>
                <a:ext uri="{FF2B5EF4-FFF2-40B4-BE49-F238E27FC236}">
                  <a16:creationId xmlns:a16="http://schemas.microsoft.com/office/drawing/2014/main" id="{BD7F1AB5-516F-7771-CB8D-A0A8EFB9C4B6}"/>
                </a:ext>
              </a:extLst>
            </p:cNvPr>
            <p:cNvSpPr/>
            <p:nvPr/>
          </p:nvSpPr>
          <p:spPr>
            <a:xfrm>
              <a:off x="5031281" y="3217555"/>
              <a:ext cx="10201" cy="10201"/>
            </a:xfrm>
            <a:custGeom>
              <a:avLst/>
              <a:gdLst/>
              <a:ahLst/>
              <a:cxnLst/>
              <a:rect l="l" t="t" r="r" b="b"/>
              <a:pathLst>
                <a:path w="322" h="322" extrusionOk="0">
                  <a:moveTo>
                    <a:pt x="155" y="1"/>
                  </a:moveTo>
                  <a:cubicBezTo>
                    <a:pt x="72" y="1"/>
                    <a:pt x="0" y="72"/>
                    <a:pt x="0" y="155"/>
                  </a:cubicBezTo>
                  <a:cubicBezTo>
                    <a:pt x="0" y="251"/>
                    <a:pt x="72" y="322"/>
                    <a:pt x="155" y="322"/>
                  </a:cubicBezTo>
                  <a:cubicBezTo>
                    <a:pt x="250" y="322"/>
                    <a:pt x="322" y="251"/>
                    <a:pt x="322" y="155"/>
                  </a:cubicBez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758;p61">
              <a:extLst>
                <a:ext uri="{FF2B5EF4-FFF2-40B4-BE49-F238E27FC236}">
                  <a16:creationId xmlns:a16="http://schemas.microsoft.com/office/drawing/2014/main" id="{388F552A-0235-6062-A1D1-4A9AFECCDF9F}"/>
                </a:ext>
              </a:extLst>
            </p:cNvPr>
            <p:cNvSpPr/>
            <p:nvPr/>
          </p:nvSpPr>
          <p:spPr>
            <a:xfrm>
              <a:off x="5031281" y="3184734"/>
              <a:ext cx="10201" cy="10613"/>
            </a:xfrm>
            <a:custGeom>
              <a:avLst/>
              <a:gdLst/>
              <a:ahLst/>
              <a:cxnLst/>
              <a:rect l="l" t="t" r="r" b="b"/>
              <a:pathLst>
                <a:path w="322" h="335" extrusionOk="0">
                  <a:moveTo>
                    <a:pt x="155" y="1"/>
                  </a:moveTo>
                  <a:cubicBezTo>
                    <a:pt x="72" y="1"/>
                    <a:pt x="0" y="84"/>
                    <a:pt x="0" y="167"/>
                  </a:cubicBezTo>
                  <a:cubicBezTo>
                    <a:pt x="0" y="263"/>
                    <a:pt x="72" y="334"/>
                    <a:pt x="155" y="334"/>
                  </a:cubicBezTo>
                  <a:cubicBezTo>
                    <a:pt x="250" y="334"/>
                    <a:pt x="322" y="263"/>
                    <a:pt x="322" y="167"/>
                  </a:cubicBezTo>
                  <a:cubicBezTo>
                    <a:pt x="322" y="84"/>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759;p61">
              <a:extLst>
                <a:ext uri="{FF2B5EF4-FFF2-40B4-BE49-F238E27FC236}">
                  <a16:creationId xmlns:a16="http://schemas.microsoft.com/office/drawing/2014/main" id="{ABE6B538-7CE7-E57C-CBE2-CF9B2F412211}"/>
                </a:ext>
              </a:extLst>
            </p:cNvPr>
            <p:cNvSpPr/>
            <p:nvPr/>
          </p:nvSpPr>
          <p:spPr>
            <a:xfrm>
              <a:off x="4998841" y="2995763"/>
              <a:ext cx="10201" cy="15492"/>
            </a:xfrm>
            <a:custGeom>
              <a:avLst/>
              <a:gdLst/>
              <a:ahLst/>
              <a:cxnLst/>
              <a:rect l="l" t="t" r="r" b="b"/>
              <a:pathLst>
                <a:path w="322" h="489" extrusionOk="0">
                  <a:moveTo>
                    <a:pt x="155" y="1"/>
                  </a:moveTo>
                  <a:cubicBezTo>
                    <a:pt x="72" y="1"/>
                    <a:pt x="0" y="72"/>
                    <a:pt x="0" y="167"/>
                  </a:cubicBezTo>
                  <a:lnTo>
                    <a:pt x="0" y="334"/>
                  </a:lnTo>
                  <a:cubicBezTo>
                    <a:pt x="0" y="417"/>
                    <a:pt x="72" y="489"/>
                    <a:pt x="155" y="489"/>
                  </a:cubicBezTo>
                  <a:cubicBezTo>
                    <a:pt x="250" y="489"/>
                    <a:pt x="322" y="417"/>
                    <a:pt x="322" y="334"/>
                  </a:cubicBezTo>
                  <a:lnTo>
                    <a:pt x="322" y="167"/>
                  </a:lnTo>
                  <a:cubicBezTo>
                    <a:pt x="322" y="72"/>
                    <a:pt x="250"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760;p61">
              <a:extLst>
                <a:ext uri="{FF2B5EF4-FFF2-40B4-BE49-F238E27FC236}">
                  <a16:creationId xmlns:a16="http://schemas.microsoft.com/office/drawing/2014/main" id="{ABAA3A80-24DB-CFBC-1081-29AE1B945627}"/>
                </a:ext>
              </a:extLst>
            </p:cNvPr>
            <p:cNvSpPr/>
            <p:nvPr/>
          </p:nvSpPr>
          <p:spPr>
            <a:xfrm>
              <a:off x="5063721" y="2995763"/>
              <a:ext cx="10201" cy="15492"/>
            </a:xfrm>
            <a:custGeom>
              <a:avLst/>
              <a:gdLst/>
              <a:ahLst/>
              <a:cxnLst/>
              <a:rect l="l" t="t" r="r" b="b"/>
              <a:pathLst>
                <a:path w="322" h="489" extrusionOk="0">
                  <a:moveTo>
                    <a:pt x="167" y="1"/>
                  </a:moveTo>
                  <a:cubicBezTo>
                    <a:pt x="71" y="1"/>
                    <a:pt x="0" y="72"/>
                    <a:pt x="0" y="167"/>
                  </a:cubicBezTo>
                  <a:lnTo>
                    <a:pt x="0" y="334"/>
                  </a:lnTo>
                  <a:cubicBezTo>
                    <a:pt x="0" y="417"/>
                    <a:pt x="71" y="489"/>
                    <a:pt x="167" y="489"/>
                  </a:cubicBezTo>
                  <a:cubicBezTo>
                    <a:pt x="250" y="489"/>
                    <a:pt x="322" y="417"/>
                    <a:pt x="322" y="334"/>
                  </a:cubicBezTo>
                  <a:lnTo>
                    <a:pt x="322" y="167"/>
                  </a:lnTo>
                  <a:cubicBezTo>
                    <a:pt x="322"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761;p61">
              <a:extLst>
                <a:ext uri="{FF2B5EF4-FFF2-40B4-BE49-F238E27FC236}">
                  <a16:creationId xmlns:a16="http://schemas.microsoft.com/office/drawing/2014/main" id="{AB9FD603-1E21-0107-B513-A10914DDC717}"/>
                </a:ext>
              </a:extLst>
            </p:cNvPr>
            <p:cNvSpPr/>
            <p:nvPr/>
          </p:nvSpPr>
          <p:spPr>
            <a:xfrm>
              <a:off x="4993550" y="2979163"/>
              <a:ext cx="21162" cy="10613"/>
            </a:xfrm>
            <a:custGeom>
              <a:avLst/>
              <a:gdLst/>
              <a:ahLst/>
              <a:cxnLst/>
              <a:rect l="l" t="t" r="r" b="b"/>
              <a:pathLst>
                <a:path w="668" h="335" extrusionOk="0">
                  <a:moveTo>
                    <a:pt x="167" y="1"/>
                  </a:moveTo>
                  <a:cubicBezTo>
                    <a:pt x="72" y="1"/>
                    <a:pt x="0" y="84"/>
                    <a:pt x="0" y="167"/>
                  </a:cubicBezTo>
                  <a:cubicBezTo>
                    <a:pt x="0" y="263"/>
                    <a:pt x="72" y="334"/>
                    <a:pt x="167" y="334"/>
                  </a:cubicBezTo>
                  <a:lnTo>
                    <a:pt x="501" y="334"/>
                  </a:lnTo>
                  <a:cubicBezTo>
                    <a:pt x="596" y="334"/>
                    <a:pt x="667" y="263"/>
                    <a:pt x="667" y="167"/>
                  </a:cubicBezTo>
                  <a:cubicBezTo>
                    <a:pt x="655" y="84"/>
                    <a:pt x="584" y="1"/>
                    <a:pt x="5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762;p61">
              <a:extLst>
                <a:ext uri="{FF2B5EF4-FFF2-40B4-BE49-F238E27FC236}">
                  <a16:creationId xmlns:a16="http://schemas.microsoft.com/office/drawing/2014/main" id="{EB7CEC2E-5D62-815A-2D30-2935B78A3E29}"/>
                </a:ext>
              </a:extLst>
            </p:cNvPr>
            <p:cNvSpPr/>
            <p:nvPr/>
          </p:nvSpPr>
          <p:spPr>
            <a:xfrm>
              <a:off x="5058051" y="2979163"/>
              <a:ext cx="21162" cy="10613"/>
            </a:xfrm>
            <a:custGeom>
              <a:avLst/>
              <a:gdLst/>
              <a:ahLst/>
              <a:cxnLst/>
              <a:rect l="l" t="t" r="r" b="b"/>
              <a:pathLst>
                <a:path w="668" h="335" extrusionOk="0">
                  <a:moveTo>
                    <a:pt x="167" y="1"/>
                  </a:moveTo>
                  <a:cubicBezTo>
                    <a:pt x="72" y="1"/>
                    <a:pt x="0" y="84"/>
                    <a:pt x="0" y="167"/>
                  </a:cubicBezTo>
                  <a:cubicBezTo>
                    <a:pt x="0" y="263"/>
                    <a:pt x="72" y="334"/>
                    <a:pt x="167" y="334"/>
                  </a:cubicBezTo>
                  <a:lnTo>
                    <a:pt x="501" y="334"/>
                  </a:lnTo>
                  <a:cubicBezTo>
                    <a:pt x="596" y="334"/>
                    <a:pt x="667" y="263"/>
                    <a:pt x="667" y="167"/>
                  </a:cubicBezTo>
                  <a:cubicBezTo>
                    <a:pt x="667" y="84"/>
                    <a:pt x="596" y="1"/>
                    <a:pt x="50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763;p61">
              <a:extLst>
                <a:ext uri="{FF2B5EF4-FFF2-40B4-BE49-F238E27FC236}">
                  <a16:creationId xmlns:a16="http://schemas.microsoft.com/office/drawing/2014/main" id="{CE07A190-8014-1074-7A5B-9617431F07FA}"/>
                </a:ext>
              </a:extLst>
            </p:cNvPr>
            <p:cNvSpPr/>
            <p:nvPr/>
          </p:nvSpPr>
          <p:spPr>
            <a:xfrm>
              <a:off x="5007141" y="3025574"/>
              <a:ext cx="58481" cy="32092"/>
            </a:xfrm>
            <a:custGeom>
              <a:avLst/>
              <a:gdLst/>
              <a:ahLst/>
              <a:cxnLst/>
              <a:rect l="l" t="t" r="r" b="b"/>
              <a:pathLst>
                <a:path w="1846" h="1013" extrusionOk="0">
                  <a:moveTo>
                    <a:pt x="1500" y="322"/>
                  </a:moveTo>
                  <a:cubicBezTo>
                    <a:pt x="1429" y="536"/>
                    <a:pt x="1191" y="679"/>
                    <a:pt x="917" y="679"/>
                  </a:cubicBezTo>
                  <a:cubicBezTo>
                    <a:pt x="655" y="679"/>
                    <a:pt x="417" y="536"/>
                    <a:pt x="345" y="322"/>
                  </a:cubicBezTo>
                  <a:close/>
                  <a:moveTo>
                    <a:pt x="167" y="0"/>
                  </a:moveTo>
                  <a:cubicBezTo>
                    <a:pt x="72" y="0"/>
                    <a:pt x="0" y="72"/>
                    <a:pt x="0" y="167"/>
                  </a:cubicBezTo>
                  <a:cubicBezTo>
                    <a:pt x="0" y="619"/>
                    <a:pt x="417" y="1012"/>
                    <a:pt x="929" y="1012"/>
                  </a:cubicBezTo>
                  <a:cubicBezTo>
                    <a:pt x="1429" y="1012"/>
                    <a:pt x="1846" y="643"/>
                    <a:pt x="1846" y="167"/>
                  </a:cubicBezTo>
                  <a:cubicBezTo>
                    <a:pt x="1846" y="72"/>
                    <a:pt x="1786" y="0"/>
                    <a:pt x="170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416374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5"/>
        <p:cNvGrpSpPr/>
        <p:nvPr/>
      </p:nvGrpSpPr>
      <p:grpSpPr>
        <a:xfrm>
          <a:off x="0" y="0"/>
          <a:ext cx="0" cy="0"/>
          <a:chOff x="0" y="0"/>
          <a:chExt cx="0" cy="0"/>
        </a:xfrm>
      </p:grpSpPr>
      <p:sp>
        <p:nvSpPr>
          <p:cNvPr id="1586" name="Google Shape;1586;p49"/>
          <p:cNvSpPr txBox="1">
            <a:spLocks noGrp="1"/>
          </p:cNvSpPr>
          <p:nvPr>
            <p:ph type="body" idx="1"/>
          </p:nvPr>
        </p:nvSpPr>
        <p:spPr>
          <a:xfrm>
            <a:off x="618825" y="989475"/>
            <a:ext cx="7816421" cy="378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noProof="1"/>
              <a:t>Kuadran ini mewakili hal-hal yang akan dilakukan oleh pengguna secara fisik serta detail perilaku tersebut. Terdapat berbagai contoh yang menunjukkan hasil penelitian untuk format ‘does’, yaitu:</a:t>
            </a:r>
          </a:p>
          <a:p>
            <a:pPr marL="0" lvl="0" indent="0" algn="l" rtl="0">
              <a:spcBef>
                <a:spcPts val="0"/>
              </a:spcBef>
              <a:spcAft>
                <a:spcPts val="0"/>
              </a:spcAft>
              <a:buNone/>
            </a:pPr>
            <a:endParaRPr lang="en-US" sz="1400" noProof="1"/>
          </a:p>
          <a:p>
            <a:pPr marL="285750" indent="-285750"/>
            <a:r>
              <a:rPr lang="en-US" sz="1400" i="1" noProof="1"/>
              <a:t>Refresh halaman beberapa kali</a:t>
            </a:r>
          </a:p>
          <a:p>
            <a:pPr marL="285750" indent="-285750"/>
            <a:r>
              <a:rPr lang="en-US" sz="1400" i="1" noProof="1"/>
              <a:t>Membandingkan harga melalui website toko online lainnya</a:t>
            </a:r>
          </a:p>
          <a:p>
            <a:pPr marL="285750" indent="-285750"/>
            <a:r>
              <a:rPr lang="en-US" sz="1400" i="1" noProof="1"/>
              <a:t>Sering mencari tombol untuk kembali ke halaman sebelumnya</a:t>
            </a:r>
          </a:p>
        </p:txBody>
      </p:sp>
      <p:sp>
        <p:nvSpPr>
          <p:cNvPr id="1587" name="Google Shape;1587;p49"/>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D" dirty="0"/>
              <a:t>Does</a:t>
            </a:r>
          </a:p>
        </p:txBody>
      </p:sp>
      <p:grpSp>
        <p:nvGrpSpPr>
          <p:cNvPr id="14" name="Google Shape;10324;p59">
            <a:extLst>
              <a:ext uri="{FF2B5EF4-FFF2-40B4-BE49-F238E27FC236}">
                <a16:creationId xmlns:a16="http://schemas.microsoft.com/office/drawing/2014/main" id="{B49E41D2-EE43-68D4-6ED4-B43F567F8338}"/>
              </a:ext>
            </a:extLst>
          </p:cNvPr>
          <p:cNvGrpSpPr/>
          <p:nvPr/>
        </p:nvGrpSpPr>
        <p:grpSpPr>
          <a:xfrm>
            <a:off x="6364151" y="2404986"/>
            <a:ext cx="1445042" cy="2041120"/>
            <a:chOff x="1333682" y="3344330"/>
            <a:chExt cx="271213" cy="383088"/>
          </a:xfrm>
        </p:grpSpPr>
        <p:sp>
          <p:nvSpPr>
            <p:cNvPr id="15" name="Google Shape;10325;p59">
              <a:extLst>
                <a:ext uri="{FF2B5EF4-FFF2-40B4-BE49-F238E27FC236}">
                  <a16:creationId xmlns:a16="http://schemas.microsoft.com/office/drawing/2014/main" id="{684CEB3C-F950-68D8-080D-E7D1A9BDBEEE}"/>
                </a:ext>
              </a:extLst>
            </p:cNvPr>
            <p:cNvSpPr/>
            <p:nvPr/>
          </p:nvSpPr>
          <p:spPr>
            <a:xfrm>
              <a:off x="1334065" y="3377332"/>
              <a:ext cx="270831" cy="350086"/>
            </a:xfrm>
            <a:custGeom>
              <a:avLst/>
              <a:gdLst/>
              <a:ahLst/>
              <a:cxnLst/>
              <a:rect l="l" t="t" r="r" b="b"/>
              <a:pathLst>
                <a:path w="8502" h="10990" extrusionOk="0">
                  <a:moveTo>
                    <a:pt x="6502" y="0"/>
                  </a:moveTo>
                  <a:cubicBezTo>
                    <a:pt x="6406" y="0"/>
                    <a:pt x="6323" y="84"/>
                    <a:pt x="6323" y="191"/>
                  </a:cubicBezTo>
                  <a:cubicBezTo>
                    <a:pt x="6323" y="286"/>
                    <a:pt x="6406" y="369"/>
                    <a:pt x="6502" y="369"/>
                  </a:cubicBezTo>
                  <a:lnTo>
                    <a:pt x="7276" y="369"/>
                  </a:lnTo>
                  <a:cubicBezTo>
                    <a:pt x="7383" y="369"/>
                    <a:pt x="7454" y="441"/>
                    <a:pt x="7454" y="548"/>
                  </a:cubicBezTo>
                  <a:lnTo>
                    <a:pt x="7454" y="9490"/>
                  </a:lnTo>
                  <a:cubicBezTo>
                    <a:pt x="7454" y="9597"/>
                    <a:pt x="7383" y="9668"/>
                    <a:pt x="7276" y="9668"/>
                  </a:cubicBezTo>
                  <a:lnTo>
                    <a:pt x="537" y="9668"/>
                  </a:lnTo>
                  <a:cubicBezTo>
                    <a:pt x="429" y="9668"/>
                    <a:pt x="358" y="9597"/>
                    <a:pt x="358" y="9490"/>
                  </a:cubicBezTo>
                  <a:lnTo>
                    <a:pt x="358" y="8775"/>
                  </a:lnTo>
                  <a:cubicBezTo>
                    <a:pt x="358" y="8668"/>
                    <a:pt x="287" y="8597"/>
                    <a:pt x="179" y="8597"/>
                  </a:cubicBezTo>
                  <a:cubicBezTo>
                    <a:pt x="72" y="8597"/>
                    <a:pt x="1" y="8668"/>
                    <a:pt x="1" y="8775"/>
                  </a:cubicBezTo>
                  <a:lnTo>
                    <a:pt x="1" y="9490"/>
                  </a:lnTo>
                  <a:cubicBezTo>
                    <a:pt x="1" y="9787"/>
                    <a:pt x="239" y="10013"/>
                    <a:pt x="525" y="10013"/>
                  </a:cubicBezTo>
                  <a:lnTo>
                    <a:pt x="703" y="10013"/>
                  </a:lnTo>
                  <a:lnTo>
                    <a:pt x="703" y="10466"/>
                  </a:lnTo>
                  <a:cubicBezTo>
                    <a:pt x="703" y="10763"/>
                    <a:pt x="941" y="10990"/>
                    <a:pt x="1227" y="10990"/>
                  </a:cubicBezTo>
                  <a:lnTo>
                    <a:pt x="7966" y="10990"/>
                  </a:lnTo>
                  <a:cubicBezTo>
                    <a:pt x="8264" y="10990"/>
                    <a:pt x="8490" y="10752"/>
                    <a:pt x="8490" y="10466"/>
                  </a:cubicBezTo>
                  <a:lnTo>
                    <a:pt x="8490" y="10252"/>
                  </a:lnTo>
                  <a:cubicBezTo>
                    <a:pt x="8490" y="10144"/>
                    <a:pt x="8407" y="10073"/>
                    <a:pt x="8311" y="10073"/>
                  </a:cubicBezTo>
                  <a:cubicBezTo>
                    <a:pt x="8204" y="10073"/>
                    <a:pt x="8133" y="10144"/>
                    <a:pt x="8133" y="10252"/>
                  </a:cubicBezTo>
                  <a:lnTo>
                    <a:pt x="8133" y="10466"/>
                  </a:lnTo>
                  <a:cubicBezTo>
                    <a:pt x="8133" y="10573"/>
                    <a:pt x="8049" y="10644"/>
                    <a:pt x="7954" y="10644"/>
                  </a:cubicBezTo>
                  <a:lnTo>
                    <a:pt x="1203" y="10644"/>
                  </a:lnTo>
                  <a:cubicBezTo>
                    <a:pt x="1108" y="10644"/>
                    <a:pt x="1025" y="10573"/>
                    <a:pt x="1025" y="10466"/>
                  </a:cubicBezTo>
                  <a:lnTo>
                    <a:pt x="1025" y="10013"/>
                  </a:lnTo>
                  <a:lnTo>
                    <a:pt x="7264" y="10013"/>
                  </a:lnTo>
                  <a:cubicBezTo>
                    <a:pt x="7561" y="10013"/>
                    <a:pt x="7788" y="9775"/>
                    <a:pt x="7788" y="9490"/>
                  </a:cubicBezTo>
                  <a:lnTo>
                    <a:pt x="7788" y="1358"/>
                  </a:lnTo>
                  <a:lnTo>
                    <a:pt x="7966" y="1358"/>
                  </a:lnTo>
                  <a:cubicBezTo>
                    <a:pt x="8061" y="1358"/>
                    <a:pt x="8145" y="1441"/>
                    <a:pt x="8145" y="1536"/>
                  </a:cubicBezTo>
                  <a:lnTo>
                    <a:pt x="8145" y="9501"/>
                  </a:lnTo>
                  <a:cubicBezTo>
                    <a:pt x="8145" y="9573"/>
                    <a:pt x="8228" y="9656"/>
                    <a:pt x="8323" y="9656"/>
                  </a:cubicBezTo>
                  <a:cubicBezTo>
                    <a:pt x="8430" y="9656"/>
                    <a:pt x="8502" y="9573"/>
                    <a:pt x="8502" y="9478"/>
                  </a:cubicBezTo>
                  <a:lnTo>
                    <a:pt x="8502" y="1512"/>
                  </a:lnTo>
                  <a:cubicBezTo>
                    <a:pt x="8502" y="1215"/>
                    <a:pt x="8264" y="988"/>
                    <a:pt x="7978" y="988"/>
                  </a:cubicBezTo>
                  <a:lnTo>
                    <a:pt x="7799" y="988"/>
                  </a:lnTo>
                  <a:lnTo>
                    <a:pt x="7799" y="524"/>
                  </a:lnTo>
                  <a:cubicBezTo>
                    <a:pt x="7799" y="226"/>
                    <a:pt x="7561" y="0"/>
                    <a:pt x="72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326;p59">
              <a:extLst>
                <a:ext uri="{FF2B5EF4-FFF2-40B4-BE49-F238E27FC236}">
                  <a16:creationId xmlns:a16="http://schemas.microsoft.com/office/drawing/2014/main" id="{BECEA571-C2F6-5377-859E-D25A6FFF1550}"/>
                </a:ext>
              </a:extLst>
            </p:cNvPr>
            <p:cNvSpPr/>
            <p:nvPr/>
          </p:nvSpPr>
          <p:spPr>
            <a:xfrm>
              <a:off x="1333682" y="3344330"/>
              <a:ext cx="189697" cy="292461"/>
            </a:xfrm>
            <a:custGeom>
              <a:avLst/>
              <a:gdLst/>
              <a:ahLst/>
              <a:cxnLst/>
              <a:rect l="l" t="t" r="r" b="b"/>
              <a:pathLst>
                <a:path w="5955" h="9181" extrusionOk="0">
                  <a:moveTo>
                    <a:pt x="2430" y="370"/>
                  </a:moveTo>
                  <a:cubicBezTo>
                    <a:pt x="2489" y="370"/>
                    <a:pt x="2549" y="429"/>
                    <a:pt x="2549" y="489"/>
                  </a:cubicBezTo>
                  <a:lnTo>
                    <a:pt x="2549" y="727"/>
                  </a:lnTo>
                  <a:lnTo>
                    <a:pt x="1858" y="727"/>
                  </a:lnTo>
                  <a:lnTo>
                    <a:pt x="1858" y="489"/>
                  </a:lnTo>
                  <a:cubicBezTo>
                    <a:pt x="1858" y="429"/>
                    <a:pt x="1918" y="370"/>
                    <a:pt x="1977" y="370"/>
                  </a:cubicBezTo>
                  <a:close/>
                  <a:moveTo>
                    <a:pt x="3037" y="1072"/>
                  </a:moveTo>
                  <a:cubicBezTo>
                    <a:pt x="3120" y="1072"/>
                    <a:pt x="3216" y="1143"/>
                    <a:pt x="3216" y="1251"/>
                  </a:cubicBezTo>
                  <a:lnTo>
                    <a:pt x="3216" y="1953"/>
                  </a:lnTo>
                  <a:lnTo>
                    <a:pt x="1215" y="1953"/>
                  </a:lnTo>
                  <a:lnTo>
                    <a:pt x="1215" y="1251"/>
                  </a:lnTo>
                  <a:cubicBezTo>
                    <a:pt x="1203" y="1167"/>
                    <a:pt x="1299" y="1072"/>
                    <a:pt x="1382" y="1072"/>
                  </a:cubicBezTo>
                  <a:close/>
                  <a:moveTo>
                    <a:pt x="1977" y="0"/>
                  </a:moveTo>
                  <a:cubicBezTo>
                    <a:pt x="1727" y="0"/>
                    <a:pt x="1501" y="203"/>
                    <a:pt x="1501" y="477"/>
                  </a:cubicBezTo>
                  <a:lnTo>
                    <a:pt x="1501" y="715"/>
                  </a:lnTo>
                  <a:lnTo>
                    <a:pt x="1370" y="715"/>
                  </a:lnTo>
                  <a:cubicBezTo>
                    <a:pt x="1156" y="715"/>
                    <a:pt x="977" y="834"/>
                    <a:pt x="894" y="1012"/>
                  </a:cubicBezTo>
                  <a:lnTo>
                    <a:pt x="525" y="1012"/>
                  </a:lnTo>
                  <a:cubicBezTo>
                    <a:pt x="227" y="1012"/>
                    <a:pt x="1" y="1251"/>
                    <a:pt x="1" y="1536"/>
                  </a:cubicBezTo>
                  <a:lnTo>
                    <a:pt x="1" y="8990"/>
                  </a:lnTo>
                  <a:cubicBezTo>
                    <a:pt x="13" y="9109"/>
                    <a:pt x="84" y="9180"/>
                    <a:pt x="191" y="9180"/>
                  </a:cubicBezTo>
                  <a:cubicBezTo>
                    <a:pt x="299" y="9180"/>
                    <a:pt x="370" y="9109"/>
                    <a:pt x="370" y="9002"/>
                  </a:cubicBezTo>
                  <a:lnTo>
                    <a:pt x="370" y="1548"/>
                  </a:lnTo>
                  <a:cubicBezTo>
                    <a:pt x="370" y="1441"/>
                    <a:pt x="441" y="1370"/>
                    <a:pt x="549" y="1370"/>
                  </a:cubicBezTo>
                  <a:lnTo>
                    <a:pt x="858" y="1370"/>
                  </a:lnTo>
                  <a:lnTo>
                    <a:pt x="858" y="1965"/>
                  </a:lnTo>
                  <a:cubicBezTo>
                    <a:pt x="858" y="2144"/>
                    <a:pt x="1013" y="2310"/>
                    <a:pt x="1203" y="2310"/>
                  </a:cubicBezTo>
                  <a:lnTo>
                    <a:pt x="3228" y="2310"/>
                  </a:lnTo>
                  <a:cubicBezTo>
                    <a:pt x="3406" y="2310"/>
                    <a:pt x="3573" y="2155"/>
                    <a:pt x="3573" y="1965"/>
                  </a:cubicBezTo>
                  <a:lnTo>
                    <a:pt x="3573" y="1370"/>
                  </a:lnTo>
                  <a:lnTo>
                    <a:pt x="5775" y="1370"/>
                  </a:lnTo>
                  <a:cubicBezTo>
                    <a:pt x="5883" y="1370"/>
                    <a:pt x="5954" y="1298"/>
                    <a:pt x="5954" y="1191"/>
                  </a:cubicBezTo>
                  <a:cubicBezTo>
                    <a:pt x="5954" y="1084"/>
                    <a:pt x="5883" y="1012"/>
                    <a:pt x="5775" y="1012"/>
                  </a:cubicBezTo>
                  <a:lnTo>
                    <a:pt x="3513" y="1012"/>
                  </a:lnTo>
                  <a:cubicBezTo>
                    <a:pt x="3418" y="834"/>
                    <a:pt x="3239" y="715"/>
                    <a:pt x="3037" y="715"/>
                  </a:cubicBezTo>
                  <a:lnTo>
                    <a:pt x="2906" y="715"/>
                  </a:lnTo>
                  <a:lnTo>
                    <a:pt x="2906" y="477"/>
                  </a:lnTo>
                  <a:cubicBezTo>
                    <a:pt x="2906" y="227"/>
                    <a:pt x="2692" y="0"/>
                    <a:pt x="243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327;p59">
              <a:extLst>
                <a:ext uri="{FF2B5EF4-FFF2-40B4-BE49-F238E27FC236}">
                  <a16:creationId xmlns:a16="http://schemas.microsoft.com/office/drawing/2014/main" id="{31075512-CC1F-C977-ACF5-951DCBC36F65}"/>
                </a:ext>
              </a:extLst>
            </p:cNvPr>
            <p:cNvSpPr/>
            <p:nvPr/>
          </p:nvSpPr>
          <p:spPr>
            <a:xfrm>
              <a:off x="1444060" y="3469488"/>
              <a:ext cx="100917" cy="11404"/>
            </a:xfrm>
            <a:custGeom>
              <a:avLst/>
              <a:gdLst/>
              <a:ahLst/>
              <a:cxnLst/>
              <a:rect l="l" t="t" r="r" b="b"/>
              <a:pathLst>
                <a:path w="3168" h="358" extrusionOk="0">
                  <a:moveTo>
                    <a:pt x="179" y="0"/>
                  </a:moveTo>
                  <a:cubicBezTo>
                    <a:pt x="72" y="0"/>
                    <a:pt x="1" y="72"/>
                    <a:pt x="1" y="179"/>
                  </a:cubicBezTo>
                  <a:cubicBezTo>
                    <a:pt x="1" y="286"/>
                    <a:pt x="72" y="358"/>
                    <a:pt x="179" y="358"/>
                  </a:cubicBezTo>
                  <a:lnTo>
                    <a:pt x="2989" y="358"/>
                  </a:lnTo>
                  <a:cubicBezTo>
                    <a:pt x="3096" y="358"/>
                    <a:pt x="3168" y="286"/>
                    <a:pt x="3168" y="179"/>
                  </a:cubicBezTo>
                  <a:cubicBezTo>
                    <a:pt x="3168" y="72"/>
                    <a:pt x="3084" y="0"/>
                    <a:pt x="29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328;p59">
              <a:extLst>
                <a:ext uri="{FF2B5EF4-FFF2-40B4-BE49-F238E27FC236}">
                  <a16:creationId xmlns:a16="http://schemas.microsoft.com/office/drawing/2014/main" id="{E9B4FC24-D198-31D8-810D-CABE5025339E}"/>
                </a:ext>
              </a:extLst>
            </p:cNvPr>
            <p:cNvSpPr/>
            <p:nvPr/>
          </p:nvSpPr>
          <p:spPr>
            <a:xfrm>
              <a:off x="1444060" y="3493762"/>
              <a:ext cx="100917" cy="11404"/>
            </a:xfrm>
            <a:custGeom>
              <a:avLst/>
              <a:gdLst/>
              <a:ahLst/>
              <a:cxnLst/>
              <a:rect l="l" t="t" r="r" b="b"/>
              <a:pathLst>
                <a:path w="3168" h="358" extrusionOk="0">
                  <a:moveTo>
                    <a:pt x="179" y="0"/>
                  </a:moveTo>
                  <a:cubicBezTo>
                    <a:pt x="72" y="0"/>
                    <a:pt x="1" y="72"/>
                    <a:pt x="1" y="179"/>
                  </a:cubicBezTo>
                  <a:cubicBezTo>
                    <a:pt x="1" y="286"/>
                    <a:pt x="72" y="358"/>
                    <a:pt x="179" y="358"/>
                  </a:cubicBezTo>
                  <a:lnTo>
                    <a:pt x="2989" y="358"/>
                  </a:lnTo>
                  <a:cubicBezTo>
                    <a:pt x="3096" y="358"/>
                    <a:pt x="3168" y="286"/>
                    <a:pt x="3168" y="179"/>
                  </a:cubicBezTo>
                  <a:cubicBezTo>
                    <a:pt x="3168" y="72"/>
                    <a:pt x="3084" y="0"/>
                    <a:pt x="298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329;p59">
              <a:extLst>
                <a:ext uri="{FF2B5EF4-FFF2-40B4-BE49-F238E27FC236}">
                  <a16:creationId xmlns:a16="http://schemas.microsoft.com/office/drawing/2014/main" id="{2E2E232E-AFF1-8136-8CF6-361E99C94395}"/>
                </a:ext>
              </a:extLst>
            </p:cNvPr>
            <p:cNvSpPr/>
            <p:nvPr/>
          </p:nvSpPr>
          <p:spPr>
            <a:xfrm>
              <a:off x="1444060" y="3541927"/>
              <a:ext cx="100917" cy="11404"/>
            </a:xfrm>
            <a:custGeom>
              <a:avLst/>
              <a:gdLst/>
              <a:ahLst/>
              <a:cxnLst/>
              <a:rect l="l" t="t" r="r" b="b"/>
              <a:pathLst>
                <a:path w="3168" h="358" extrusionOk="0">
                  <a:moveTo>
                    <a:pt x="179" y="1"/>
                  </a:moveTo>
                  <a:cubicBezTo>
                    <a:pt x="72" y="1"/>
                    <a:pt x="1" y="84"/>
                    <a:pt x="1" y="179"/>
                  </a:cubicBezTo>
                  <a:cubicBezTo>
                    <a:pt x="1" y="286"/>
                    <a:pt x="72" y="358"/>
                    <a:pt x="179" y="358"/>
                  </a:cubicBezTo>
                  <a:lnTo>
                    <a:pt x="2989" y="358"/>
                  </a:lnTo>
                  <a:cubicBezTo>
                    <a:pt x="3096" y="358"/>
                    <a:pt x="3168" y="286"/>
                    <a:pt x="3168" y="179"/>
                  </a:cubicBezTo>
                  <a:cubicBezTo>
                    <a:pt x="3168" y="84"/>
                    <a:pt x="3084" y="1"/>
                    <a:pt x="29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330;p59">
              <a:extLst>
                <a:ext uri="{FF2B5EF4-FFF2-40B4-BE49-F238E27FC236}">
                  <a16:creationId xmlns:a16="http://schemas.microsoft.com/office/drawing/2014/main" id="{99055118-4CE6-CFA2-92E4-A50181437CAA}"/>
                </a:ext>
              </a:extLst>
            </p:cNvPr>
            <p:cNvSpPr/>
            <p:nvPr/>
          </p:nvSpPr>
          <p:spPr>
            <a:xfrm>
              <a:off x="1444060" y="3565818"/>
              <a:ext cx="100917" cy="11404"/>
            </a:xfrm>
            <a:custGeom>
              <a:avLst/>
              <a:gdLst/>
              <a:ahLst/>
              <a:cxnLst/>
              <a:rect l="l" t="t" r="r" b="b"/>
              <a:pathLst>
                <a:path w="3168" h="358" extrusionOk="0">
                  <a:moveTo>
                    <a:pt x="179" y="1"/>
                  </a:moveTo>
                  <a:cubicBezTo>
                    <a:pt x="72" y="1"/>
                    <a:pt x="1" y="72"/>
                    <a:pt x="1" y="179"/>
                  </a:cubicBezTo>
                  <a:cubicBezTo>
                    <a:pt x="1" y="286"/>
                    <a:pt x="72" y="358"/>
                    <a:pt x="179" y="358"/>
                  </a:cubicBezTo>
                  <a:lnTo>
                    <a:pt x="2989" y="358"/>
                  </a:lnTo>
                  <a:cubicBezTo>
                    <a:pt x="3096" y="358"/>
                    <a:pt x="3168" y="286"/>
                    <a:pt x="3168" y="179"/>
                  </a:cubicBezTo>
                  <a:cubicBezTo>
                    <a:pt x="3168" y="72"/>
                    <a:pt x="3084" y="1"/>
                    <a:pt x="29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331;p59">
              <a:extLst>
                <a:ext uri="{FF2B5EF4-FFF2-40B4-BE49-F238E27FC236}">
                  <a16:creationId xmlns:a16="http://schemas.microsoft.com/office/drawing/2014/main" id="{0FC59D41-82CE-BC32-22C8-75851F7B8154}"/>
                </a:ext>
              </a:extLst>
            </p:cNvPr>
            <p:cNvSpPr/>
            <p:nvPr/>
          </p:nvSpPr>
          <p:spPr>
            <a:xfrm>
              <a:off x="1444060" y="3614747"/>
              <a:ext cx="100917" cy="11404"/>
            </a:xfrm>
            <a:custGeom>
              <a:avLst/>
              <a:gdLst/>
              <a:ahLst/>
              <a:cxnLst/>
              <a:rect l="l" t="t" r="r" b="b"/>
              <a:pathLst>
                <a:path w="3168" h="358" extrusionOk="0">
                  <a:moveTo>
                    <a:pt x="179" y="1"/>
                  </a:moveTo>
                  <a:cubicBezTo>
                    <a:pt x="72" y="1"/>
                    <a:pt x="1" y="72"/>
                    <a:pt x="1" y="179"/>
                  </a:cubicBezTo>
                  <a:cubicBezTo>
                    <a:pt x="1" y="274"/>
                    <a:pt x="72" y="358"/>
                    <a:pt x="179" y="358"/>
                  </a:cubicBezTo>
                  <a:lnTo>
                    <a:pt x="2989" y="358"/>
                  </a:lnTo>
                  <a:cubicBezTo>
                    <a:pt x="3096" y="358"/>
                    <a:pt x="3168" y="274"/>
                    <a:pt x="3168" y="179"/>
                  </a:cubicBezTo>
                  <a:cubicBezTo>
                    <a:pt x="3168" y="72"/>
                    <a:pt x="3084" y="1"/>
                    <a:pt x="29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332;p59">
              <a:extLst>
                <a:ext uri="{FF2B5EF4-FFF2-40B4-BE49-F238E27FC236}">
                  <a16:creationId xmlns:a16="http://schemas.microsoft.com/office/drawing/2014/main" id="{1E3F03B8-EE10-4087-9957-34222BEF6B1A}"/>
                </a:ext>
              </a:extLst>
            </p:cNvPr>
            <p:cNvSpPr/>
            <p:nvPr/>
          </p:nvSpPr>
          <p:spPr>
            <a:xfrm>
              <a:off x="1444060" y="3638256"/>
              <a:ext cx="100917" cy="11404"/>
            </a:xfrm>
            <a:custGeom>
              <a:avLst/>
              <a:gdLst/>
              <a:ahLst/>
              <a:cxnLst/>
              <a:rect l="l" t="t" r="r" b="b"/>
              <a:pathLst>
                <a:path w="3168" h="358" extrusionOk="0">
                  <a:moveTo>
                    <a:pt x="179" y="1"/>
                  </a:moveTo>
                  <a:cubicBezTo>
                    <a:pt x="72" y="1"/>
                    <a:pt x="1" y="72"/>
                    <a:pt x="1" y="179"/>
                  </a:cubicBezTo>
                  <a:cubicBezTo>
                    <a:pt x="1" y="287"/>
                    <a:pt x="72" y="358"/>
                    <a:pt x="179" y="358"/>
                  </a:cubicBezTo>
                  <a:lnTo>
                    <a:pt x="2989" y="358"/>
                  </a:lnTo>
                  <a:cubicBezTo>
                    <a:pt x="3096" y="358"/>
                    <a:pt x="3168" y="287"/>
                    <a:pt x="3168" y="179"/>
                  </a:cubicBezTo>
                  <a:cubicBezTo>
                    <a:pt x="3168" y="72"/>
                    <a:pt x="3084" y="1"/>
                    <a:pt x="29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333;p59">
              <a:extLst>
                <a:ext uri="{FF2B5EF4-FFF2-40B4-BE49-F238E27FC236}">
                  <a16:creationId xmlns:a16="http://schemas.microsoft.com/office/drawing/2014/main" id="{9246EB39-E0BD-9741-DD5C-A20F6632E67F}"/>
                </a:ext>
              </a:extLst>
            </p:cNvPr>
            <p:cNvSpPr/>
            <p:nvPr/>
          </p:nvSpPr>
          <p:spPr>
            <a:xfrm>
              <a:off x="1371622" y="3459454"/>
              <a:ext cx="70208" cy="57084"/>
            </a:xfrm>
            <a:custGeom>
              <a:avLst/>
              <a:gdLst/>
              <a:ahLst/>
              <a:cxnLst/>
              <a:rect l="l" t="t" r="r" b="b"/>
              <a:pathLst>
                <a:path w="2204" h="1792" extrusionOk="0">
                  <a:moveTo>
                    <a:pt x="1417" y="387"/>
                  </a:moveTo>
                  <a:lnTo>
                    <a:pt x="1417" y="470"/>
                  </a:lnTo>
                  <a:lnTo>
                    <a:pt x="1072" y="768"/>
                  </a:lnTo>
                  <a:lnTo>
                    <a:pt x="905" y="589"/>
                  </a:lnTo>
                  <a:cubicBezTo>
                    <a:pt x="873" y="544"/>
                    <a:pt x="823" y="523"/>
                    <a:pt x="773" y="523"/>
                  </a:cubicBezTo>
                  <a:cubicBezTo>
                    <a:pt x="731" y="523"/>
                    <a:pt x="688" y="538"/>
                    <a:pt x="655" y="566"/>
                  </a:cubicBezTo>
                  <a:cubicBezTo>
                    <a:pt x="584" y="625"/>
                    <a:pt x="584" y="744"/>
                    <a:pt x="632" y="827"/>
                  </a:cubicBezTo>
                  <a:lnTo>
                    <a:pt x="917" y="1125"/>
                  </a:lnTo>
                  <a:cubicBezTo>
                    <a:pt x="953" y="1161"/>
                    <a:pt x="989" y="1185"/>
                    <a:pt x="1048" y="1185"/>
                  </a:cubicBezTo>
                  <a:cubicBezTo>
                    <a:pt x="1096" y="1185"/>
                    <a:pt x="1132" y="1161"/>
                    <a:pt x="1167" y="1137"/>
                  </a:cubicBezTo>
                  <a:lnTo>
                    <a:pt x="1429" y="923"/>
                  </a:lnTo>
                  <a:lnTo>
                    <a:pt x="1417" y="1447"/>
                  </a:lnTo>
                  <a:lnTo>
                    <a:pt x="358" y="1447"/>
                  </a:lnTo>
                  <a:lnTo>
                    <a:pt x="358" y="387"/>
                  </a:lnTo>
                  <a:close/>
                  <a:moveTo>
                    <a:pt x="2007" y="1"/>
                  </a:moveTo>
                  <a:cubicBezTo>
                    <a:pt x="1966" y="1"/>
                    <a:pt x="1925" y="17"/>
                    <a:pt x="1894" y="54"/>
                  </a:cubicBezTo>
                  <a:lnTo>
                    <a:pt x="1727" y="185"/>
                  </a:lnTo>
                  <a:cubicBezTo>
                    <a:pt x="1679" y="89"/>
                    <a:pt x="1596" y="30"/>
                    <a:pt x="1489" y="30"/>
                  </a:cubicBezTo>
                  <a:lnTo>
                    <a:pt x="263" y="30"/>
                  </a:lnTo>
                  <a:cubicBezTo>
                    <a:pt x="120" y="30"/>
                    <a:pt x="1" y="149"/>
                    <a:pt x="1" y="304"/>
                  </a:cubicBezTo>
                  <a:lnTo>
                    <a:pt x="1" y="1518"/>
                  </a:lnTo>
                  <a:cubicBezTo>
                    <a:pt x="1" y="1673"/>
                    <a:pt x="120" y="1792"/>
                    <a:pt x="263" y="1792"/>
                  </a:cubicBezTo>
                  <a:lnTo>
                    <a:pt x="1489" y="1792"/>
                  </a:lnTo>
                  <a:cubicBezTo>
                    <a:pt x="1632" y="1792"/>
                    <a:pt x="1751" y="1673"/>
                    <a:pt x="1751" y="1518"/>
                  </a:cubicBezTo>
                  <a:lnTo>
                    <a:pt x="1751" y="613"/>
                  </a:lnTo>
                  <a:lnTo>
                    <a:pt x="2108" y="304"/>
                  </a:lnTo>
                  <a:cubicBezTo>
                    <a:pt x="2203" y="256"/>
                    <a:pt x="2203" y="137"/>
                    <a:pt x="2144" y="65"/>
                  </a:cubicBezTo>
                  <a:cubicBezTo>
                    <a:pt x="2111" y="26"/>
                    <a:pt x="2059" y="1"/>
                    <a:pt x="200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334;p59">
              <a:extLst>
                <a:ext uri="{FF2B5EF4-FFF2-40B4-BE49-F238E27FC236}">
                  <a16:creationId xmlns:a16="http://schemas.microsoft.com/office/drawing/2014/main" id="{D4D0E84B-AFE5-5177-9712-55856E684DD8}"/>
                </a:ext>
              </a:extLst>
            </p:cNvPr>
            <p:cNvSpPr/>
            <p:nvPr/>
          </p:nvSpPr>
          <p:spPr>
            <a:xfrm>
              <a:off x="1371622" y="3532434"/>
              <a:ext cx="70208" cy="56543"/>
            </a:xfrm>
            <a:custGeom>
              <a:avLst/>
              <a:gdLst/>
              <a:ahLst/>
              <a:cxnLst/>
              <a:rect l="l" t="t" r="r" b="b"/>
              <a:pathLst>
                <a:path w="2204" h="1775" extrusionOk="0">
                  <a:moveTo>
                    <a:pt x="1417" y="382"/>
                  </a:moveTo>
                  <a:lnTo>
                    <a:pt x="1417" y="465"/>
                  </a:lnTo>
                  <a:lnTo>
                    <a:pt x="1072" y="763"/>
                  </a:lnTo>
                  <a:lnTo>
                    <a:pt x="905" y="584"/>
                  </a:lnTo>
                  <a:cubicBezTo>
                    <a:pt x="874" y="547"/>
                    <a:pt x="827" y="529"/>
                    <a:pt x="779" y="529"/>
                  </a:cubicBezTo>
                  <a:cubicBezTo>
                    <a:pt x="734" y="529"/>
                    <a:pt x="690" y="544"/>
                    <a:pt x="655" y="572"/>
                  </a:cubicBezTo>
                  <a:cubicBezTo>
                    <a:pt x="584" y="632"/>
                    <a:pt x="584" y="751"/>
                    <a:pt x="632" y="822"/>
                  </a:cubicBezTo>
                  <a:lnTo>
                    <a:pt x="917" y="1120"/>
                  </a:lnTo>
                  <a:cubicBezTo>
                    <a:pt x="953" y="1168"/>
                    <a:pt x="989" y="1180"/>
                    <a:pt x="1048" y="1180"/>
                  </a:cubicBezTo>
                  <a:cubicBezTo>
                    <a:pt x="1096" y="1180"/>
                    <a:pt x="1132" y="1168"/>
                    <a:pt x="1167" y="1132"/>
                  </a:cubicBezTo>
                  <a:lnTo>
                    <a:pt x="1429" y="930"/>
                  </a:lnTo>
                  <a:lnTo>
                    <a:pt x="1417" y="1430"/>
                  </a:lnTo>
                  <a:lnTo>
                    <a:pt x="358" y="1430"/>
                  </a:lnTo>
                  <a:lnTo>
                    <a:pt x="358" y="382"/>
                  </a:lnTo>
                  <a:close/>
                  <a:moveTo>
                    <a:pt x="2012" y="1"/>
                  </a:moveTo>
                  <a:cubicBezTo>
                    <a:pt x="1969" y="1"/>
                    <a:pt x="1926" y="16"/>
                    <a:pt x="1894" y="49"/>
                  </a:cubicBezTo>
                  <a:lnTo>
                    <a:pt x="1727" y="180"/>
                  </a:lnTo>
                  <a:cubicBezTo>
                    <a:pt x="1679" y="96"/>
                    <a:pt x="1596" y="13"/>
                    <a:pt x="1489" y="13"/>
                  </a:cubicBezTo>
                  <a:lnTo>
                    <a:pt x="263" y="13"/>
                  </a:lnTo>
                  <a:cubicBezTo>
                    <a:pt x="120" y="13"/>
                    <a:pt x="1" y="132"/>
                    <a:pt x="1" y="287"/>
                  </a:cubicBezTo>
                  <a:lnTo>
                    <a:pt x="1" y="1501"/>
                  </a:lnTo>
                  <a:cubicBezTo>
                    <a:pt x="1" y="1656"/>
                    <a:pt x="120" y="1775"/>
                    <a:pt x="263" y="1775"/>
                  </a:cubicBezTo>
                  <a:lnTo>
                    <a:pt x="1489" y="1775"/>
                  </a:lnTo>
                  <a:cubicBezTo>
                    <a:pt x="1632" y="1775"/>
                    <a:pt x="1751" y="1656"/>
                    <a:pt x="1751" y="1501"/>
                  </a:cubicBezTo>
                  <a:lnTo>
                    <a:pt x="1751" y="608"/>
                  </a:lnTo>
                  <a:lnTo>
                    <a:pt x="2108" y="299"/>
                  </a:lnTo>
                  <a:cubicBezTo>
                    <a:pt x="2203" y="239"/>
                    <a:pt x="2203" y="144"/>
                    <a:pt x="2144" y="60"/>
                  </a:cubicBezTo>
                  <a:cubicBezTo>
                    <a:pt x="2111" y="22"/>
                    <a:pt x="2062" y="1"/>
                    <a:pt x="201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0335;p59">
              <a:extLst>
                <a:ext uri="{FF2B5EF4-FFF2-40B4-BE49-F238E27FC236}">
                  <a16:creationId xmlns:a16="http://schemas.microsoft.com/office/drawing/2014/main" id="{5E2E9D89-95F2-C327-105D-6BEEA941C8ED}"/>
                </a:ext>
              </a:extLst>
            </p:cNvPr>
            <p:cNvSpPr/>
            <p:nvPr/>
          </p:nvSpPr>
          <p:spPr>
            <a:xfrm>
              <a:off x="1371622" y="3605254"/>
              <a:ext cx="70208" cy="55810"/>
            </a:xfrm>
            <a:custGeom>
              <a:avLst/>
              <a:gdLst/>
              <a:ahLst/>
              <a:cxnLst/>
              <a:rect l="l" t="t" r="r" b="b"/>
              <a:pathLst>
                <a:path w="2204" h="1752" extrusionOk="0">
                  <a:moveTo>
                    <a:pt x="1417" y="358"/>
                  </a:moveTo>
                  <a:lnTo>
                    <a:pt x="1417" y="489"/>
                  </a:lnTo>
                  <a:lnTo>
                    <a:pt x="1072" y="787"/>
                  </a:lnTo>
                  <a:lnTo>
                    <a:pt x="905" y="608"/>
                  </a:lnTo>
                  <a:cubicBezTo>
                    <a:pt x="874" y="571"/>
                    <a:pt x="827" y="553"/>
                    <a:pt x="779" y="553"/>
                  </a:cubicBezTo>
                  <a:cubicBezTo>
                    <a:pt x="734" y="553"/>
                    <a:pt x="690" y="568"/>
                    <a:pt x="655" y="596"/>
                  </a:cubicBezTo>
                  <a:cubicBezTo>
                    <a:pt x="584" y="644"/>
                    <a:pt x="584" y="775"/>
                    <a:pt x="632" y="846"/>
                  </a:cubicBezTo>
                  <a:lnTo>
                    <a:pt x="917" y="1144"/>
                  </a:lnTo>
                  <a:cubicBezTo>
                    <a:pt x="953" y="1192"/>
                    <a:pt x="989" y="1203"/>
                    <a:pt x="1048" y="1203"/>
                  </a:cubicBezTo>
                  <a:cubicBezTo>
                    <a:pt x="1096" y="1203"/>
                    <a:pt x="1132" y="1192"/>
                    <a:pt x="1167" y="1156"/>
                  </a:cubicBezTo>
                  <a:lnTo>
                    <a:pt x="1429" y="953"/>
                  </a:lnTo>
                  <a:lnTo>
                    <a:pt x="1417" y="1406"/>
                  </a:lnTo>
                  <a:lnTo>
                    <a:pt x="358" y="1406"/>
                  </a:lnTo>
                  <a:lnTo>
                    <a:pt x="358" y="358"/>
                  </a:lnTo>
                  <a:close/>
                  <a:moveTo>
                    <a:pt x="263" y="1"/>
                  </a:moveTo>
                  <a:cubicBezTo>
                    <a:pt x="120" y="1"/>
                    <a:pt x="1" y="120"/>
                    <a:pt x="1" y="263"/>
                  </a:cubicBezTo>
                  <a:lnTo>
                    <a:pt x="1" y="1489"/>
                  </a:lnTo>
                  <a:cubicBezTo>
                    <a:pt x="1" y="1632"/>
                    <a:pt x="120" y="1751"/>
                    <a:pt x="263" y="1751"/>
                  </a:cubicBezTo>
                  <a:lnTo>
                    <a:pt x="1489" y="1751"/>
                  </a:lnTo>
                  <a:cubicBezTo>
                    <a:pt x="1632" y="1751"/>
                    <a:pt x="1751" y="1632"/>
                    <a:pt x="1751" y="1489"/>
                  </a:cubicBezTo>
                  <a:lnTo>
                    <a:pt x="1751" y="632"/>
                  </a:lnTo>
                  <a:lnTo>
                    <a:pt x="2108" y="322"/>
                  </a:lnTo>
                  <a:cubicBezTo>
                    <a:pt x="2191" y="263"/>
                    <a:pt x="2203" y="144"/>
                    <a:pt x="2132" y="72"/>
                  </a:cubicBezTo>
                  <a:cubicBezTo>
                    <a:pt x="2107" y="47"/>
                    <a:pt x="2062" y="32"/>
                    <a:pt x="2014" y="32"/>
                  </a:cubicBezTo>
                  <a:cubicBezTo>
                    <a:pt x="1972" y="32"/>
                    <a:pt x="1927" y="44"/>
                    <a:pt x="1894" y="72"/>
                  </a:cubicBezTo>
                  <a:lnTo>
                    <a:pt x="1739" y="191"/>
                  </a:lnTo>
                  <a:cubicBezTo>
                    <a:pt x="1715" y="84"/>
                    <a:pt x="1608" y="1"/>
                    <a:pt x="148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228827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4" name="Google Shape;691;p32">
            <a:extLst>
              <a:ext uri="{FF2B5EF4-FFF2-40B4-BE49-F238E27FC236}">
                <a16:creationId xmlns:a16="http://schemas.microsoft.com/office/drawing/2014/main" id="{93EF788A-450F-5969-B88D-612FF184E54D}"/>
              </a:ext>
            </a:extLst>
          </p:cNvPr>
          <p:cNvSpPr/>
          <p:nvPr/>
        </p:nvSpPr>
        <p:spPr>
          <a:xfrm>
            <a:off x="1370476" y="3869000"/>
            <a:ext cx="6279992" cy="104326"/>
          </a:xfrm>
          <a:custGeom>
            <a:avLst/>
            <a:gdLst/>
            <a:ahLst/>
            <a:cxnLst/>
            <a:rect l="l" t="t" r="r" b="b"/>
            <a:pathLst>
              <a:path w="143387" h="2382" extrusionOk="0">
                <a:moveTo>
                  <a:pt x="1185" y="0"/>
                </a:moveTo>
                <a:cubicBezTo>
                  <a:pt x="530" y="0"/>
                  <a:pt x="1" y="529"/>
                  <a:pt x="1" y="1184"/>
                </a:cubicBezTo>
                <a:cubicBezTo>
                  <a:pt x="1" y="1840"/>
                  <a:pt x="530" y="2382"/>
                  <a:pt x="1185" y="2382"/>
                </a:cubicBezTo>
                <a:lnTo>
                  <a:pt x="142189" y="2382"/>
                </a:lnTo>
                <a:cubicBezTo>
                  <a:pt x="142844" y="2382"/>
                  <a:pt x="143386" y="1840"/>
                  <a:pt x="143386" y="1184"/>
                </a:cubicBezTo>
                <a:cubicBezTo>
                  <a:pt x="143386" y="529"/>
                  <a:pt x="142844" y="0"/>
                  <a:pt x="142189" y="0"/>
                </a:cubicBez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692;p32">
            <a:extLst>
              <a:ext uri="{FF2B5EF4-FFF2-40B4-BE49-F238E27FC236}">
                <a16:creationId xmlns:a16="http://schemas.microsoft.com/office/drawing/2014/main" id="{19930E76-0BE1-E872-BFAB-BA0606EC835B}"/>
              </a:ext>
            </a:extLst>
          </p:cNvPr>
          <p:cNvSpPr/>
          <p:nvPr/>
        </p:nvSpPr>
        <p:spPr>
          <a:xfrm>
            <a:off x="1369950" y="3869000"/>
            <a:ext cx="5074478" cy="104326"/>
          </a:xfrm>
          <a:custGeom>
            <a:avLst/>
            <a:gdLst/>
            <a:ahLst/>
            <a:cxnLst/>
            <a:rect l="l" t="t" r="r" b="b"/>
            <a:pathLst>
              <a:path w="87904" h="2382" extrusionOk="0">
                <a:moveTo>
                  <a:pt x="1197" y="0"/>
                </a:moveTo>
                <a:cubicBezTo>
                  <a:pt x="529" y="0"/>
                  <a:pt x="0" y="529"/>
                  <a:pt x="0" y="1184"/>
                </a:cubicBezTo>
                <a:cubicBezTo>
                  <a:pt x="0" y="1840"/>
                  <a:pt x="529" y="2382"/>
                  <a:pt x="1197" y="2382"/>
                </a:cubicBezTo>
                <a:lnTo>
                  <a:pt x="86719" y="2382"/>
                </a:lnTo>
                <a:cubicBezTo>
                  <a:pt x="87375" y="2382"/>
                  <a:pt x="87904" y="1840"/>
                  <a:pt x="87904" y="1184"/>
                </a:cubicBezTo>
                <a:cubicBezTo>
                  <a:pt x="87904" y="529"/>
                  <a:pt x="87375" y="0"/>
                  <a:pt x="86719"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Rectangle 5">
            <a:extLst>
              <a:ext uri="{FF2B5EF4-FFF2-40B4-BE49-F238E27FC236}">
                <a16:creationId xmlns:a16="http://schemas.microsoft.com/office/drawing/2014/main" id="{612EC7E1-0A1D-6401-81E7-678B0C3D9329}"/>
              </a:ext>
            </a:extLst>
          </p:cNvPr>
          <p:cNvSpPr/>
          <p:nvPr/>
        </p:nvSpPr>
        <p:spPr>
          <a:xfrm>
            <a:off x="6571291" y="1822626"/>
            <a:ext cx="552587" cy="26313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0B5784C9-BED8-A15C-AC2B-6738967FD07B}"/>
              </a:ext>
            </a:extLst>
          </p:cNvPr>
          <p:cNvSpPr/>
          <p:nvPr/>
        </p:nvSpPr>
        <p:spPr>
          <a:xfrm>
            <a:off x="5016811" y="2308613"/>
            <a:ext cx="552587" cy="26313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7">
            <a:extLst>
              <a:ext uri="{FF2B5EF4-FFF2-40B4-BE49-F238E27FC236}">
                <a16:creationId xmlns:a16="http://schemas.microsoft.com/office/drawing/2014/main" id="{1C544E9D-AA4B-BD4D-7AE7-2784E3448342}"/>
              </a:ext>
            </a:extLst>
          </p:cNvPr>
          <p:cNvSpPr/>
          <p:nvPr/>
        </p:nvSpPr>
        <p:spPr>
          <a:xfrm>
            <a:off x="1467535" y="2045476"/>
            <a:ext cx="552587" cy="26313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79" name="Google Shape;1079;p37"/>
          <p:cNvSpPr txBox="1">
            <a:spLocks noGrp="1"/>
          </p:cNvSpPr>
          <p:nvPr>
            <p:ph type="title"/>
          </p:nvPr>
        </p:nvSpPr>
        <p:spPr>
          <a:xfrm>
            <a:off x="1668780" y="1496400"/>
            <a:ext cx="5806440" cy="215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D" sz="5400" dirty="0"/>
              <a:t>CARA MENGGUNAKAN EMPATHY </a:t>
            </a:r>
            <a:r>
              <a:rPr lang="en" sz="5400" dirty="0">
                <a:solidFill>
                  <a:schemeClr val="accent2"/>
                </a:solidFill>
              </a:rPr>
              <a:t>MAP</a:t>
            </a:r>
            <a:endParaRPr sz="5400" dirty="0">
              <a:solidFill>
                <a:schemeClr val="accent3"/>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19" name="Rectangle 18">
            <a:extLst>
              <a:ext uri="{FF2B5EF4-FFF2-40B4-BE49-F238E27FC236}">
                <a16:creationId xmlns:a16="http://schemas.microsoft.com/office/drawing/2014/main" id="{D13979D4-1D21-861C-9A5B-9B88FB7B8B3C}"/>
              </a:ext>
            </a:extLst>
          </p:cNvPr>
          <p:cNvSpPr/>
          <p:nvPr/>
        </p:nvSpPr>
        <p:spPr>
          <a:xfrm>
            <a:off x="3447091" y="1"/>
            <a:ext cx="552587" cy="1546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3" name="Rectangle 32">
            <a:extLst>
              <a:ext uri="{FF2B5EF4-FFF2-40B4-BE49-F238E27FC236}">
                <a16:creationId xmlns:a16="http://schemas.microsoft.com/office/drawing/2014/main" id="{C6BAEE0E-EE3D-B7F9-C6D5-C9327B25AAA4}"/>
              </a:ext>
            </a:extLst>
          </p:cNvPr>
          <p:cNvSpPr/>
          <p:nvPr/>
        </p:nvSpPr>
        <p:spPr>
          <a:xfrm>
            <a:off x="185731" y="989475"/>
            <a:ext cx="552587" cy="329218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Google Shape;1586;p49">
            <a:extLst>
              <a:ext uri="{FF2B5EF4-FFF2-40B4-BE49-F238E27FC236}">
                <a16:creationId xmlns:a16="http://schemas.microsoft.com/office/drawing/2014/main" id="{24BC2D58-2628-1F06-C1AA-C76E9F0F138F}"/>
              </a:ext>
            </a:extLst>
          </p:cNvPr>
          <p:cNvSpPr txBox="1">
            <a:spLocks/>
          </p:cNvSpPr>
          <p:nvPr/>
        </p:nvSpPr>
        <p:spPr>
          <a:xfrm>
            <a:off x="618825" y="989475"/>
            <a:ext cx="7321215" cy="3786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0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2pPr>
            <a:lvl3pPr marL="1371600" marR="0" lvl="2"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3pPr>
            <a:lvl4pPr marL="1828800" marR="0" lvl="3"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4pPr>
            <a:lvl5pPr marL="2286000" marR="0" lvl="4"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5pPr>
            <a:lvl6pPr marL="2743200" marR="0" lvl="5"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6pPr>
            <a:lvl7pPr marL="3200400" marR="0" lvl="6"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7pPr>
            <a:lvl8pPr marL="3657600" marR="0" lvl="7"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8pPr>
            <a:lvl9pPr marL="4114800" marR="0" lvl="8"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9pPr>
          </a:lstStyle>
          <a:p>
            <a:pPr marL="0" indent="0" algn="l"/>
            <a:r>
              <a:rPr lang="en-US" sz="1400" noProof="1"/>
              <a:t>Gambar keempat kuadran di atas kertas atau papan tulis. Lakukan review terhadap gambar, catatan, audio, maupun video hasil penelitian kemudian definisikan dan sintesis poin-poin tiap kuadran, antara lain:</a:t>
            </a:r>
          </a:p>
          <a:p>
            <a:pPr marL="0" indent="0" algn="l"/>
            <a:endParaRPr lang="en-US" sz="1400" noProof="1"/>
          </a:p>
          <a:p>
            <a:pPr marL="285750" indent="-285750" algn="l">
              <a:buClr>
                <a:schemeClr val="bg1"/>
              </a:buClr>
              <a:buSzPct val="100000"/>
              <a:buFont typeface="Arial" panose="020B0604020202020204" pitchFamily="34" charset="0"/>
              <a:buChar char="•"/>
            </a:pPr>
            <a:r>
              <a:rPr lang="en-US" sz="1400" noProof="1"/>
              <a:t>Apa yang dikatakan pengguna? Tulis kutipan signifikan dan kata kunci yang disampaikan oleh pengguna</a:t>
            </a:r>
          </a:p>
          <a:p>
            <a:pPr marL="285750" indent="-285750" algn="l">
              <a:buClr>
                <a:schemeClr val="bg1"/>
              </a:buClr>
              <a:buSzPct val="100000"/>
              <a:buFont typeface="Arial" panose="020B0604020202020204" pitchFamily="34" charset="0"/>
              <a:buChar char="•"/>
            </a:pPr>
            <a:r>
              <a:rPr lang="en-US" sz="1400" noProof="1"/>
              <a:t>Bagaimana perasaan atau emosi yang dirasakan pengguna? Kamu dapat memperhatikan bahasa tubuh, pemilihan kata, serta nada saat berbicara</a:t>
            </a:r>
          </a:p>
          <a:p>
            <a:pPr marL="285750" indent="-285750" algn="l">
              <a:buClr>
                <a:schemeClr val="bg1"/>
              </a:buClr>
              <a:buSzPct val="100000"/>
              <a:buFont typeface="Arial" panose="020B0604020202020204" pitchFamily="34" charset="0"/>
              <a:buChar char="•"/>
            </a:pPr>
            <a:r>
              <a:rPr lang="en-US" sz="1400" noProof="1"/>
              <a:t>Apa yang dipikirkan pengguna? Gali lebih dalam seputar motivasi, tujuan, kebutuhan, dan keinginan mereka</a:t>
            </a:r>
          </a:p>
          <a:p>
            <a:pPr marL="285750" indent="-285750" algn="l">
              <a:buClr>
                <a:schemeClr val="bg1"/>
              </a:buClr>
              <a:buSzPct val="100000"/>
              <a:buFont typeface="Arial" panose="020B0604020202020204" pitchFamily="34" charset="0"/>
              <a:buChar char="•"/>
            </a:pPr>
            <a:r>
              <a:rPr lang="en-US" sz="1400" noProof="1"/>
              <a:t>Apa yang dilakukan pengguna? Jelaskan perilaku serta tindakan yang sedang diperhatikan. Sisipkan gambar jika perlu</a:t>
            </a:r>
          </a:p>
        </p:txBody>
      </p:sp>
      <p:sp>
        <p:nvSpPr>
          <p:cNvPr id="21" name="Google Shape;1587;p49">
            <a:extLst>
              <a:ext uri="{FF2B5EF4-FFF2-40B4-BE49-F238E27FC236}">
                <a16:creationId xmlns:a16="http://schemas.microsoft.com/office/drawing/2014/main" id="{1CBF2802-A761-F54C-9C59-60680CE27C4D}"/>
              </a:ext>
            </a:extLst>
          </p:cNvPr>
          <p:cNvSpPr txBox="1">
            <a:spLocks noGrp="1"/>
          </p:cNvSpPr>
          <p:nvPr>
            <p:ph type="ctrTitle"/>
          </p:nvPr>
        </p:nvSpPr>
        <p:spPr>
          <a:xfrm>
            <a:off x="618824" y="411675"/>
            <a:ext cx="5980095"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D" sz="3000" noProof="1"/>
              <a:t>1. Lakukan Pengisian Empathy Map</a:t>
            </a:r>
          </a:p>
        </p:txBody>
      </p:sp>
    </p:spTree>
    <p:extLst>
      <p:ext uri="{BB962C8B-B14F-4D97-AF65-F5344CB8AC3E}">
        <p14:creationId xmlns:p14="http://schemas.microsoft.com/office/powerpoint/2010/main" val="893451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19" name="Rectangle 18">
            <a:extLst>
              <a:ext uri="{FF2B5EF4-FFF2-40B4-BE49-F238E27FC236}">
                <a16:creationId xmlns:a16="http://schemas.microsoft.com/office/drawing/2014/main" id="{D13979D4-1D21-861C-9A5B-9B88FB7B8B3C}"/>
              </a:ext>
            </a:extLst>
          </p:cNvPr>
          <p:cNvSpPr/>
          <p:nvPr/>
        </p:nvSpPr>
        <p:spPr>
          <a:xfrm>
            <a:off x="3447091" y="1"/>
            <a:ext cx="552587" cy="1546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3" name="Rectangle 32">
            <a:extLst>
              <a:ext uri="{FF2B5EF4-FFF2-40B4-BE49-F238E27FC236}">
                <a16:creationId xmlns:a16="http://schemas.microsoft.com/office/drawing/2014/main" id="{C6BAEE0E-EE3D-B7F9-C6D5-C9327B25AAA4}"/>
              </a:ext>
            </a:extLst>
          </p:cNvPr>
          <p:cNvSpPr/>
          <p:nvPr/>
        </p:nvSpPr>
        <p:spPr>
          <a:xfrm>
            <a:off x="185731" y="989475"/>
            <a:ext cx="552587" cy="329218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Google Shape;1586;p49">
            <a:extLst>
              <a:ext uri="{FF2B5EF4-FFF2-40B4-BE49-F238E27FC236}">
                <a16:creationId xmlns:a16="http://schemas.microsoft.com/office/drawing/2014/main" id="{24BC2D58-2628-1F06-C1AA-C76E9F0F138F}"/>
              </a:ext>
            </a:extLst>
          </p:cNvPr>
          <p:cNvSpPr txBox="1">
            <a:spLocks/>
          </p:cNvSpPr>
          <p:nvPr/>
        </p:nvSpPr>
        <p:spPr>
          <a:xfrm>
            <a:off x="618825" y="989475"/>
            <a:ext cx="7321215" cy="3786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0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2pPr>
            <a:lvl3pPr marL="1371600" marR="0" lvl="2"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3pPr>
            <a:lvl4pPr marL="1828800" marR="0" lvl="3"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4pPr>
            <a:lvl5pPr marL="2286000" marR="0" lvl="4"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5pPr>
            <a:lvl6pPr marL="2743200" marR="0" lvl="5"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6pPr>
            <a:lvl7pPr marL="3200400" marR="0" lvl="6"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7pPr>
            <a:lvl8pPr marL="3657600" marR="0" lvl="7"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8pPr>
            <a:lvl9pPr marL="4114800" marR="0" lvl="8"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9pPr>
          </a:lstStyle>
          <a:p>
            <a:pPr marL="0" indent="0" algn="l"/>
            <a:r>
              <a:rPr lang="en-US" sz="1400" noProof="1"/>
              <a:t>Lakukan sintesis terhadap kebutuhan pengguna berdasarkan </a:t>
            </a:r>
            <a:r>
              <a:rPr lang="en-US" sz="1400" i="1" noProof="1"/>
              <a:t>empathy map</a:t>
            </a:r>
            <a:r>
              <a:rPr lang="en-US" sz="1400" noProof="1"/>
              <a:t>. Hal ini akan membantu kamu dalam menghadapi tantangan mendesain pengalaman user. Identifikasi kebutuhan langsung dan ciri-ciri pengguna yang telah dicatat. Dalam menentukan kebutuhan dasar tersebut, kamu dapat menggunakan acuan dari Hierarchy of Needs dari Abraham Maslow. Pertimbangkan kelima lapisan pada Piramida Maslow untuk membantu menentukan kebutuhan yang fokus dipenuhi oleh para pengguna.</a:t>
            </a:r>
          </a:p>
        </p:txBody>
      </p:sp>
      <p:sp>
        <p:nvSpPr>
          <p:cNvPr id="21" name="Google Shape;1587;p49">
            <a:extLst>
              <a:ext uri="{FF2B5EF4-FFF2-40B4-BE49-F238E27FC236}">
                <a16:creationId xmlns:a16="http://schemas.microsoft.com/office/drawing/2014/main" id="{1CBF2802-A761-F54C-9C59-60680CE27C4D}"/>
              </a:ext>
            </a:extLst>
          </p:cNvPr>
          <p:cNvSpPr txBox="1">
            <a:spLocks noGrp="1"/>
          </p:cNvSpPr>
          <p:nvPr>
            <p:ph type="ctrTitle"/>
          </p:nvPr>
        </p:nvSpPr>
        <p:spPr>
          <a:xfrm>
            <a:off x="618824" y="411675"/>
            <a:ext cx="5980095" cy="577800"/>
          </a:xfrm>
          <a:prstGeom prst="rect">
            <a:avLst/>
          </a:prstGeom>
        </p:spPr>
        <p:txBody>
          <a:bodyPr spcFirstLastPara="1" wrap="square" lIns="91425" tIns="91425" rIns="91425" bIns="91425" anchor="b" anchorCtr="0">
            <a:noAutofit/>
          </a:bodyPr>
          <a:lstStyle/>
          <a:p>
            <a:pPr marL="0" indent="0" algn="l"/>
            <a:r>
              <a:rPr lang="en-US" sz="3200" noProof="1"/>
              <a:t>2. Sintesis Kebutuhan</a:t>
            </a:r>
          </a:p>
        </p:txBody>
      </p:sp>
    </p:spTree>
    <p:extLst>
      <p:ext uri="{BB962C8B-B14F-4D97-AF65-F5344CB8AC3E}">
        <p14:creationId xmlns:p14="http://schemas.microsoft.com/office/powerpoint/2010/main" val="27134909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19" name="Rectangle 18">
            <a:extLst>
              <a:ext uri="{FF2B5EF4-FFF2-40B4-BE49-F238E27FC236}">
                <a16:creationId xmlns:a16="http://schemas.microsoft.com/office/drawing/2014/main" id="{D13979D4-1D21-861C-9A5B-9B88FB7B8B3C}"/>
              </a:ext>
            </a:extLst>
          </p:cNvPr>
          <p:cNvSpPr/>
          <p:nvPr/>
        </p:nvSpPr>
        <p:spPr>
          <a:xfrm>
            <a:off x="3447091" y="1"/>
            <a:ext cx="552587" cy="1546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3" name="Rectangle 32">
            <a:extLst>
              <a:ext uri="{FF2B5EF4-FFF2-40B4-BE49-F238E27FC236}">
                <a16:creationId xmlns:a16="http://schemas.microsoft.com/office/drawing/2014/main" id="{C6BAEE0E-EE3D-B7F9-C6D5-C9327B25AAA4}"/>
              </a:ext>
            </a:extLst>
          </p:cNvPr>
          <p:cNvSpPr/>
          <p:nvPr/>
        </p:nvSpPr>
        <p:spPr>
          <a:xfrm>
            <a:off x="185731" y="989475"/>
            <a:ext cx="552587" cy="329218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Google Shape;1586;p49">
            <a:extLst>
              <a:ext uri="{FF2B5EF4-FFF2-40B4-BE49-F238E27FC236}">
                <a16:creationId xmlns:a16="http://schemas.microsoft.com/office/drawing/2014/main" id="{24BC2D58-2628-1F06-C1AA-C76E9F0F138F}"/>
              </a:ext>
            </a:extLst>
          </p:cNvPr>
          <p:cNvSpPr txBox="1">
            <a:spLocks/>
          </p:cNvSpPr>
          <p:nvPr/>
        </p:nvSpPr>
        <p:spPr>
          <a:xfrm>
            <a:off x="618825" y="989475"/>
            <a:ext cx="7321215" cy="3786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0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2pPr>
            <a:lvl3pPr marL="1371600" marR="0" lvl="2"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3pPr>
            <a:lvl4pPr marL="1828800" marR="0" lvl="3"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4pPr>
            <a:lvl5pPr marL="2286000" marR="0" lvl="4"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5pPr>
            <a:lvl6pPr marL="2743200" marR="0" lvl="5"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6pPr>
            <a:lvl7pPr marL="3200400" marR="0" lvl="6"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7pPr>
            <a:lvl8pPr marL="3657600" marR="0" lvl="7"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8pPr>
            <a:lvl9pPr marL="4114800" marR="0" lvl="8"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9pPr>
          </a:lstStyle>
          <a:p>
            <a:pPr marL="0" indent="0" algn="l"/>
            <a:r>
              <a:rPr lang="en-US" sz="1400" noProof="1"/>
              <a:t>Insight atau wawasan adalah realisasi luar biasa yang dapat membantu memecahkan masalah dan memberikan solusi desain optimal. Lakukan sintesis ketika ada kontradiksi antara dua hal yang kamu temukan dari penelitian terhadap pengguna. Kamu dapat menemukannya di dalam satu kuadran yang sama atau justru dua kuadran yang berbeda.</a:t>
            </a:r>
          </a:p>
        </p:txBody>
      </p:sp>
      <p:sp>
        <p:nvSpPr>
          <p:cNvPr id="21" name="Google Shape;1587;p49">
            <a:extLst>
              <a:ext uri="{FF2B5EF4-FFF2-40B4-BE49-F238E27FC236}">
                <a16:creationId xmlns:a16="http://schemas.microsoft.com/office/drawing/2014/main" id="{1CBF2802-A761-F54C-9C59-60680CE27C4D}"/>
              </a:ext>
            </a:extLst>
          </p:cNvPr>
          <p:cNvSpPr txBox="1">
            <a:spLocks noGrp="1"/>
          </p:cNvSpPr>
          <p:nvPr>
            <p:ph type="ctrTitle"/>
          </p:nvPr>
        </p:nvSpPr>
        <p:spPr>
          <a:xfrm>
            <a:off x="618824" y="411675"/>
            <a:ext cx="5980095" cy="577800"/>
          </a:xfrm>
          <a:prstGeom prst="rect">
            <a:avLst/>
          </a:prstGeom>
        </p:spPr>
        <p:txBody>
          <a:bodyPr spcFirstLastPara="1" wrap="square" lIns="91425" tIns="91425" rIns="91425" bIns="91425" anchor="b" anchorCtr="0">
            <a:noAutofit/>
          </a:bodyPr>
          <a:lstStyle/>
          <a:p>
            <a:pPr marL="0" indent="0" algn="l"/>
            <a:r>
              <a:rPr lang="en-US" sz="3200" noProof="1"/>
              <a:t>3. Sintesis Wawasan</a:t>
            </a:r>
          </a:p>
        </p:txBody>
      </p:sp>
    </p:spTree>
    <p:extLst>
      <p:ext uri="{BB962C8B-B14F-4D97-AF65-F5344CB8AC3E}">
        <p14:creationId xmlns:p14="http://schemas.microsoft.com/office/powerpoint/2010/main" val="3590489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19" name="Rectangle 18">
            <a:extLst>
              <a:ext uri="{FF2B5EF4-FFF2-40B4-BE49-F238E27FC236}">
                <a16:creationId xmlns:a16="http://schemas.microsoft.com/office/drawing/2014/main" id="{D13979D4-1D21-861C-9A5B-9B88FB7B8B3C}"/>
              </a:ext>
            </a:extLst>
          </p:cNvPr>
          <p:cNvSpPr/>
          <p:nvPr/>
        </p:nvSpPr>
        <p:spPr>
          <a:xfrm>
            <a:off x="3447091" y="1"/>
            <a:ext cx="552587" cy="1546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3" name="Rectangle 32">
            <a:extLst>
              <a:ext uri="{FF2B5EF4-FFF2-40B4-BE49-F238E27FC236}">
                <a16:creationId xmlns:a16="http://schemas.microsoft.com/office/drawing/2014/main" id="{C6BAEE0E-EE3D-B7F9-C6D5-C9327B25AAA4}"/>
              </a:ext>
            </a:extLst>
          </p:cNvPr>
          <p:cNvSpPr/>
          <p:nvPr/>
        </p:nvSpPr>
        <p:spPr>
          <a:xfrm>
            <a:off x="185731" y="989475"/>
            <a:ext cx="552587" cy="329218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Google Shape;1586;p49">
            <a:extLst>
              <a:ext uri="{FF2B5EF4-FFF2-40B4-BE49-F238E27FC236}">
                <a16:creationId xmlns:a16="http://schemas.microsoft.com/office/drawing/2014/main" id="{24BC2D58-2628-1F06-C1AA-C76E9F0F138F}"/>
              </a:ext>
            </a:extLst>
          </p:cNvPr>
          <p:cNvSpPr txBox="1">
            <a:spLocks/>
          </p:cNvSpPr>
          <p:nvPr/>
        </p:nvSpPr>
        <p:spPr>
          <a:xfrm>
            <a:off x="618825" y="989475"/>
            <a:ext cx="7321215" cy="3786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0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2pPr>
            <a:lvl3pPr marL="1371600" marR="0" lvl="2"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3pPr>
            <a:lvl4pPr marL="1828800" marR="0" lvl="3"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4pPr>
            <a:lvl5pPr marL="2286000" marR="0" lvl="4"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5pPr>
            <a:lvl6pPr marL="2743200" marR="0" lvl="5"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6pPr>
            <a:lvl7pPr marL="3200400" marR="0" lvl="6"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7pPr>
            <a:lvl8pPr marL="3657600" marR="0" lvl="7"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8pPr>
            <a:lvl9pPr marL="4114800" marR="0" lvl="8"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9pPr>
          </a:lstStyle>
          <a:p>
            <a:pPr marL="0" indent="0" algn="l"/>
            <a:r>
              <a:rPr lang="en-US" sz="1400" noProof="1"/>
              <a:t>Ketika seluruh bagian sudah selesai, lakukan brainstorming bersama tim UX Designer untuk bertukar wawasan dan perspektif baru sebelum berlanjut ke tahap berikutnya. Bagikan hasil empathy map yang telah dibangun dengan mengubahnya menjadi media online atau pajang di lokasi tertentu di tempat kerja. Perlu kamu ingin bahwa empathy map adalah tools yang membantu suatu proses, bukan semata-mata sarana untuk mengubah pemikiran perusahaan 180 derajat.</a:t>
            </a:r>
          </a:p>
        </p:txBody>
      </p:sp>
      <p:sp>
        <p:nvSpPr>
          <p:cNvPr id="21" name="Google Shape;1587;p49">
            <a:extLst>
              <a:ext uri="{FF2B5EF4-FFF2-40B4-BE49-F238E27FC236}">
                <a16:creationId xmlns:a16="http://schemas.microsoft.com/office/drawing/2014/main" id="{1CBF2802-A761-F54C-9C59-60680CE27C4D}"/>
              </a:ext>
            </a:extLst>
          </p:cNvPr>
          <p:cNvSpPr txBox="1">
            <a:spLocks noGrp="1"/>
          </p:cNvSpPr>
          <p:nvPr>
            <p:ph type="ctrTitle"/>
          </p:nvPr>
        </p:nvSpPr>
        <p:spPr>
          <a:xfrm>
            <a:off x="618824" y="411675"/>
            <a:ext cx="5980095" cy="577800"/>
          </a:xfrm>
          <a:prstGeom prst="rect">
            <a:avLst/>
          </a:prstGeom>
        </p:spPr>
        <p:txBody>
          <a:bodyPr spcFirstLastPara="1" wrap="square" lIns="91425" tIns="91425" rIns="91425" bIns="91425" anchor="b" anchorCtr="0">
            <a:noAutofit/>
          </a:bodyPr>
          <a:lstStyle/>
          <a:p>
            <a:pPr marL="0" indent="0" algn="l"/>
            <a:r>
              <a:rPr lang="en-US" sz="3200" noProof="1"/>
              <a:t>4. Rangkum dan Bagikan</a:t>
            </a:r>
          </a:p>
        </p:txBody>
      </p:sp>
    </p:spTree>
    <p:extLst>
      <p:ext uri="{BB962C8B-B14F-4D97-AF65-F5344CB8AC3E}">
        <p14:creationId xmlns:p14="http://schemas.microsoft.com/office/powerpoint/2010/main" val="4000118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pic>
        <p:nvPicPr>
          <p:cNvPr id="4100" name="Picture 4" descr="Mengenal calon pengguna lebih dekat #3 — Empathy Map | by Utari Ambarwati |  #BelajarDesain | Medium">
            <a:extLst>
              <a:ext uri="{FF2B5EF4-FFF2-40B4-BE49-F238E27FC236}">
                <a16:creationId xmlns:a16="http://schemas.microsoft.com/office/drawing/2014/main" id="{80C4787E-5704-1E6D-E6DB-0688A3F29C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694" b="3554"/>
          <a:stretch/>
        </p:blipFill>
        <p:spPr bwMode="auto">
          <a:xfrm>
            <a:off x="4316730" y="716762"/>
            <a:ext cx="3973830" cy="370997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5462E6E4-EA2D-5C97-35BC-89499BB4BE5F}"/>
              </a:ext>
            </a:extLst>
          </p:cNvPr>
          <p:cNvSpPr/>
          <p:nvPr/>
        </p:nvSpPr>
        <p:spPr>
          <a:xfrm>
            <a:off x="185731" y="1225695"/>
            <a:ext cx="2626049" cy="329218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Google Shape;1079;p37">
            <a:extLst>
              <a:ext uri="{FF2B5EF4-FFF2-40B4-BE49-F238E27FC236}">
                <a16:creationId xmlns:a16="http://schemas.microsoft.com/office/drawing/2014/main" id="{AC0DD6ED-E8FE-DA28-66B9-E7A556F686A7}"/>
              </a:ext>
            </a:extLst>
          </p:cNvPr>
          <p:cNvSpPr txBox="1">
            <a:spLocks/>
          </p:cNvSpPr>
          <p:nvPr/>
        </p:nvSpPr>
        <p:spPr>
          <a:xfrm>
            <a:off x="342900" y="1301895"/>
            <a:ext cx="3973830" cy="2150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5200"/>
              <a:buFont typeface="Share Tech"/>
              <a:buNone/>
              <a:defRPr sz="2400" b="0" i="0" u="none" strike="noStrike" cap="none">
                <a:solidFill>
                  <a:schemeClr val="accent1"/>
                </a:solidFill>
                <a:latin typeface="Share Tech"/>
                <a:ea typeface="Share Tech"/>
                <a:cs typeface="Share Tech"/>
                <a:sym typeface="Share Tech"/>
              </a:defRPr>
            </a:lvl1pPr>
            <a:lvl2pPr marR="0" lvl="1" algn="ctr" rtl="0">
              <a:lnSpc>
                <a:spcPct val="100000"/>
              </a:lnSpc>
              <a:spcBef>
                <a:spcPts val="0"/>
              </a:spcBef>
              <a:spcAft>
                <a:spcPts val="0"/>
              </a:spcAft>
              <a:buClr>
                <a:schemeClr val="lt1"/>
              </a:buClr>
              <a:buSzPts val="5200"/>
              <a:buFont typeface="Share Tech"/>
              <a:buNone/>
              <a:defRPr sz="5200" b="0" i="0" u="none" strike="noStrike" cap="none">
                <a:solidFill>
                  <a:schemeClr val="lt1"/>
                </a:solidFill>
                <a:latin typeface="Share Tech"/>
                <a:ea typeface="Share Tech"/>
                <a:cs typeface="Share Tech"/>
                <a:sym typeface="Share Tech"/>
              </a:defRPr>
            </a:lvl2pPr>
            <a:lvl3pPr marR="0" lvl="2" algn="ctr" rtl="0">
              <a:lnSpc>
                <a:spcPct val="100000"/>
              </a:lnSpc>
              <a:spcBef>
                <a:spcPts val="0"/>
              </a:spcBef>
              <a:spcAft>
                <a:spcPts val="0"/>
              </a:spcAft>
              <a:buClr>
                <a:schemeClr val="lt1"/>
              </a:buClr>
              <a:buSzPts val="5200"/>
              <a:buFont typeface="Share Tech"/>
              <a:buNone/>
              <a:defRPr sz="5200" b="0" i="0" u="none" strike="noStrike" cap="none">
                <a:solidFill>
                  <a:schemeClr val="lt1"/>
                </a:solidFill>
                <a:latin typeface="Share Tech"/>
                <a:ea typeface="Share Tech"/>
                <a:cs typeface="Share Tech"/>
                <a:sym typeface="Share Tech"/>
              </a:defRPr>
            </a:lvl3pPr>
            <a:lvl4pPr marR="0" lvl="3" algn="ctr" rtl="0">
              <a:lnSpc>
                <a:spcPct val="100000"/>
              </a:lnSpc>
              <a:spcBef>
                <a:spcPts val="0"/>
              </a:spcBef>
              <a:spcAft>
                <a:spcPts val="0"/>
              </a:spcAft>
              <a:buClr>
                <a:schemeClr val="lt1"/>
              </a:buClr>
              <a:buSzPts val="5200"/>
              <a:buFont typeface="Share Tech"/>
              <a:buNone/>
              <a:defRPr sz="5200" b="0" i="0" u="none" strike="noStrike" cap="none">
                <a:solidFill>
                  <a:schemeClr val="lt1"/>
                </a:solidFill>
                <a:latin typeface="Share Tech"/>
                <a:ea typeface="Share Tech"/>
                <a:cs typeface="Share Tech"/>
                <a:sym typeface="Share Tech"/>
              </a:defRPr>
            </a:lvl4pPr>
            <a:lvl5pPr marR="0" lvl="4" algn="ctr" rtl="0">
              <a:lnSpc>
                <a:spcPct val="100000"/>
              </a:lnSpc>
              <a:spcBef>
                <a:spcPts val="0"/>
              </a:spcBef>
              <a:spcAft>
                <a:spcPts val="0"/>
              </a:spcAft>
              <a:buClr>
                <a:schemeClr val="lt1"/>
              </a:buClr>
              <a:buSzPts val="5200"/>
              <a:buFont typeface="Share Tech"/>
              <a:buNone/>
              <a:defRPr sz="5200" b="0" i="0" u="none" strike="noStrike" cap="none">
                <a:solidFill>
                  <a:schemeClr val="lt1"/>
                </a:solidFill>
                <a:latin typeface="Share Tech"/>
                <a:ea typeface="Share Tech"/>
                <a:cs typeface="Share Tech"/>
                <a:sym typeface="Share Tech"/>
              </a:defRPr>
            </a:lvl5pPr>
            <a:lvl6pPr marR="0" lvl="5" algn="ctr" rtl="0">
              <a:lnSpc>
                <a:spcPct val="100000"/>
              </a:lnSpc>
              <a:spcBef>
                <a:spcPts val="0"/>
              </a:spcBef>
              <a:spcAft>
                <a:spcPts val="0"/>
              </a:spcAft>
              <a:buClr>
                <a:schemeClr val="lt1"/>
              </a:buClr>
              <a:buSzPts val="5200"/>
              <a:buFont typeface="Share Tech"/>
              <a:buNone/>
              <a:defRPr sz="5200" b="0" i="0" u="none" strike="noStrike" cap="none">
                <a:solidFill>
                  <a:schemeClr val="lt1"/>
                </a:solidFill>
                <a:latin typeface="Share Tech"/>
                <a:ea typeface="Share Tech"/>
                <a:cs typeface="Share Tech"/>
                <a:sym typeface="Share Tech"/>
              </a:defRPr>
            </a:lvl6pPr>
            <a:lvl7pPr marR="0" lvl="6" algn="ctr" rtl="0">
              <a:lnSpc>
                <a:spcPct val="100000"/>
              </a:lnSpc>
              <a:spcBef>
                <a:spcPts val="0"/>
              </a:spcBef>
              <a:spcAft>
                <a:spcPts val="0"/>
              </a:spcAft>
              <a:buClr>
                <a:schemeClr val="lt1"/>
              </a:buClr>
              <a:buSzPts val="5200"/>
              <a:buFont typeface="Share Tech"/>
              <a:buNone/>
              <a:defRPr sz="5200" b="0" i="0" u="none" strike="noStrike" cap="none">
                <a:solidFill>
                  <a:schemeClr val="lt1"/>
                </a:solidFill>
                <a:latin typeface="Share Tech"/>
                <a:ea typeface="Share Tech"/>
                <a:cs typeface="Share Tech"/>
                <a:sym typeface="Share Tech"/>
              </a:defRPr>
            </a:lvl7pPr>
            <a:lvl8pPr marR="0" lvl="7" algn="ctr" rtl="0">
              <a:lnSpc>
                <a:spcPct val="100000"/>
              </a:lnSpc>
              <a:spcBef>
                <a:spcPts val="0"/>
              </a:spcBef>
              <a:spcAft>
                <a:spcPts val="0"/>
              </a:spcAft>
              <a:buClr>
                <a:schemeClr val="lt1"/>
              </a:buClr>
              <a:buSzPts val="5200"/>
              <a:buFont typeface="Share Tech"/>
              <a:buNone/>
              <a:defRPr sz="5200" b="0" i="0" u="none" strike="noStrike" cap="none">
                <a:solidFill>
                  <a:schemeClr val="lt1"/>
                </a:solidFill>
                <a:latin typeface="Share Tech"/>
                <a:ea typeface="Share Tech"/>
                <a:cs typeface="Share Tech"/>
                <a:sym typeface="Share Tech"/>
              </a:defRPr>
            </a:lvl8pPr>
            <a:lvl9pPr marR="0" lvl="8" algn="ctr" rtl="0">
              <a:lnSpc>
                <a:spcPct val="100000"/>
              </a:lnSpc>
              <a:spcBef>
                <a:spcPts val="0"/>
              </a:spcBef>
              <a:spcAft>
                <a:spcPts val="0"/>
              </a:spcAft>
              <a:buClr>
                <a:schemeClr val="lt1"/>
              </a:buClr>
              <a:buSzPts val="5200"/>
              <a:buFont typeface="Share Tech"/>
              <a:buNone/>
              <a:defRPr sz="5200" b="0" i="0" u="none" strike="noStrike" cap="none">
                <a:solidFill>
                  <a:schemeClr val="lt1"/>
                </a:solidFill>
                <a:latin typeface="Share Tech"/>
                <a:ea typeface="Share Tech"/>
                <a:cs typeface="Share Tech"/>
                <a:sym typeface="Share Tech"/>
              </a:defRPr>
            </a:lvl9pPr>
          </a:lstStyle>
          <a:p>
            <a:r>
              <a:rPr lang="en-ID" sz="3600" dirty="0">
                <a:solidFill>
                  <a:schemeClr val="bg1"/>
                </a:solidFill>
              </a:rPr>
              <a:t>CONTOH EMPATHY </a:t>
            </a:r>
            <a:r>
              <a:rPr lang="en-ID" sz="3600" dirty="0">
                <a:solidFill>
                  <a:schemeClr val="accent2"/>
                </a:solidFill>
              </a:rPr>
              <a:t>MAP </a:t>
            </a:r>
            <a:r>
              <a:rPr lang="en-ID" sz="3600" dirty="0">
                <a:solidFill>
                  <a:schemeClr val="bg1"/>
                </a:solidFill>
              </a:rPr>
              <a:t>(BUYING A TV)</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19" name="Rectangle 18">
            <a:extLst>
              <a:ext uri="{FF2B5EF4-FFF2-40B4-BE49-F238E27FC236}">
                <a16:creationId xmlns:a16="http://schemas.microsoft.com/office/drawing/2014/main" id="{D13979D4-1D21-861C-9A5B-9B88FB7B8B3C}"/>
              </a:ext>
            </a:extLst>
          </p:cNvPr>
          <p:cNvSpPr/>
          <p:nvPr/>
        </p:nvSpPr>
        <p:spPr>
          <a:xfrm>
            <a:off x="3447091" y="1"/>
            <a:ext cx="552587" cy="1546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3" name="Rectangle 32">
            <a:extLst>
              <a:ext uri="{FF2B5EF4-FFF2-40B4-BE49-F238E27FC236}">
                <a16:creationId xmlns:a16="http://schemas.microsoft.com/office/drawing/2014/main" id="{C6BAEE0E-EE3D-B7F9-C6D5-C9327B25AAA4}"/>
              </a:ext>
            </a:extLst>
          </p:cNvPr>
          <p:cNvSpPr/>
          <p:nvPr/>
        </p:nvSpPr>
        <p:spPr>
          <a:xfrm>
            <a:off x="185731" y="989475"/>
            <a:ext cx="552587" cy="329218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Google Shape;1586;p49">
            <a:extLst>
              <a:ext uri="{FF2B5EF4-FFF2-40B4-BE49-F238E27FC236}">
                <a16:creationId xmlns:a16="http://schemas.microsoft.com/office/drawing/2014/main" id="{24BC2D58-2628-1F06-C1AA-C76E9F0F138F}"/>
              </a:ext>
            </a:extLst>
          </p:cNvPr>
          <p:cNvSpPr txBox="1">
            <a:spLocks/>
          </p:cNvSpPr>
          <p:nvPr/>
        </p:nvSpPr>
        <p:spPr>
          <a:xfrm>
            <a:off x="618825" y="989475"/>
            <a:ext cx="7321215" cy="3786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0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2pPr>
            <a:lvl3pPr marL="1371600" marR="0" lvl="2"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3pPr>
            <a:lvl4pPr marL="1828800" marR="0" lvl="3"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4pPr>
            <a:lvl5pPr marL="2286000" marR="0" lvl="4"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5pPr>
            <a:lvl6pPr marL="2743200" marR="0" lvl="5"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6pPr>
            <a:lvl7pPr marL="3200400" marR="0" lvl="6"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7pPr>
            <a:lvl8pPr marL="3657600" marR="0" lvl="7"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8pPr>
            <a:lvl9pPr marL="4114800" marR="0" lvl="8" indent="-317500" algn="l" rtl="0">
              <a:lnSpc>
                <a:spcPct val="100000"/>
              </a:lnSpc>
              <a:spcBef>
                <a:spcPts val="0"/>
              </a:spcBef>
              <a:spcAft>
                <a:spcPts val="0"/>
              </a:spcAft>
              <a:buClr>
                <a:srgbClr val="000000"/>
              </a:buClr>
              <a:buSzPts val="1000"/>
              <a:buFont typeface="Maven Pro"/>
              <a:buNone/>
              <a:defRPr sz="1000" b="0" i="0" u="none" strike="noStrike" cap="none">
                <a:solidFill>
                  <a:srgbClr val="000000"/>
                </a:solidFill>
                <a:latin typeface="Maven Pro"/>
                <a:ea typeface="Maven Pro"/>
                <a:cs typeface="Maven Pro"/>
                <a:sym typeface="Maven Pro"/>
              </a:defRPr>
            </a:lvl9pPr>
          </a:lstStyle>
          <a:p>
            <a:pPr marL="0" indent="0" algn="l"/>
            <a:r>
              <a:rPr lang="en-US" sz="1400" dirty="0">
                <a:hlinkClick r:id="rId3"/>
              </a:rPr>
              <a:t>https://sis.binus.ac.id/2021/03/12/empathy-map-tahap-pertama-memulai-design-thinking/</a:t>
            </a:r>
            <a:endParaRPr lang="en-US" sz="1400" dirty="0"/>
          </a:p>
          <a:p>
            <a:pPr marL="0" indent="0" algn="l"/>
            <a:r>
              <a:rPr lang="en-US" sz="1400" dirty="0">
                <a:hlinkClick r:id="rId4"/>
              </a:rPr>
              <a:t>https://blog.digitalskola.com/ui-ux/empathy-map/</a:t>
            </a:r>
            <a:endParaRPr lang="en-US" sz="1400" dirty="0"/>
          </a:p>
          <a:p>
            <a:pPr marL="0" indent="0" algn="l"/>
            <a:r>
              <a:rPr lang="en-US" sz="1400" dirty="0">
                <a:hlinkClick r:id="rId5"/>
              </a:rPr>
              <a:t>https://www.nngroup.com/articles/empathy-mapping/</a:t>
            </a:r>
            <a:endParaRPr lang="en-US" sz="1400" dirty="0"/>
          </a:p>
          <a:p>
            <a:pPr marL="0" indent="0" algn="l"/>
            <a:endParaRPr lang="en-US" sz="1400" dirty="0"/>
          </a:p>
        </p:txBody>
      </p:sp>
      <p:sp>
        <p:nvSpPr>
          <p:cNvPr id="21" name="Google Shape;1587;p49">
            <a:extLst>
              <a:ext uri="{FF2B5EF4-FFF2-40B4-BE49-F238E27FC236}">
                <a16:creationId xmlns:a16="http://schemas.microsoft.com/office/drawing/2014/main" id="{1CBF2802-A761-F54C-9C59-60680CE27C4D}"/>
              </a:ext>
            </a:extLst>
          </p:cNvPr>
          <p:cNvSpPr txBox="1">
            <a:spLocks noGrp="1"/>
          </p:cNvSpPr>
          <p:nvPr>
            <p:ph type="ctrTitle"/>
          </p:nvPr>
        </p:nvSpPr>
        <p:spPr>
          <a:xfrm>
            <a:off x="618824" y="411675"/>
            <a:ext cx="5980095" cy="577800"/>
          </a:xfrm>
          <a:prstGeom prst="rect">
            <a:avLst/>
          </a:prstGeom>
        </p:spPr>
        <p:txBody>
          <a:bodyPr spcFirstLastPara="1" wrap="square" lIns="91425" tIns="91425" rIns="91425" bIns="91425" anchor="b" anchorCtr="0">
            <a:noAutofit/>
          </a:bodyPr>
          <a:lstStyle/>
          <a:p>
            <a:pPr marL="0" indent="0" algn="l"/>
            <a:r>
              <a:rPr lang="en-US" sz="3200" noProof="1"/>
              <a:t>Referensi</a:t>
            </a:r>
          </a:p>
        </p:txBody>
      </p:sp>
    </p:spTree>
    <p:extLst>
      <p:ext uri="{BB962C8B-B14F-4D97-AF65-F5344CB8AC3E}">
        <p14:creationId xmlns:p14="http://schemas.microsoft.com/office/powerpoint/2010/main" val="12581432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1079" name="Google Shape;1079;p37"/>
          <p:cNvSpPr txBox="1">
            <a:spLocks noGrp="1"/>
          </p:cNvSpPr>
          <p:nvPr>
            <p:ph type="title"/>
          </p:nvPr>
        </p:nvSpPr>
        <p:spPr>
          <a:xfrm>
            <a:off x="2037000" y="1496400"/>
            <a:ext cx="5070000" cy="215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THANK </a:t>
            </a:r>
            <a:r>
              <a:rPr lang="en" dirty="0">
                <a:solidFill>
                  <a:schemeClr val="accent3"/>
                </a:solidFill>
              </a:rPr>
              <a:t>YOU</a:t>
            </a:r>
            <a:endParaRPr dirty="0">
              <a:solidFill>
                <a:schemeClr val="accent3"/>
              </a:solidFill>
            </a:endParaRPr>
          </a:p>
        </p:txBody>
      </p:sp>
    </p:spTree>
    <p:extLst>
      <p:ext uri="{BB962C8B-B14F-4D97-AF65-F5344CB8AC3E}">
        <p14:creationId xmlns:p14="http://schemas.microsoft.com/office/powerpoint/2010/main" val="3630999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720</Words>
  <Application>Microsoft Office PowerPoint</Application>
  <PresentationFormat>On-screen Show (16:9)</PresentationFormat>
  <Paragraphs>55</Paragraphs>
  <Slides>16</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Advent Pro SemiBold</vt:lpstr>
      <vt:lpstr>Livvic Light</vt:lpstr>
      <vt:lpstr>Maven Pro</vt:lpstr>
      <vt:lpstr>Fira Sans Condensed Medium</vt:lpstr>
      <vt:lpstr>Share Tech</vt:lpstr>
      <vt:lpstr>Fira Sans Extra Condensed Medium</vt:lpstr>
      <vt:lpstr>Nunito Light</vt:lpstr>
      <vt:lpstr>Data Science Consulting by Slidesgo</vt:lpstr>
      <vt:lpstr>EMPATHY MAP</vt:lpstr>
      <vt:lpstr>Pengertian</vt:lpstr>
      <vt:lpstr>Manfaat Penggunaan Empathy Map</vt:lpstr>
      <vt:lpstr>FORMAT EMPATHY MAP</vt:lpstr>
      <vt:lpstr>Says</vt:lpstr>
      <vt:lpstr>Thinks</vt:lpstr>
      <vt:lpstr>Feels</vt:lpstr>
      <vt:lpstr>Does</vt:lpstr>
      <vt:lpstr>CARA MENGGUNAKAN EMPATHY MAP</vt:lpstr>
      <vt:lpstr>1. Lakukan Pengisian Empathy Map</vt:lpstr>
      <vt:lpstr>2. Sintesis Kebutuhan</vt:lpstr>
      <vt:lpstr>3. Sintesis Wawasan</vt:lpstr>
      <vt:lpstr>4. Rangkum dan Bagikan</vt:lpstr>
      <vt:lpstr>PowerPoint Presentation</vt:lpstr>
      <vt:lpstr>Referensi</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EMPATHY MAP</dc:title>
  <cp:lastModifiedBy>DM-09</cp:lastModifiedBy>
  <cp:revision>2</cp:revision>
  <dcterms:modified xsi:type="dcterms:W3CDTF">2023-01-06T03:25:39Z</dcterms:modified>
</cp:coreProperties>
</file>