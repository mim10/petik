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5"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embeddedFontLst>
    <p:embeddedFont>
      <p:font typeface="Anaheim" panose="020B0604020202020204" charset="0"/>
      <p:regular r:id="rId26"/>
    </p:embeddedFont>
    <p:embeddedFont>
      <p:font typeface="Fira Sans Condensed" panose="020B0503050000020004" pitchFamily="34" charset="0"/>
      <p:regular r:id="rId27"/>
      <p:bold r:id="rId28"/>
      <p:italic r:id="rId29"/>
      <p:boldItalic r:id="rId30"/>
    </p:embeddedFont>
    <p:embeddedFont>
      <p:font typeface="Josefin Sans" panose="020B0604020202020204" pitchFamily="2" charset="0"/>
      <p:regular r:id="rId31"/>
      <p:bold r:id="rId32"/>
      <p:italic r:id="rId33"/>
      <p:boldItalic r:id="rId34"/>
    </p:embeddedFont>
    <p:embeddedFont>
      <p:font typeface="Open Sans" panose="020B0606030504020204" pitchFamily="34" charset="0"/>
      <p:regular r:id="rId35"/>
      <p:bold r:id="rId36"/>
      <p:italic r:id="rId37"/>
      <p:boldItalic r:id="rId38"/>
    </p:embeddedFont>
    <p:embeddedFont>
      <p:font typeface="Open Sans SemiBold" panose="020B0706030804020204" pitchFamily="34" charset="0"/>
      <p:regular r:id="rId39"/>
      <p:bold r:id="rId40"/>
      <p:italic r:id="rId41"/>
      <p:boldItalic r:id="rId42"/>
    </p:embeddedFont>
    <p:embeddedFont>
      <p:font typeface="Roboto Condensed Light" panose="02000000000000000000" pitchFamily="2" charset="0"/>
      <p:regular r:id="rId43"/>
      <p: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76">
          <p15:clr>
            <a:srgbClr val="9AA0A6"/>
          </p15:clr>
        </p15:guide>
        <p15:guide id="2" orient="horz" pos="1119">
          <p15:clr>
            <a:srgbClr val="9AA0A6"/>
          </p15:clr>
        </p15:guide>
        <p15:guide id="3" orient="horz" pos="2275">
          <p15:clr>
            <a:srgbClr val="9AA0A6"/>
          </p15:clr>
        </p15:guide>
        <p15:guide id="4"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126" y="306"/>
      </p:cViewPr>
      <p:guideLst>
        <p:guide orient="horz" pos="2376"/>
        <p:guide orient="horz" pos="1119"/>
        <p:guide orient="horz" pos="2275"/>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2" name="Google Shape;102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1fb149c6069_16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1fb149c6069_16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1db08d19b52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1" name="Google Shape;1051;g1db08d19b52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1fb149c6069_16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6" name="Google Shape;1056;g1fb149c6069_16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1fb149c6069_13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2" name="Google Shape;1062;g1fb149c6069_13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1fb149c6069_16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7" name="Google Shape;1067;g1fb149c6069_16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1fb149c6069_13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3" name="Google Shape;1073;g1fb149c6069_13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1fb149c6069_16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8" name="Google Shape;1078;g1fb149c6069_16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1fb149c6069_16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5" name="Google Shape;1085;g1fb149c6069_16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1fb149c6069_16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0" name="Google Shape;1090;g1fb149c6069_16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1fb149c6069_16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7" name="Google Shape;1097;g1fb149c6069_16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1fb149c6069_16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4" name="Google Shape;1104;g1fb149c6069_16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1fb149c6069_16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1" name="Google Shape;1111;g1fb149c6069_16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1fb149c6069_16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1fb149c6069_16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1fb149c6069_16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1fb149c6069_16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g1db08d19b52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2" name="Google Shape;1132;g1db08d19b52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5"/>
        <p:cNvGrpSpPr/>
        <p:nvPr/>
      </p:nvGrpSpPr>
      <p:grpSpPr>
        <a:xfrm>
          <a:off x="0" y="0"/>
          <a:ext cx="0" cy="0"/>
          <a:chOff x="0" y="0"/>
          <a:chExt cx="0" cy="0"/>
        </a:xfrm>
      </p:grpSpPr>
      <p:sp>
        <p:nvSpPr>
          <p:cNvPr id="1136" name="Google Shape;1136;g1fb149c6069_16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7" name="Google Shape;1137;g1fb149c6069_16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g1fb149c6069_13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7" name="Google Shape;1157;g1fb149c6069_13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1fb149c6069_16_7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2" name="Google Shape;1162;g1fb149c6069_16_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g1fb149c6069_16_7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1" name="Google Shape;1171;g1fb149c6069_16_7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9"/>
        <p:cNvGrpSpPr/>
        <p:nvPr/>
      </p:nvGrpSpPr>
      <p:grpSpPr>
        <a:xfrm>
          <a:off x="0" y="0"/>
          <a:ext cx="0" cy="0"/>
          <a:chOff x="0" y="0"/>
          <a:chExt cx="0" cy="0"/>
        </a:xfrm>
      </p:grpSpPr>
      <p:sp>
        <p:nvSpPr>
          <p:cNvPr id="1180" name="Google Shape;1180;g1fb149c6069_16_7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1" name="Google Shape;1181;g1fb149c6069_16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Google Shape;1190;gab8d1ca927_3_6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1" name="Google Shape;1191;gab8d1ca927_3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ab8d1ca927_3_6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ab8d1ca927_3_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78600" y="1484550"/>
            <a:ext cx="7787100" cy="2086500"/>
          </a:xfrm>
          <a:prstGeom prst="rect">
            <a:avLst/>
          </a:prstGeom>
        </p:spPr>
        <p:txBody>
          <a:bodyPr spcFirstLastPara="1" wrap="square" lIns="91425" tIns="91425" rIns="91425" bIns="91425" anchor="ctr" anchorCtr="0">
            <a:noAutofit/>
          </a:bodyPr>
          <a:lstStyle>
            <a:lvl1pPr lvl="0" algn="ctr">
              <a:lnSpc>
                <a:spcPct val="125000"/>
              </a:lnSpc>
              <a:spcBef>
                <a:spcPts val="0"/>
              </a:spcBef>
              <a:spcAft>
                <a:spcPts val="0"/>
              </a:spcAft>
              <a:buSzPts val="5200"/>
              <a:buNone/>
              <a:defRPr sz="5500">
                <a:solidFill>
                  <a:schemeClr val="dk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547575" y="3466725"/>
            <a:ext cx="4048800" cy="382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rot="5400000">
            <a:off x="-1867025" y="1013175"/>
            <a:ext cx="4814046" cy="1710367"/>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229260" y="3396805"/>
            <a:ext cx="3675485" cy="1893812"/>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315040" flipH="1">
            <a:off x="-236345" y="4475012"/>
            <a:ext cx="2114446" cy="997085"/>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3282713" y="4769113"/>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927300" y="421027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5488" y="2908263"/>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4257175" y="4901838"/>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559288" y="3910538"/>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5400000">
            <a:off x="6110254" y="2527892"/>
            <a:ext cx="4814046" cy="1710367"/>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5744675" y="-169359"/>
            <a:ext cx="3627772" cy="1869298"/>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10484934" flipH="1">
            <a:off x="7292455" y="-348495"/>
            <a:ext cx="2087045" cy="984164"/>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rot="10800000">
            <a:off x="5634813" y="20792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rot="10800000">
            <a:off x="7750600" y="102480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rot="10800000">
            <a:off x="8980488" y="193977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rot="10800000">
            <a:off x="4725450" y="139996"/>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3"/>
          <p:cNvSpPr txBox="1">
            <a:spLocks noGrp="1"/>
          </p:cNvSpPr>
          <p:nvPr>
            <p:ph type="title"/>
          </p:nvPr>
        </p:nvSpPr>
        <p:spPr>
          <a:xfrm>
            <a:off x="1912475" y="2261338"/>
            <a:ext cx="5319000" cy="822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60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8" name="Google Shape;28;p3"/>
          <p:cNvSpPr txBox="1">
            <a:spLocks noGrp="1"/>
          </p:cNvSpPr>
          <p:nvPr>
            <p:ph type="title" idx="2" hasCustomPrompt="1"/>
          </p:nvPr>
        </p:nvSpPr>
        <p:spPr>
          <a:xfrm>
            <a:off x="3105600" y="1164675"/>
            <a:ext cx="2932800" cy="97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8000">
                <a:solidFill>
                  <a:schemeClr val="accent2"/>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29" name="Google Shape;29;p3"/>
          <p:cNvSpPr txBox="1">
            <a:spLocks noGrp="1"/>
          </p:cNvSpPr>
          <p:nvPr>
            <p:ph type="subTitle" idx="1"/>
          </p:nvPr>
        </p:nvSpPr>
        <p:spPr>
          <a:xfrm>
            <a:off x="2815400" y="3123913"/>
            <a:ext cx="3513300" cy="435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0" name="Google Shape;30;p3"/>
          <p:cNvSpPr/>
          <p:nvPr/>
        </p:nvSpPr>
        <p:spPr>
          <a:xfrm rot="10800000">
            <a:off x="-260192" y="3285293"/>
            <a:ext cx="4058317" cy="1729782"/>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rot="10800000">
            <a:off x="158481" y="4429982"/>
            <a:ext cx="4130269" cy="1085168"/>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3699725" y="466367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1811013" y="4382613"/>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332175" y="3703451"/>
            <a:ext cx="2874201" cy="1521816"/>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1232025" y="401702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108888" y="3007538"/>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5365175" y="166613"/>
            <a:ext cx="4058317" cy="1729782"/>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4874550" y="-333462"/>
            <a:ext cx="4130269" cy="1085168"/>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rot="10800000">
            <a:off x="5365175" y="419313"/>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rot="10800000">
            <a:off x="7188788" y="635575"/>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rot="10800000">
            <a:off x="6621274" y="-43579"/>
            <a:ext cx="2874201" cy="1521816"/>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rot="10800000">
            <a:off x="7832875" y="1065963"/>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rot="10800000">
            <a:off x="8890913" y="201065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4"/>
        <p:cNvGrpSpPr/>
        <p:nvPr/>
      </p:nvGrpSpPr>
      <p:grpSpPr>
        <a:xfrm>
          <a:off x="0" y="0"/>
          <a:ext cx="0" cy="0"/>
          <a:chOff x="0" y="0"/>
          <a:chExt cx="0" cy="0"/>
        </a:xfrm>
      </p:grpSpPr>
      <p:sp>
        <p:nvSpPr>
          <p:cNvPr id="45" name="Google Shape;45;p4"/>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6" name="Google Shape;46;p4"/>
          <p:cNvSpPr txBox="1">
            <a:spLocks noGrp="1"/>
          </p:cNvSpPr>
          <p:nvPr>
            <p:ph type="body" idx="1"/>
          </p:nvPr>
        </p:nvSpPr>
        <p:spPr>
          <a:xfrm>
            <a:off x="718675" y="1028700"/>
            <a:ext cx="7706400" cy="35748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Clr>
                <a:srgbClr val="434343"/>
              </a:buClr>
              <a:buSzPts val="1200"/>
              <a:buFont typeface="Anaheim"/>
              <a:buAutoNum type="arabicPeriod"/>
              <a:defRPr sz="1200"/>
            </a:lvl1pPr>
            <a:lvl2pPr marL="914400" lvl="1" indent="-304800">
              <a:spcBef>
                <a:spcPts val="1600"/>
              </a:spcBef>
              <a:spcAft>
                <a:spcPts val="0"/>
              </a:spcAft>
              <a:buClr>
                <a:srgbClr val="434343"/>
              </a:buClr>
              <a:buSzPts val="1200"/>
              <a:buFont typeface="Roboto Condensed Light"/>
              <a:buAutoNum type="alphaLcPeriod"/>
              <a:defRPr/>
            </a:lvl2pPr>
            <a:lvl3pPr marL="1371600" lvl="2" indent="-304800">
              <a:spcBef>
                <a:spcPts val="1600"/>
              </a:spcBef>
              <a:spcAft>
                <a:spcPts val="0"/>
              </a:spcAft>
              <a:buClr>
                <a:srgbClr val="434343"/>
              </a:buClr>
              <a:buSzPts val="1200"/>
              <a:buFont typeface="Roboto Condensed Light"/>
              <a:buAutoNum type="romanLcPeriod"/>
              <a:defRPr/>
            </a:lvl3pPr>
            <a:lvl4pPr marL="1828800" lvl="3" indent="-304800">
              <a:spcBef>
                <a:spcPts val="1600"/>
              </a:spcBef>
              <a:spcAft>
                <a:spcPts val="0"/>
              </a:spcAft>
              <a:buClr>
                <a:srgbClr val="434343"/>
              </a:buClr>
              <a:buSzPts val="1200"/>
              <a:buFont typeface="Roboto Condensed Light"/>
              <a:buAutoNum type="arabicPeriod"/>
              <a:defRPr/>
            </a:lvl4pPr>
            <a:lvl5pPr marL="2286000" lvl="4" indent="-304800">
              <a:spcBef>
                <a:spcPts val="1600"/>
              </a:spcBef>
              <a:spcAft>
                <a:spcPts val="0"/>
              </a:spcAft>
              <a:buClr>
                <a:srgbClr val="434343"/>
              </a:buClr>
              <a:buSzPts val="1200"/>
              <a:buFont typeface="Roboto Condensed Light"/>
              <a:buAutoNum type="alphaLcPeriod"/>
              <a:defRPr/>
            </a:lvl5pPr>
            <a:lvl6pPr marL="2743200" lvl="5" indent="-304800">
              <a:spcBef>
                <a:spcPts val="1600"/>
              </a:spcBef>
              <a:spcAft>
                <a:spcPts val="0"/>
              </a:spcAft>
              <a:buClr>
                <a:srgbClr val="434343"/>
              </a:buClr>
              <a:buSzPts val="1200"/>
              <a:buFont typeface="Roboto Condensed Light"/>
              <a:buAutoNum type="romanLcPeriod"/>
              <a:defRPr/>
            </a:lvl6pPr>
            <a:lvl7pPr marL="3200400" lvl="6" indent="-304800">
              <a:spcBef>
                <a:spcPts val="1600"/>
              </a:spcBef>
              <a:spcAft>
                <a:spcPts val="0"/>
              </a:spcAft>
              <a:buClr>
                <a:srgbClr val="434343"/>
              </a:buClr>
              <a:buSzPts val="1200"/>
              <a:buFont typeface="Roboto Condensed Light"/>
              <a:buAutoNum type="arabicPeriod"/>
              <a:defRPr/>
            </a:lvl7pPr>
            <a:lvl8pPr marL="3657600" lvl="7" indent="-304800">
              <a:spcBef>
                <a:spcPts val="1600"/>
              </a:spcBef>
              <a:spcAft>
                <a:spcPts val="0"/>
              </a:spcAft>
              <a:buClr>
                <a:srgbClr val="434343"/>
              </a:buClr>
              <a:buSzPts val="1200"/>
              <a:buFont typeface="Roboto Condensed Light"/>
              <a:buAutoNum type="alphaLcPeriod"/>
              <a:defRPr/>
            </a:lvl8pPr>
            <a:lvl9pPr marL="4114800" lvl="8" indent="-304800">
              <a:spcBef>
                <a:spcPts val="1600"/>
              </a:spcBef>
              <a:spcAft>
                <a:spcPts val="1600"/>
              </a:spcAft>
              <a:buClr>
                <a:srgbClr val="434343"/>
              </a:buClr>
              <a:buSzPts val="1200"/>
              <a:buFont typeface="Roboto Condensed Light"/>
              <a:buAutoNum type="romanLcPeriod"/>
              <a:defRPr/>
            </a:lvl9pPr>
          </a:lstStyle>
          <a:p>
            <a:endParaRPr/>
          </a:p>
        </p:txBody>
      </p:sp>
      <p:grpSp>
        <p:nvGrpSpPr>
          <p:cNvPr id="47" name="Google Shape;47;p4"/>
          <p:cNvGrpSpPr/>
          <p:nvPr/>
        </p:nvGrpSpPr>
        <p:grpSpPr>
          <a:xfrm flipH="1">
            <a:off x="-129749" y="-116300"/>
            <a:ext cx="2684034" cy="1738163"/>
            <a:chOff x="6654501" y="-116300"/>
            <a:chExt cx="2684034" cy="1738163"/>
          </a:xfrm>
        </p:grpSpPr>
        <p:sp>
          <p:nvSpPr>
            <p:cNvPr id="48" name="Google Shape;48;p4"/>
            <p:cNvSpPr/>
            <p:nvPr/>
          </p:nvSpPr>
          <p:spPr>
            <a:xfrm>
              <a:off x="6654501" y="-116300"/>
              <a:ext cx="2684034" cy="1535681"/>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rot="5400000" flipH="1">
              <a:off x="8050932" y="-354518"/>
              <a:ext cx="808131" cy="1493289"/>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rot="10800000">
              <a:off x="7613850" y="-116300"/>
              <a:ext cx="1724676" cy="736904"/>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7365463" y="107038"/>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8469625" y="775288"/>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8942775" y="1523163"/>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4"/>
          <p:cNvGrpSpPr/>
          <p:nvPr/>
        </p:nvGrpSpPr>
        <p:grpSpPr>
          <a:xfrm>
            <a:off x="6806901" y="-116300"/>
            <a:ext cx="2684034" cy="1738163"/>
            <a:chOff x="6654501" y="-116300"/>
            <a:chExt cx="2684034" cy="1738163"/>
          </a:xfrm>
        </p:grpSpPr>
        <p:sp>
          <p:nvSpPr>
            <p:cNvPr id="55" name="Google Shape;55;p4"/>
            <p:cNvSpPr/>
            <p:nvPr/>
          </p:nvSpPr>
          <p:spPr>
            <a:xfrm>
              <a:off x="6654501" y="-116300"/>
              <a:ext cx="2684034" cy="1535681"/>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rot="5400000" flipH="1">
              <a:off x="8050932" y="-354518"/>
              <a:ext cx="808131" cy="1493289"/>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p:nvPr/>
          </p:nvSpPr>
          <p:spPr>
            <a:xfrm rot="10800000">
              <a:off x="7613850" y="-116300"/>
              <a:ext cx="1724676" cy="736904"/>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7365463" y="107038"/>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8469625" y="775288"/>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8942775" y="1523163"/>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1"/>
        <p:cNvGrpSpPr/>
        <p:nvPr/>
      </p:nvGrpSpPr>
      <p:grpSpPr>
        <a:xfrm>
          <a:off x="0" y="0"/>
          <a:ext cx="0" cy="0"/>
          <a:chOff x="0" y="0"/>
          <a:chExt cx="0" cy="0"/>
        </a:xfrm>
      </p:grpSpPr>
      <p:sp>
        <p:nvSpPr>
          <p:cNvPr id="62" name="Google Shape;62;p5"/>
          <p:cNvSpPr txBox="1">
            <a:spLocks noGrp="1"/>
          </p:cNvSpPr>
          <p:nvPr>
            <p:ph type="subTitle" idx="1"/>
          </p:nvPr>
        </p:nvSpPr>
        <p:spPr>
          <a:xfrm>
            <a:off x="5069450" y="2590588"/>
            <a:ext cx="28848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63" name="Google Shape;63;p5"/>
          <p:cNvSpPr txBox="1">
            <a:spLocks noGrp="1"/>
          </p:cNvSpPr>
          <p:nvPr>
            <p:ph type="subTitle" idx="2"/>
          </p:nvPr>
        </p:nvSpPr>
        <p:spPr>
          <a:xfrm>
            <a:off x="5069400" y="2882600"/>
            <a:ext cx="2884800" cy="78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1600"/>
              </a:spcBef>
              <a:spcAft>
                <a:spcPts val="0"/>
              </a:spcAft>
              <a:buClr>
                <a:schemeClr val="dk1"/>
              </a:buClr>
              <a:buSzPts val="1400"/>
              <a:buNone/>
              <a:defRPr>
                <a:solidFill>
                  <a:schemeClr val="dk1"/>
                </a:solidFill>
              </a:defRPr>
            </a:lvl3pPr>
            <a:lvl4pPr lvl="3" algn="ctr" rtl="0">
              <a:spcBef>
                <a:spcPts val="1600"/>
              </a:spcBef>
              <a:spcAft>
                <a:spcPts val="0"/>
              </a:spcAft>
              <a:buClr>
                <a:schemeClr val="dk1"/>
              </a:buClr>
              <a:buSzPts val="1400"/>
              <a:buNone/>
              <a:defRPr>
                <a:solidFill>
                  <a:schemeClr val="dk1"/>
                </a:solidFill>
              </a:defRPr>
            </a:lvl4pPr>
            <a:lvl5pPr lvl="4" algn="ctr" rtl="0">
              <a:spcBef>
                <a:spcPts val="1600"/>
              </a:spcBef>
              <a:spcAft>
                <a:spcPts val="0"/>
              </a:spcAft>
              <a:buClr>
                <a:schemeClr val="dk1"/>
              </a:buClr>
              <a:buSzPts val="1400"/>
              <a:buNone/>
              <a:defRPr>
                <a:solidFill>
                  <a:schemeClr val="dk1"/>
                </a:solidFill>
              </a:defRPr>
            </a:lvl5pPr>
            <a:lvl6pPr lvl="5" algn="ctr" rtl="0">
              <a:spcBef>
                <a:spcPts val="1600"/>
              </a:spcBef>
              <a:spcAft>
                <a:spcPts val="0"/>
              </a:spcAft>
              <a:buClr>
                <a:schemeClr val="dk1"/>
              </a:buClr>
              <a:buSzPts val="1400"/>
              <a:buNone/>
              <a:defRPr>
                <a:solidFill>
                  <a:schemeClr val="dk1"/>
                </a:solidFill>
              </a:defRPr>
            </a:lvl6pPr>
            <a:lvl7pPr lvl="6" algn="ctr" rtl="0">
              <a:spcBef>
                <a:spcPts val="1600"/>
              </a:spcBef>
              <a:spcAft>
                <a:spcPts val="0"/>
              </a:spcAft>
              <a:buClr>
                <a:schemeClr val="dk1"/>
              </a:buClr>
              <a:buSzPts val="1400"/>
              <a:buNone/>
              <a:defRPr>
                <a:solidFill>
                  <a:schemeClr val="dk1"/>
                </a:solidFill>
              </a:defRPr>
            </a:lvl7pPr>
            <a:lvl8pPr lvl="7" algn="ctr" rtl="0">
              <a:spcBef>
                <a:spcPts val="1600"/>
              </a:spcBef>
              <a:spcAft>
                <a:spcPts val="0"/>
              </a:spcAft>
              <a:buClr>
                <a:schemeClr val="dk1"/>
              </a:buClr>
              <a:buSzPts val="1400"/>
              <a:buNone/>
              <a:defRPr>
                <a:solidFill>
                  <a:schemeClr val="dk1"/>
                </a:solidFill>
              </a:defRPr>
            </a:lvl8pPr>
            <a:lvl9pPr lvl="8" algn="ctr" rtl="0">
              <a:spcBef>
                <a:spcPts val="1600"/>
              </a:spcBef>
              <a:spcAft>
                <a:spcPts val="1600"/>
              </a:spcAft>
              <a:buClr>
                <a:schemeClr val="dk1"/>
              </a:buClr>
              <a:buSzPts val="1400"/>
              <a:buNone/>
              <a:defRPr>
                <a:solidFill>
                  <a:schemeClr val="dk1"/>
                </a:solidFill>
              </a:defRPr>
            </a:lvl9pPr>
          </a:lstStyle>
          <a:p>
            <a:endParaRPr/>
          </a:p>
        </p:txBody>
      </p:sp>
      <p:sp>
        <p:nvSpPr>
          <p:cNvPr id="64" name="Google Shape;64;p5"/>
          <p:cNvSpPr txBox="1">
            <a:spLocks noGrp="1"/>
          </p:cNvSpPr>
          <p:nvPr>
            <p:ph type="subTitle" idx="3"/>
          </p:nvPr>
        </p:nvSpPr>
        <p:spPr>
          <a:xfrm>
            <a:off x="1189788" y="2590588"/>
            <a:ext cx="28848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65" name="Google Shape;65;p5"/>
          <p:cNvSpPr txBox="1">
            <a:spLocks noGrp="1"/>
          </p:cNvSpPr>
          <p:nvPr>
            <p:ph type="subTitle" idx="4"/>
          </p:nvPr>
        </p:nvSpPr>
        <p:spPr>
          <a:xfrm>
            <a:off x="1189800" y="2882600"/>
            <a:ext cx="2884800" cy="78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1600"/>
              </a:spcBef>
              <a:spcAft>
                <a:spcPts val="0"/>
              </a:spcAft>
              <a:buClr>
                <a:schemeClr val="dk1"/>
              </a:buClr>
              <a:buSzPts val="1400"/>
              <a:buNone/>
              <a:defRPr>
                <a:solidFill>
                  <a:schemeClr val="dk1"/>
                </a:solidFill>
              </a:defRPr>
            </a:lvl3pPr>
            <a:lvl4pPr lvl="3" algn="ctr" rtl="0">
              <a:spcBef>
                <a:spcPts val="1600"/>
              </a:spcBef>
              <a:spcAft>
                <a:spcPts val="0"/>
              </a:spcAft>
              <a:buClr>
                <a:schemeClr val="dk1"/>
              </a:buClr>
              <a:buSzPts val="1400"/>
              <a:buNone/>
              <a:defRPr>
                <a:solidFill>
                  <a:schemeClr val="dk1"/>
                </a:solidFill>
              </a:defRPr>
            </a:lvl4pPr>
            <a:lvl5pPr lvl="4" algn="ctr" rtl="0">
              <a:spcBef>
                <a:spcPts val="1600"/>
              </a:spcBef>
              <a:spcAft>
                <a:spcPts val="0"/>
              </a:spcAft>
              <a:buClr>
                <a:schemeClr val="dk1"/>
              </a:buClr>
              <a:buSzPts val="1400"/>
              <a:buNone/>
              <a:defRPr>
                <a:solidFill>
                  <a:schemeClr val="dk1"/>
                </a:solidFill>
              </a:defRPr>
            </a:lvl5pPr>
            <a:lvl6pPr lvl="5" algn="ctr" rtl="0">
              <a:spcBef>
                <a:spcPts val="1600"/>
              </a:spcBef>
              <a:spcAft>
                <a:spcPts val="0"/>
              </a:spcAft>
              <a:buClr>
                <a:schemeClr val="dk1"/>
              </a:buClr>
              <a:buSzPts val="1400"/>
              <a:buNone/>
              <a:defRPr>
                <a:solidFill>
                  <a:schemeClr val="dk1"/>
                </a:solidFill>
              </a:defRPr>
            </a:lvl6pPr>
            <a:lvl7pPr lvl="6" algn="ctr" rtl="0">
              <a:spcBef>
                <a:spcPts val="1600"/>
              </a:spcBef>
              <a:spcAft>
                <a:spcPts val="0"/>
              </a:spcAft>
              <a:buClr>
                <a:schemeClr val="dk1"/>
              </a:buClr>
              <a:buSzPts val="1400"/>
              <a:buNone/>
              <a:defRPr>
                <a:solidFill>
                  <a:schemeClr val="dk1"/>
                </a:solidFill>
              </a:defRPr>
            </a:lvl7pPr>
            <a:lvl8pPr lvl="7" algn="ctr" rtl="0">
              <a:spcBef>
                <a:spcPts val="1600"/>
              </a:spcBef>
              <a:spcAft>
                <a:spcPts val="0"/>
              </a:spcAft>
              <a:buClr>
                <a:schemeClr val="dk1"/>
              </a:buClr>
              <a:buSzPts val="1400"/>
              <a:buNone/>
              <a:defRPr>
                <a:solidFill>
                  <a:schemeClr val="dk1"/>
                </a:solidFill>
              </a:defRPr>
            </a:lvl8pPr>
            <a:lvl9pPr lvl="8" algn="ctr" rtl="0">
              <a:spcBef>
                <a:spcPts val="1600"/>
              </a:spcBef>
              <a:spcAft>
                <a:spcPts val="1600"/>
              </a:spcAft>
              <a:buClr>
                <a:schemeClr val="dk1"/>
              </a:buClr>
              <a:buSzPts val="1400"/>
              <a:buNone/>
              <a:defRPr>
                <a:solidFill>
                  <a:schemeClr val="dk1"/>
                </a:solidFill>
              </a:defRPr>
            </a:lvl9pPr>
          </a:lstStyle>
          <a:p>
            <a:endParaRPr/>
          </a:p>
        </p:txBody>
      </p:sp>
      <p:sp>
        <p:nvSpPr>
          <p:cNvPr id="66" name="Google Shape;66;p5"/>
          <p:cNvSpPr/>
          <p:nvPr/>
        </p:nvSpPr>
        <p:spPr>
          <a:xfrm rot="10376871">
            <a:off x="-495921" y="-203555"/>
            <a:ext cx="4143688" cy="1411694"/>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3812651" y="348974"/>
            <a:ext cx="163500" cy="163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593226" y="838649"/>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4418776" y="63342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2981851" y="250274"/>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flipH="1">
            <a:off x="-201027" y="-164602"/>
            <a:ext cx="3007352" cy="1244123"/>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rot="10800000">
            <a:off x="-259611" y="-297078"/>
            <a:ext cx="2457436" cy="930503"/>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rot="-448972">
            <a:off x="5418223" y="3906226"/>
            <a:ext cx="4114989" cy="1394558"/>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rot="10800000">
            <a:off x="4710711" y="4724448"/>
            <a:ext cx="163500" cy="163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rot="10800000">
            <a:off x="8391336" y="4168473"/>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rot="10800000">
            <a:off x="5390761" y="4168473"/>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rot="10800000">
            <a:off x="6002711" y="4756848"/>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rot="10800000" flipH="1">
            <a:off x="6276637" y="4026301"/>
            <a:ext cx="3007352" cy="1244123"/>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6885137" y="4472397"/>
            <a:ext cx="2457436" cy="930503"/>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0"/>
        <p:cNvGrpSpPr/>
        <p:nvPr/>
      </p:nvGrpSpPr>
      <p:grpSpPr>
        <a:xfrm>
          <a:off x="0" y="0"/>
          <a:ext cx="0" cy="0"/>
          <a:chOff x="0" y="0"/>
          <a:chExt cx="0" cy="0"/>
        </a:xfrm>
      </p:grpSpPr>
      <p:sp>
        <p:nvSpPr>
          <p:cNvPr id="81" name="Google Shape;81;p6"/>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82" name="Google Shape;82;p6"/>
          <p:cNvSpPr/>
          <p:nvPr/>
        </p:nvSpPr>
        <p:spPr>
          <a:xfrm>
            <a:off x="6082076" y="-118290"/>
            <a:ext cx="3204343" cy="1651139"/>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6"/>
          <p:cNvSpPr/>
          <p:nvPr/>
        </p:nvSpPr>
        <p:spPr>
          <a:xfrm rot="10800000">
            <a:off x="6965676" y="-72669"/>
            <a:ext cx="2420522" cy="1034218"/>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6"/>
          <p:cNvSpPr/>
          <p:nvPr/>
        </p:nvSpPr>
        <p:spPr>
          <a:xfrm rot="10484947" flipH="1">
            <a:off x="7999385" y="-411807"/>
            <a:ext cx="1843431" cy="869285"/>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6"/>
          <p:cNvSpPr/>
          <p:nvPr/>
        </p:nvSpPr>
        <p:spPr>
          <a:xfrm rot="10800000">
            <a:off x="7222138" y="45824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6"/>
          <p:cNvSpPr/>
          <p:nvPr/>
        </p:nvSpPr>
        <p:spPr>
          <a:xfrm rot="10800000">
            <a:off x="8177150" y="69715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6"/>
          <p:cNvSpPr/>
          <p:nvPr/>
        </p:nvSpPr>
        <p:spPr>
          <a:xfrm rot="10800000">
            <a:off x="8947925" y="1581934"/>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8"/>
        <p:cNvGrpSpPr/>
        <p:nvPr/>
      </p:nvGrpSpPr>
      <p:grpSpPr>
        <a:xfrm>
          <a:off x="0" y="0"/>
          <a:ext cx="0" cy="0"/>
          <a:chOff x="0" y="0"/>
          <a:chExt cx="0" cy="0"/>
        </a:xfrm>
      </p:grpSpPr>
      <p:sp>
        <p:nvSpPr>
          <p:cNvPr id="89" name="Google Shape;89;p7"/>
          <p:cNvSpPr txBox="1">
            <a:spLocks noGrp="1"/>
          </p:cNvSpPr>
          <p:nvPr>
            <p:ph type="title"/>
          </p:nvPr>
        </p:nvSpPr>
        <p:spPr>
          <a:xfrm>
            <a:off x="707550" y="1922950"/>
            <a:ext cx="4860000" cy="8223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60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90" name="Google Shape;90;p7"/>
          <p:cNvSpPr txBox="1">
            <a:spLocks noGrp="1"/>
          </p:cNvSpPr>
          <p:nvPr>
            <p:ph type="subTitle" idx="1"/>
          </p:nvPr>
        </p:nvSpPr>
        <p:spPr>
          <a:xfrm>
            <a:off x="707650" y="2757125"/>
            <a:ext cx="4860000" cy="491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6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91" name="Google Shape;91;p7"/>
          <p:cNvSpPr/>
          <p:nvPr/>
        </p:nvSpPr>
        <p:spPr>
          <a:xfrm rot="-10667561">
            <a:off x="305871" y="4396335"/>
            <a:ext cx="4818716" cy="780968"/>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7"/>
          <p:cNvSpPr/>
          <p:nvPr/>
        </p:nvSpPr>
        <p:spPr>
          <a:xfrm rot="10800000">
            <a:off x="402459" y="4303597"/>
            <a:ext cx="2393629" cy="966464"/>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7"/>
          <p:cNvSpPr/>
          <p:nvPr/>
        </p:nvSpPr>
        <p:spPr>
          <a:xfrm>
            <a:off x="-272112" y="4159112"/>
            <a:ext cx="2096898" cy="989152"/>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7"/>
          <p:cNvSpPr/>
          <p:nvPr/>
        </p:nvSpPr>
        <p:spPr>
          <a:xfrm>
            <a:off x="5246676" y="4820774"/>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7"/>
          <p:cNvSpPr/>
          <p:nvPr/>
        </p:nvSpPr>
        <p:spPr>
          <a:xfrm>
            <a:off x="402451" y="3952199"/>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7"/>
          <p:cNvSpPr/>
          <p:nvPr/>
        </p:nvSpPr>
        <p:spPr>
          <a:xfrm>
            <a:off x="1153051" y="439062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7"/>
          <p:cNvSpPr/>
          <p:nvPr/>
        </p:nvSpPr>
        <p:spPr>
          <a:xfrm>
            <a:off x="2859751" y="4737474"/>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7"/>
          <p:cNvSpPr/>
          <p:nvPr/>
        </p:nvSpPr>
        <p:spPr>
          <a:xfrm rot="-132439" flipH="1">
            <a:off x="305871" y="-39916"/>
            <a:ext cx="4818716" cy="780968"/>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7"/>
          <p:cNvSpPr/>
          <p:nvPr/>
        </p:nvSpPr>
        <p:spPr>
          <a:xfrm flipH="1">
            <a:off x="402459" y="-132676"/>
            <a:ext cx="2393629" cy="966464"/>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7"/>
          <p:cNvSpPr/>
          <p:nvPr/>
        </p:nvSpPr>
        <p:spPr>
          <a:xfrm rot="10800000" flipH="1">
            <a:off x="-272112" y="-10878"/>
            <a:ext cx="2096898" cy="989152"/>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7"/>
          <p:cNvSpPr/>
          <p:nvPr/>
        </p:nvSpPr>
        <p:spPr>
          <a:xfrm rot="10800000" flipH="1">
            <a:off x="402451" y="1086487"/>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7"/>
          <p:cNvSpPr/>
          <p:nvPr/>
        </p:nvSpPr>
        <p:spPr>
          <a:xfrm rot="10800000" flipH="1">
            <a:off x="1153051" y="648062"/>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7"/>
          <p:cNvSpPr/>
          <p:nvPr/>
        </p:nvSpPr>
        <p:spPr>
          <a:xfrm rot="10800000" flipH="1">
            <a:off x="2859751" y="301212"/>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7"/>
          <p:cNvSpPr/>
          <p:nvPr/>
        </p:nvSpPr>
        <p:spPr>
          <a:xfrm rot="10800000" flipH="1">
            <a:off x="5246676" y="153112"/>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1388100" y="1076025"/>
            <a:ext cx="6367800" cy="28392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9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07" name="Google Shape;107;p8"/>
          <p:cNvSpPr/>
          <p:nvPr/>
        </p:nvSpPr>
        <p:spPr>
          <a:xfrm flipH="1">
            <a:off x="-426404" y="-84700"/>
            <a:ext cx="6890071" cy="880003"/>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8"/>
          <p:cNvSpPr/>
          <p:nvPr/>
        </p:nvSpPr>
        <p:spPr>
          <a:xfrm rot="10800000">
            <a:off x="-294784" y="-365201"/>
            <a:ext cx="3086654" cy="972101"/>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8"/>
          <p:cNvSpPr/>
          <p:nvPr/>
        </p:nvSpPr>
        <p:spPr>
          <a:xfrm rot="-5400147">
            <a:off x="232464" y="-691625"/>
            <a:ext cx="1404839" cy="2093848"/>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8"/>
          <p:cNvSpPr/>
          <p:nvPr/>
        </p:nvSpPr>
        <p:spPr>
          <a:xfrm flipH="1">
            <a:off x="683516" y="606900"/>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8"/>
          <p:cNvSpPr/>
          <p:nvPr/>
        </p:nvSpPr>
        <p:spPr>
          <a:xfrm flipH="1">
            <a:off x="2476066" y="66655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8"/>
          <p:cNvSpPr/>
          <p:nvPr/>
        </p:nvSpPr>
        <p:spPr>
          <a:xfrm flipH="1">
            <a:off x="3173616" y="244725"/>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8"/>
          <p:cNvSpPr/>
          <p:nvPr/>
        </p:nvSpPr>
        <p:spPr>
          <a:xfrm flipH="1">
            <a:off x="6566441" y="273550"/>
            <a:ext cx="163500" cy="163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8"/>
          <p:cNvSpPr/>
          <p:nvPr/>
        </p:nvSpPr>
        <p:spPr>
          <a:xfrm rot="10800000" flipH="1">
            <a:off x="2631095" y="4430364"/>
            <a:ext cx="6890071" cy="880003"/>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8"/>
          <p:cNvSpPr/>
          <p:nvPr/>
        </p:nvSpPr>
        <p:spPr>
          <a:xfrm>
            <a:off x="6302893" y="4618767"/>
            <a:ext cx="3086654" cy="972101"/>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5399853">
            <a:off x="7457460" y="3823444"/>
            <a:ext cx="1404839" cy="2093848"/>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10800000" flipH="1">
            <a:off x="8312846" y="4520067"/>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8"/>
          <p:cNvSpPr/>
          <p:nvPr/>
        </p:nvSpPr>
        <p:spPr>
          <a:xfrm rot="10800000" flipH="1">
            <a:off x="6455196" y="4395617"/>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8"/>
          <p:cNvSpPr/>
          <p:nvPr/>
        </p:nvSpPr>
        <p:spPr>
          <a:xfrm rot="10800000" flipH="1">
            <a:off x="5822746" y="4882242"/>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10800000" flipH="1">
            <a:off x="8749921" y="4232117"/>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10800000" flipH="1">
            <a:off x="2364821" y="4788617"/>
            <a:ext cx="163500" cy="163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flipH="1">
            <a:off x="181341" y="83005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3"/>
        <p:cNvGrpSpPr/>
        <p:nvPr/>
      </p:nvGrpSpPr>
      <p:grpSpPr>
        <a:xfrm>
          <a:off x="0" y="0"/>
          <a:ext cx="0" cy="0"/>
          <a:chOff x="0" y="0"/>
          <a:chExt cx="0" cy="0"/>
        </a:xfrm>
      </p:grpSpPr>
      <p:sp>
        <p:nvSpPr>
          <p:cNvPr id="124" name="Google Shape;124;p9"/>
          <p:cNvSpPr txBox="1">
            <a:spLocks noGrp="1"/>
          </p:cNvSpPr>
          <p:nvPr>
            <p:ph type="title"/>
          </p:nvPr>
        </p:nvSpPr>
        <p:spPr>
          <a:xfrm>
            <a:off x="2141950" y="1922950"/>
            <a:ext cx="4860000" cy="822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5" name="Google Shape;125;p9"/>
          <p:cNvSpPr txBox="1">
            <a:spLocks noGrp="1"/>
          </p:cNvSpPr>
          <p:nvPr>
            <p:ph type="subTitle" idx="1"/>
          </p:nvPr>
        </p:nvSpPr>
        <p:spPr>
          <a:xfrm>
            <a:off x="2142050" y="2757125"/>
            <a:ext cx="4860000" cy="491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solidFill>
                  <a:schemeClr val="dk1"/>
                </a:solidFill>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26" name="Google Shape;126;p9"/>
          <p:cNvSpPr/>
          <p:nvPr/>
        </p:nvSpPr>
        <p:spPr>
          <a:xfrm rot="10800000" flipH="1">
            <a:off x="5365175" y="3285293"/>
            <a:ext cx="4058317" cy="1729782"/>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9"/>
          <p:cNvSpPr/>
          <p:nvPr/>
        </p:nvSpPr>
        <p:spPr>
          <a:xfrm rot="10800000" flipH="1">
            <a:off x="4874550" y="4429982"/>
            <a:ext cx="4130269" cy="1085168"/>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9"/>
          <p:cNvSpPr/>
          <p:nvPr/>
        </p:nvSpPr>
        <p:spPr>
          <a:xfrm flipH="1">
            <a:off x="5365175" y="466367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9"/>
          <p:cNvSpPr/>
          <p:nvPr/>
        </p:nvSpPr>
        <p:spPr>
          <a:xfrm flipH="1">
            <a:off x="7188788" y="4382613"/>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flipH="1">
            <a:off x="6621274" y="3703451"/>
            <a:ext cx="2874201" cy="1521816"/>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9"/>
          <p:cNvSpPr/>
          <p:nvPr/>
        </p:nvSpPr>
        <p:spPr>
          <a:xfrm flipH="1">
            <a:off x="7832875" y="401702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9"/>
          <p:cNvSpPr/>
          <p:nvPr/>
        </p:nvSpPr>
        <p:spPr>
          <a:xfrm flipH="1">
            <a:off x="8890913" y="3007538"/>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9"/>
          <p:cNvSpPr/>
          <p:nvPr/>
        </p:nvSpPr>
        <p:spPr>
          <a:xfrm flipH="1">
            <a:off x="-260192" y="166613"/>
            <a:ext cx="4058317" cy="1729782"/>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9"/>
          <p:cNvSpPr/>
          <p:nvPr/>
        </p:nvSpPr>
        <p:spPr>
          <a:xfrm flipH="1">
            <a:off x="158481" y="-333462"/>
            <a:ext cx="4130269" cy="1085168"/>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9"/>
          <p:cNvSpPr/>
          <p:nvPr/>
        </p:nvSpPr>
        <p:spPr>
          <a:xfrm rot="10800000" flipH="1">
            <a:off x="3699725" y="419313"/>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9"/>
          <p:cNvSpPr/>
          <p:nvPr/>
        </p:nvSpPr>
        <p:spPr>
          <a:xfrm rot="10800000" flipH="1">
            <a:off x="1811013" y="635575"/>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9"/>
          <p:cNvSpPr/>
          <p:nvPr/>
        </p:nvSpPr>
        <p:spPr>
          <a:xfrm rot="10800000" flipH="1">
            <a:off x="-332175" y="-43579"/>
            <a:ext cx="2874201" cy="1521816"/>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9"/>
          <p:cNvSpPr/>
          <p:nvPr/>
        </p:nvSpPr>
        <p:spPr>
          <a:xfrm rot="10800000" flipH="1">
            <a:off x="1232025" y="1065963"/>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9"/>
          <p:cNvSpPr/>
          <p:nvPr/>
        </p:nvSpPr>
        <p:spPr>
          <a:xfrm rot="10800000" flipH="1">
            <a:off x="108888" y="201065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0"/>
        <p:cNvGrpSpPr/>
        <p:nvPr/>
      </p:nvGrpSpPr>
      <p:grpSpPr>
        <a:xfrm>
          <a:off x="0" y="0"/>
          <a:ext cx="0" cy="0"/>
          <a:chOff x="0" y="0"/>
          <a:chExt cx="0" cy="0"/>
        </a:xfrm>
      </p:grpSpPr>
      <p:sp>
        <p:nvSpPr>
          <p:cNvPr id="141" name="Google Shape;141;p10"/>
          <p:cNvSpPr txBox="1">
            <a:spLocks noGrp="1"/>
          </p:cNvSpPr>
          <p:nvPr>
            <p:ph type="body" idx="1"/>
          </p:nvPr>
        </p:nvSpPr>
        <p:spPr>
          <a:xfrm>
            <a:off x="718675" y="540000"/>
            <a:ext cx="3411600" cy="9042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dk1"/>
              </a:buClr>
              <a:buSzPts val="1800"/>
              <a:buNone/>
              <a:defRPr sz="3000" b="1">
                <a:solidFill>
                  <a:schemeClr val="lt1"/>
                </a:solidFill>
                <a:latin typeface="Josefin Sans"/>
                <a:ea typeface="Josefin Sans"/>
                <a:cs typeface="Josefin Sans"/>
                <a:sym typeface="Josefin Sans"/>
              </a:defRPr>
            </a:lvl1pPr>
          </a:lstStyle>
          <a:p>
            <a:endParaRPr/>
          </a:p>
        </p:txBody>
      </p:sp>
      <p:sp>
        <p:nvSpPr>
          <p:cNvPr id="142" name="Google Shape;142;p10"/>
          <p:cNvSpPr/>
          <p:nvPr/>
        </p:nvSpPr>
        <p:spPr>
          <a:xfrm flipH="1">
            <a:off x="3426309" y="3056502"/>
            <a:ext cx="5986869" cy="2127192"/>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0"/>
          <p:cNvSpPr/>
          <p:nvPr/>
        </p:nvSpPr>
        <p:spPr>
          <a:xfrm rot="10800000" flipH="1">
            <a:off x="5737690" y="3381530"/>
            <a:ext cx="3675485" cy="1893812"/>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0"/>
          <p:cNvSpPr/>
          <p:nvPr/>
        </p:nvSpPr>
        <p:spPr>
          <a:xfrm rot="315040">
            <a:off x="7305814" y="4459737"/>
            <a:ext cx="2114446" cy="997085"/>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0"/>
          <p:cNvSpPr/>
          <p:nvPr/>
        </p:nvSpPr>
        <p:spPr>
          <a:xfrm flipH="1">
            <a:off x="5699552" y="4784363"/>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0"/>
          <p:cNvSpPr/>
          <p:nvPr/>
        </p:nvSpPr>
        <p:spPr>
          <a:xfrm flipH="1">
            <a:off x="8043764" y="394317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0"/>
          <p:cNvSpPr/>
          <p:nvPr/>
        </p:nvSpPr>
        <p:spPr>
          <a:xfrm flipH="1">
            <a:off x="8476477" y="3427163"/>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0"/>
          <p:cNvSpPr/>
          <p:nvPr/>
        </p:nvSpPr>
        <p:spPr>
          <a:xfrm flipH="1">
            <a:off x="7442277" y="3557038"/>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49"/>
        <p:cNvGrpSpPr/>
        <p:nvPr/>
      </p:nvGrpSpPr>
      <p:grpSpPr>
        <a:xfrm>
          <a:off x="0" y="0"/>
          <a:ext cx="0" cy="0"/>
          <a:chOff x="0" y="0"/>
          <a:chExt cx="0" cy="0"/>
        </a:xfrm>
      </p:grpSpPr>
      <p:sp>
        <p:nvSpPr>
          <p:cNvPr id="150" name="Google Shape;150;p11"/>
          <p:cNvSpPr txBox="1">
            <a:spLocks noGrp="1"/>
          </p:cNvSpPr>
          <p:nvPr>
            <p:ph type="title" hasCustomPrompt="1"/>
          </p:nvPr>
        </p:nvSpPr>
        <p:spPr>
          <a:xfrm>
            <a:off x="1217350" y="1604400"/>
            <a:ext cx="6709200" cy="14832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51" name="Google Shape;151;p11"/>
          <p:cNvSpPr txBox="1">
            <a:spLocks noGrp="1"/>
          </p:cNvSpPr>
          <p:nvPr>
            <p:ph type="body" idx="1"/>
          </p:nvPr>
        </p:nvSpPr>
        <p:spPr>
          <a:xfrm>
            <a:off x="1668825" y="3087600"/>
            <a:ext cx="5806200" cy="4515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152" name="Google Shape;152;p11"/>
          <p:cNvSpPr/>
          <p:nvPr/>
        </p:nvSpPr>
        <p:spPr>
          <a:xfrm rot="10800000" flipH="1">
            <a:off x="2527149" y="4367365"/>
            <a:ext cx="6890071" cy="880003"/>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a:off x="6198946" y="4555768"/>
            <a:ext cx="3086654" cy="972101"/>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1"/>
          <p:cNvSpPr/>
          <p:nvPr/>
        </p:nvSpPr>
        <p:spPr>
          <a:xfrm rot="-7520738" flipH="1">
            <a:off x="7812289" y="3760467"/>
            <a:ext cx="1404819" cy="2093810"/>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1"/>
          <p:cNvSpPr/>
          <p:nvPr/>
        </p:nvSpPr>
        <p:spPr>
          <a:xfrm flipH="1">
            <a:off x="5018091" y="4725625"/>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7887341" y="4554150"/>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8652966" y="3628775"/>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7477516" y="4367375"/>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1"/>
          <p:cNvSpPr/>
          <p:nvPr/>
        </p:nvSpPr>
        <p:spPr>
          <a:xfrm flipH="1">
            <a:off x="-426404" y="-84700"/>
            <a:ext cx="6890071" cy="880003"/>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1"/>
          <p:cNvSpPr/>
          <p:nvPr/>
        </p:nvSpPr>
        <p:spPr>
          <a:xfrm rot="10800000">
            <a:off x="-294784" y="-365201"/>
            <a:ext cx="3086654" cy="972101"/>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rot="3279262" flipH="1">
            <a:off x="-226292" y="-691608"/>
            <a:ext cx="1404819" cy="2093810"/>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885666" y="606900"/>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1"/>
          <p:cNvSpPr/>
          <p:nvPr/>
        </p:nvSpPr>
        <p:spPr>
          <a:xfrm flipH="1">
            <a:off x="2476066" y="66655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1"/>
          <p:cNvSpPr/>
          <p:nvPr/>
        </p:nvSpPr>
        <p:spPr>
          <a:xfrm flipH="1">
            <a:off x="82941" y="1435200"/>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5"/>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66"/>
        <p:cNvGrpSpPr/>
        <p:nvPr/>
      </p:nvGrpSpPr>
      <p:grpSpPr>
        <a:xfrm>
          <a:off x="0" y="0"/>
          <a:ext cx="0" cy="0"/>
          <a:chOff x="0" y="0"/>
          <a:chExt cx="0" cy="0"/>
        </a:xfrm>
      </p:grpSpPr>
      <p:sp>
        <p:nvSpPr>
          <p:cNvPr id="167" name="Google Shape;167;p13"/>
          <p:cNvSpPr txBox="1">
            <a:spLocks noGrp="1"/>
          </p:cNvSpPr>
          <p:nvPr>
            <p:ph type="title"/>
          </p:nvPr>
        </p:nvSpPr>
        <p:spPr>
          <a:xfrm>
            <a:off x="2727000" y="363275"/>
            <a:ext cx="3690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168" name="Google Shape;168;p13"/>
          <p:cNvSpPr txBox="1">
            <a:spLocks noGrp="1"/>
          </p:cNvSpPr>
          <p:nvPr>
            <p:ph type="subTitle" idx="1"/>
          </p:nvPr>
        </p:nvSpPr>
        <p:spPr>
          <a:xfrm>
            <a:off x="4379650" y="1868975"/>
            <a:ext cx="3830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169" name="Google Shape;169;p13"/>
          <p:cNvSpPr txBox="1">
            <a:spLocks noGrp="1"/>
          </p:cNvSpPr>
          <p:nvPr>
            <p:ph type="subTitle" idx="2"/>
          </p:nvPr>
        </p:nvSpPr>
        <p:spPr>
          <a:xfrm>
            <a:off x="5051588" y="2188088"/>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0" name="Google Shape;170;p13"/>
          <p:cNvSpPr txBox="1">
            <a:spLocks noGrp="1"/>
          </p:cNvSpPr>
          <p:nvPr>
            <p:ph type="subTitle" idx="3"/>
          </p:nvPr>
        </p:nvSpPr>
        <p:spPr>
          <a:xfrm>
            <a:off x="934238" y="1868975"/>
            <a:ext cx="36900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171" name="Google Shape;171;p13"/>
          <p:cNvSpPr txBox="1">
            <a:spLocks noGrp="1"/>
          </p:cNvSpPr>
          <p:nvPr>
            <p:ph type="subTitle" idx="4"/>
          </p:nvPr>
        </p:nvSpPr>
        <p:spPr>
          <a:xfrm>
            <a:off x="1536188" y="2188088"/>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2" name="Google Shape;172;p13"/>
          <p:cNvSpPr txBox="1">
            <a:spLocks noGrp="1"/>
          </p:cNvSpPr>
          <p:nvPr>
            <p:ph type="subTitle" idx="5"/>
          </p:nvPr>
        </p:nvSpPr>
        <p:spPr>
          <a:xfrm>
            <a:off x="4379600" y="3770850"/>
            <a:ext cx="3830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173" name="Google Shape;173;p13"/>
          <p:cNvSpPr txBox="1">
            <a:spLocks noGrp="1"/>
          </p:cNvSpPr>
          <p:nvPr>
            <p:ph type="subTitle" idx="6"/>
          </p:nvPr>
        </p:nvSpPr>
        <p:spPr>
          <a:xfrm>
            <a:off x="5051588" y="408997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4" name="Google Shape;174;p13"/>
          <p:cNvSpPr txBox="1">
            <a:spLocks noGrp="1"/>
          </p:cNvSpPr>
          <p:nvPr>
            <p:ph type="subTitle" idx="7"/>
          </p:nvPr>
        </p:nvSpPr>
        <p:spPr>
          <a:xfrm>
            <a:off x="934238" y="3770850"/>
            <a:ext cx="36900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175" name="Google Shape;175;p13"/>
          <p:cNvSpPr txBox="1">
            <a:spLocks noGrp="1"/>
          </p:cNvSpPr>
          <p:nvPr>
            <p:ph type="subTitle" idx="8"/>
          </p:nvPr>
        </p:nvSpPr>
        <p:spPr>
          <a:xfrm>
            <a:off x="1536188" y="4089975"/>
            <a:ext cx="2486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176" name="Google Shape;176;p13"/>
          <p:cNvSpPr txBox="1">
            <a:spLocks noGrp="1"/>
          </p:cNvSpPr>
          <p:nvPr>
            <p:ph type="title" idx="9" hasCustomPrompt="1"/>
          </p:nvPr>
        </p:nvSpPr>
        <p:spPr>
          <a:xfrm>
            <a:off x="2259638" y="1171113"/>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5000">
                <a:solidFill>
                  <a:schemeClr val="accent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177" name="Google Shape;177;p13"/>
          <p:cNvSpPr txBox="1">
            <a:spLocks noGrp="1"/>
          </p:cNvSpPr>
          <p:nvPr>
            <p:ph type="title" idx="13" hasCustomPrompt="1"/>
          </p:nvPr>
        </p:nvSpPr>
        <p:spPr>
          <a:xfrm>
            <a:off x="5775063" y="1171113"/>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5000">
                <a:solidFill>
                  <a:schemeClr val="accent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178" name="Google Shape;178;p13"/>
          <p:cNvSpPr txBox="1">
            <a:spLocks noGrp="1"/>
          </p:cNvSpPr>
          <p:nvPr>
            <p:ph type="title" idx="14" hasCustomPrompt="1"/>
          </p:nvPr>
        </p:nvSpPr>
        <p:spPr>
          <a:xfrm>
            <a:off x="2259638" y="3071125"/>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5000">
                <a:solidFill>
                  <a:schemeClr val="accent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179" name="Google Shape;179;p13"/>
          <p:cNvSpPr txBox="1">
            <a:spLocks noGrp="1"/>
          </p:cNvSpPr>
          <p:nvPr>
            <p:ph type="title" idx="15" hasCustomPrompt="1"/>
          </p:nvPr>
        </p:nvSpPr>
        <p:spPr>
          <a:xfrm>
            <a:off x="5775063" y="3071125"/>
            <a:ext cx="1039200" cy="66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5000">
                <a:solidFill>
                  <a:schemeClr val="accent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180" name="Google Shape;180;p13"/>
          <p:cNvSpPr/>
          <p:nvPr/>
        </p:nvSpPr>
        <p:spPr>
          <a:xfrm rot="-5267561">
            <a:off x="-2166865" y="2462282"/>
            <a:ext cx="4818716" cy="780968"/>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3"/>
          <p:cNvSpPr/>
          <p:nvPr/>
        </p:nvSpPr>
        <p:spPr>
          <a:xfrm rot="-5400000">
            <a:off x="-954332" y="1253578"/>
            <a:ext cx="2393629" cy="966464"/>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3"/>
          <p:cNvSpPr/>
          <p:nvPr/>
        </p:nvSpPr>
        <p:spPr>
          <a:xfrm rot="5400000">
            <a:off x="-672825" y="419298"/>
            <a:ext cx="2096898" cy="989152"/>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3"/>
          <p:cNvSpPr/>
          <p:nvPr/>
        </p:nvSpPr>
        <p:spPr>
          <a:xfrm rot="5400000">
            <a:off x="121363" y="3132963"/>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3"/>
          <p:cNvSpPr/>
          <p:nvPr/>
        </p:nvSpPr>
        <p:spPr>
          <a:xfrm rot="5400000">
            <a:off x="993813" y="264713"/>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3"/>
          <p:cNvSpPr/>
          <p:nvPr/>
        </p:nvSpPr>
        <p:spPr>
          <a:xfrm rot="5400000">
            <a:off x="540138" y="1290438"/>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3"/>
          <p:cNvSpPr/>
          <p:nvPr/>
        </p:nvSpPr>
        <p:spPr>
          <a:xfrm rot="5400000">
            <a:off x="441438" y="2700513"/>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3"/>
          <p:cNvSpPr/>
          <p:nvPr/>
        </p:nvSpPr>
        <p:spPr>
          <a:xfrm rot="5532439">
            <a:off x="6598811" y="1897536"/>
            <a:ext cx="4818716" cy="780968"/>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3"/>
          <p:cNvSpPr/>
          <p:nvPr/>
        </p:nvSpPr>
        <p:spPr>
          <a:xfrm rot="5400000">
            <a:off x="7811366" y="2920743"/>
            <a:ext cx="2393629" cy="966464"/>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3"/>
          <p:cNvSpPr/>
          <p:nvPr/>
        </p:nvSpPr>
        <p:spPr>
          <a:xfrm rot="-5400000">
            <a:off x="7826590" y="3732336"/>
            <a:ext cx="2096898" cy="989152"/>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3"/>
          <p:cNvSpPr/>
          <p:nvPr/>
        </p:nvSpPr>
        <p:spPr>
          <a:xfrm rot="-5400000">
            <a:off x="8965800" y="1844324"/>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3"/>
          <p:cNvSpPr/>
          <p:nvPr/>
        </p:nvSpPr>
        <p:spPr>
          <a:xfrm rot="-5400000">
            <a:off x="8612125" y="375164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3"/>
          <p:cNvSpPr/>
          <p:nvPr/>
        </p:nvSpPr>
        <p:spPr>
          <a:xfrm rot="-5400000">
            <a:off x="8710825" y="234157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3"/>
          <p:cNvSpPr/>
          <p:nvPr/>
        </p:nvSpPr>
        <p:spPr>
          <a:xfrm rot="-5400000">
            <a:off x="8158450" y="4777374"/>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42">
    <p:spTree>
      <p:nvGrpSpPr>
        <p:cNvPr id="1" name="Shape 194"/>
        <p:cNvGrpSpPr/>
        <p:nvPr/>
      </p:nvGrpSpPr>
      <p:grpSpPr>
        <a:xfrm>
          <a:off x="0" y="0"/>
          <a:ext cx="0" cy="0"/>
          <a:chOff x="0" y="0"/>
          <a:chExt cx="0" cy="0"/>
        </a:xfrm>
      </p:grpSpPr>
      <p:sp>
        <p:nvSpPr>
          <p:cNvPr id="195" name="Google Shape;195;p14"/>
          <p:cNvSpPr txBox="1">
            <a:spLocks noGrp="1"/>
          </p:cNvSpPr>
          <p:nvPr>
            <p:ph type="title" hasCustomPrompt="1"/>
          </p:nvPr>
        </p:nvSpPr>
        <p:spPr>
          <a:xfrm>
            <a:off x="2515413" y="2611248"/>
            <a:ext cx="1594800" cy="690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000"/>
              <a:buNone/>
              <a:defRPr>
                <a:solidFill>
                  <a:schemeClr val="dk1"/>
                </a:solidFill>
              </a:defRPr>
            </a:lvl1pPr>
            <a:lvl2pPr lvl="1" algn="ctr" rtl="0">
              <a:spcBef>
                <a:spcPts val="0"/>
              </a:spcBef>
              <a:spcAft>
                <a:spcPts val="0"/>
              </a:spcAft>
              <a:buClr>
                <a:schemeClr val="dk1"/>
              </a:buClr>
              <a:buSzPts val="3000"/>
              <a:buNone/>
              <a:defRPr>
                <a:solidFill>
                  <a:schemeClr val="dk1"/>
                </a:solidFill>
              </a:defRPr>
            </a:lvl2pPr>
            <a:lvl3pPr lvl="2" algn="ctr" rtl="0">
              <a:spcBef>
                <a:spcPts val="0"/>
              </a:spcBef>
              <a:spcAft>
                <a:spcPts val="0"/>
              </a:spcAft>
              <a:buClr>
                <a:schemeClr val="dk1"/>
              </a:buClr>
              <a:buSzPts val="3000"/>
              <a:buNone/>
              <a:defRPr>
                <a:solidFill>
                  <a:schemeClr val="dk1"/>
                </a:solidFill>
              </a:defRPr>
            </a:lvl3pPr>
            <a:lvl4pPr lvl="3" algn="ctr" rtl="0">
              <a:spcBef>
                <a:spcPts val="0"/>
              </a:spcBef>
              <a:spcAft>
                <a:spcPts val="0"/>
              </a:spcAft>
              <a:buClr>
                <a:schemeClr val="dk1"/>
              </a:buClr>
              <a:buSzPts val="3000"/>
              <a:buNone/>
              <a:defRPr>
                <a:solidFill>
                  <a:schemeClr val="dk1"/>
                </a:solidFill>
              </a:defRPr>
            </a:lvl4pPr>
            <a:lvl5pPr lvl="4" algn="ctr" rtl="0">
              <a:spcBef>
                <a:spcPts val="0"/>
              </a:spcBef>
              <a:spcAft>
                <a:spcPts val="0"/>
              </a:spcAft>
              <a:buClr>
                <a:schemeClr val="dk1"/>
              </a:buClr>
              <a:buSzPts val="3000"/>
              <a:buNone/>
              <a:defRPr>
                <a:solidFill>
                  <a:schemeClr val="dk1"/>
                </a:solidFill>
              </a:defRPr>
            </a:lvl5pPr>
            <a:lvl6pPr lvl="5" algn="ctr" rtl="0">
              <a:spcBef>
                <a:spcPts val="0"/>
              </a:spcBef>
              <a:spcAft>
                <a:spcPts val="0"/>
              </a:spcAft>
              <a:buClr>
                <a:schemeClr val="dk1"/>
              </a:buClr>
              <a:buSzPts val="3000"/>
              <a:buNone/>
              <a:defRPr>
                <a:solidFill>
                  <a:schemeClr val="dk1"/>
                </a:solidFill>
              </a:defRPr>
            </a:lvl6pPr>
            <a:lvl7pPr lvl="6" algn="ctr" rtl="0">
              <a:spcBef>
                <a:spcPts val="0"/>
              </a:spcBef>
              <a:spcAft>
                <a:spcPts val="0"/>
              </a:spcAft>
              <a:buClr>
                <a:schemeClr val="dk1"/>
              </a:buClr>
              <a:buSzPts val="3000"/>
              <a:buNone/>
              <a:defRPr>
                <a:solidFill>
                  <a:schemeClr val="dk1"/>
                </a:solidFill>
              </a:defRPr>
            </a:lvl7pPr>
            <a:lvl8pPr lvl="7" algn="ctr" rtl="0">
              <a:spcBef>
                <a:spcPts val="0"/>
              </a:spcBef>
              <a:spcAft>
                <a:spcPts val="0"/>
              </a:spcAft>
              <a:buClr>
                <a:schemeClr val="dk1"/>
              </a:buClr>
              <a:buSzPts val="3000"/>
              <a:buNone/>
              <a:defRPr>
                <a:solidFill>
                  <a:schemeClr val="dk1"/>
                </a:solidFill>
              </a:defRPr>
            </a:lvl8pPr>
            <a:lvl9pPr lvl="8" algn="ctr" rtl="0">
              <a:spcBef>
                <a:spcPts val="0"/>
              </a:spcBef>
              <a:spcAft>
                <a:spcPts val="0"/>
              </a:spcAft>
              <a:buClr>
                <a:schemeClr val="dk1"/>
              </a:buClr>
              <a:buSzPts val="3000"/>
              <a:buNone/>
              <a:defRPr>
                <a:solidFill>
                  <a:schemeClr val="dk1"/>
                </a:solidFill>
              </a:defRPr>
            </a:lvl9pPr>
          </a:lstStyle>
          <a:p>
            <a:r>
              <a:t>xx%</a:t>
            </a:r>
          </a:p>
        </p:txBody>
      </p:sp>
      <p:sp>
        <p:nvSpPr>
          <p:cNvPr id="196" name="Google Shape;196;p14"/>
          <p:cNvSpPr txBox="1">
            <a:spLocks noGrp="1"/>
          </p:cNvSpPr>
          <p:nvPr>
            <p:ph type="title" idx="2" hasCustomPrompt="1"/>
          </p:nvPr>
        </p:nvSpPr>
        <p:spPr>
          <a:xfrm>
            <a:off x="5033788" y="2611248"/>
            <a:ext cx="1594800" cy="690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000"/>
              <a:buNone/>
              <a:defRPr>
                <a:solidFill>
                  <a:schemeClr val="dk1"/>
                </a:solidFill>
              </a:defRPr>
            </a:lvl1pPr>
            <a:lvl2pPr lvl="1" algn="ctr" rtl="0">
              <a:spcBef>
                <a:spcPts val="0"/>
              </a:spcBef>
              <a:spcAft>
                <a:spcPts val="0"/>
              </a:spcAft>
              <a:buClr>
                <a:schemeClr val="dk1"/>
              </a:buClr>
              <a:buSzPts val="3000"/>
              <a:buNone/>
              <a:defRPr>
                <a:solidFill>
                  <a:schemeClr val="dk1"/>
                </a:solidFill>
              </a:defRPr>
            </a:lvl2pPr>
            <a:lvl3pPr lvl="2" algn="ctr" rtl="0">
              <a:spcBef>
                <a:spcPts val="0"/>
              </a:spcBef>
              <a:spcAft>
                <a:spcPts val="0"/>
              </a:spcAft>
              <a:buClr>
                <a:schemeClr val="dk1"/>
              </a:buClr>
              <a:buSzPts val="3000"/>
              <a:buNone/>
              <a:defRPr>
                <a:solidFill>
                  <a:schemeClr val="dk1"/>
                </a:solidFill>
              </a:defRPr>
            </a:lvl3pPr>
            <a:lvl4pPr lvl="3" algn="ctr" rtl="0">
              <a:spcBef>
                <a:spcPts val="0"/>
              </a:spcBef>
              <a:spcAft>
                <a:spcPts val="0"/>
              </a:spcAft>
              <a:buClr>
                <a:schemeClr val="dk1"/>
              </a:buClr>
              <a:buSzPts val="3000"/>
              <a:buNone/>
              <a:defRPr>
                <a:solidFill>
                  <a:schemeClr val="dk1"/>
                </a:solidFill>
              </a:defRPr>
            </a:lvl4pPr>
            <a:lvl5pPr lvl="4" algn="ctr" rtl="0">
              <a:spcBef>
                <a:spcPts val="0"/>
              </a:spcBef>
              <a:spcAft>
                <a:spcPts val="0"/>
              </a:spcAft>
              <a:buClr>
                <a:schemeClr val="dk1"/>
              </a:buClr>
              <a:buSzPts val="3000"/>
              <a:buNone/>
              <a:defRPr>
                <a:solidFill>
                  <a:schemeClr val="dk1"/>
                </a:solidFill>
              </a:defRPr>
            </a:lvl5pPr>
            <a:lvl6pPr lvl="5" algn="ctr" rtl="0">
              <a:spcBef>
                <a:spcPts val="0"/>
              </a:spcBef>
              <a:spcAft>
                <a:spcPts val="0"/>
              </a:spcAft>
              <a:buClr>
                <a:schemeClr val="dk1"/>
              </a:buClr>
              <a:buSzPts val="3000"/>
              <a:buNone/>
              <a:defRPr>
                <a:solidFill>
                  <a:schemeClr val="dk1"/>
                </a:solidFill>
              </a:defRPr>
            </a:lvl6pPr>
            <a:lvl7pPr lvl="6" algn="ctr" rtl="0">
              <a:spcBef>
                <a:spcPts val="0"/>
              </a:spcBef>
              <a:spcAft>
                <a:spcPts val="0"/>
              </a:spcAft>
              <a:buClr>
                <a:schemeClr val="dk1"/>
              </a:buClr>
              <a:buSzPts val="3000"/>
              <a:buNone/>
              <a:defRPr>
                <a:solidFill>
                  <a:schemeClr val="dk1"/>
                </a:solidFill>
              </a:defRPr>
            </a:lvl7pPr>
            <a:lvl8pPr lvl="7" algn="ctr" rtl="0">
              <a:spcBef>
                <a:spcPts val="0"/>
              </a:spcBef>
              <a:spcAft>
                <a:spcPts val="0"/>
              </a:spcAft>
              <a:buClr>
                <a:schemeClr val="dk1"/>
              </a:buClr>
              <a:buSzPts val="3000"/>
              <a:buNone/>
              <a:defRPr>
                <a:solidFill>
                  <a:schemeClr val="dk1"/>
                </a:solidFill>
              </a:defRPr>
            </a:lvl8pPr>
            <a:lvl9pPr lvl="8" algn="ctr" rtl="0">
              <a:spcBef>
                <a:spcPts val="0"/>
              </a:spcBef>
              <a:spcAft>
                <a:spcPts val="0"/>
              </a:spcAft>
              <a:buClr>
                <a:schemeClr val="dk1"/>
              </a:buClr>
              <a:buSzPts val="3000"/>
              <a:buNone/>
              <a:defRPr>
                <a:solidFill>
                  <a:schemeClr val="dk1"/>
                </a:solidFill>
              </a:defRPr>
            </a:lvl9pPr>
          </a:lstStyle>
          <a:p>
            <a:r>
              <a:t>xx%</a:t>
            </a:r>
          </a:p>
        </p:txBody>
      </p:sp>
      <p:sp>
        <p:nvSpPr>
          <p:cNvPr id="197" name="Google Shape;197;p14"/>
          <p:cNvSpPr txBox="1">
            <a:spLocks noGrp="1"/>
          </p:cNvSpPr>
          <p:nvPr>
            <p:ph type="subTitle" idx="1"/>
          </p:nvPr>
        </p:nvSpPr>
        <p:spPr>
          <a:xfrm>
            <a:off x="718800" y="1641600"/>
            <a:ext cx="2669700" cy="3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1pPr>
            <a:lvl2pPr lvl="1"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2pPr>
            <a:lvl3pPr lvl="2"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3pPr>
            <a:lvl4pPr lvl="3"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4pPr>
            <a:lvl5pPr lvl="4"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5pPr>
            <a:lvl6pPr lvl="5"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6pPr>
            <a:lvl7pPr lvl="6"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7pPr>
            <a:lvl8pPr lvl="7"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8pPr>
            <a:lvl9pPr lvl="8" rtl="0">
              <a:lnSpc>
                <a:spcPct val="100000"/>
              </a:lnSpc>
              <a:spcBef>
                <a:spcPts val="1600"/>
              </a:spcBef>
              <a:spcAft>
                <a:spcPts val="1600"/>
              </a:spcAft>
              <a:buClr>
                <a:schemeClr val="dk1"/>
              </a:buClr>
              <a:buSzPts val="2700"/>
              <a:buFont typeface="Josefin Sans"/>
              <a:buNone/>
              <a:defRPr sz="2700" b="1">
                <a:solidFill>
                  <a:schemeClr val="dk1"/>
                </a:solidFill>
                <a:latin typeface="Josefin Sans"/>
                <a:ea typeface="Josefin Sans"/>
                <a:cs typeface="Josefin Sans"/>
                <a:sym typeface="Josefin Sans"/>
              </a:defRPr>
            </a:lvl9pPr>
          </a:lstStyle>
          <a:p>
            <a:endParaRPr/>
          </a:p>
        </p:txBody>
      </p:sp>
      <p:sp>
        <p:nvSpPr>
          <p:cNvPr id="198" name="Google Shape;198;p14"/>
          <p:cNvSpPr txBox="1">
            <a:spLocks noGrp="1"/>
          </p:cNvSpPr>
          <p:nvPr>
            <p:ph type="subTitle" idx="3"/>
          </p:nvPr>
        </p:nvSpPr>
        <p:spPr>
          <a:xfrm>
            <a:off x="872525" y="2156600"/>
            <a:ext cx="2362200" cy="684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99" name="Google Shape;199;p14"/>
          <p:cNvSpPr txBox="1">
            <a:spLocks noGrp="1"/>
          </p:cNvSpPr>
          <p:nvPr>
            <p:ph type="subTitle" idx="4"/>
          </p:nvPr>
        </p:nvSpPr>
        <p:spPr>
          <a:xfrm>
            <a:off x="3237150" y="1641600"/>
            <a:ext cx="2669700" cy="3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1pPr>
            <a:lvl2pPr lvl="1"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2pPr>
            <a:lvl3pPr lvl="2"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3pPr>
            <a:lvl4pPr lvl="3"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4pPr>
            <a:lvl5pPr lvl="4"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5pPr>
            <a:lvl6pPr lvl="5"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6pPr>
            <a:lvl7pPr lvl="6"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7pPr>
            <a:lvl8pPr lvl="7"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8pPr>
            <a:lvl9pPr lvl="8" rtl="0">
              <a:lnSpc>
                <a:spcPct val="100000"/>
              </a:lnSpc>
              <a:spcBef>
                <a:spcPts val="1600"/>
              </a:spcBef>
              <a:spcAft>
                <a:spcPts val="1600"/>
              </a:spcAft>
              <a:buClr>
                <a:schemeClr val="dk1"/>
              </a:buClr>
              <a:buSzPts val="2700"/>
              <a:buFont typeface="Josefin Sans"/>
              <a:buNone/>
              <a:defRPr sz="2700" b="1">
                <a:solidFill>
                  <a:schemeClr val="dk1"/>
                </a:solidFill>
                <a:latin typeface="Josefin Sans"/>
                <a:ea typeface="Josefin Sans"/>
                <a:cs typeface="Josefin Sans"/>
                <a:sym typeface="Josefin Sans"/>
              </a:defRPr>
            </a:lvl9pPr>
          </a:lstStyle>
          <a:p>
            <a:endParaRPr/>
          </a:p>
        </p:txBody>
      </p:sp>
      <p:sp>
        <p:nvSpPr>
          <p:cNvPr id="200" name="Google Shape;200;p14"/>
          <p:cNvSpPr txBox="1">
            <a:spLocks noGrp="1"/>
          </p:cNvSpPr>
          <p:nvPr>
            <p:ph type="subTitle" idx="5"/>
          </p:nvPr>
        </p:nvSpPr>
        <p:spPr>
          <a:xfrm>
            <a:off x="3390900" y="2156620"/>
            <a:ext cx="2362200" cy="684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01" name="Google Shape;201;p14"/>
          <p:cNvSpPr txBox="1">
            <a:spLocks noGrp="1"/>
          </p:cNvSpPr>
          <p:nvPr>
            <p:ph type="subTitle" idx="6"/>
          </p:nvPr>
        </p:nvSpPr>
        <p:spPr>
          <a:xfrm>
            <a:off x="5755500" y="1641600"/>
            <a:ext cx="2669700" cy="3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1pPr>
            <a:lvl2pPr lvl="1"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2pPr>
            <a:lvl3pPr lvl="2"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3pPr>
            <a:lvl4pPr lvl="3"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4pPr>
            <a:lvl5pPr lvl="4"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5pPr>
            <a:lvl6pPr lvl="5"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6pPr>
            <a:lvl7pPr lvl="6"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7pPr>
            <a:lvl8pPr lvl="7"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8pPr>
            <a:lvl9pPr lvl="8" rtl="0">
              <a:lnSpc>
                <a:spcPct val="100000"/>
              </a:lnSpc>
              <a:spcBef>
                <a:spcPts val="1600"/>
              </a:spcBef>
              <a:spcAft>
                <a:spcPts val="1600"/>
              </a:spcAft>
              <a:buClr>
                <a:schemeClr val="dk1"/>
              </a:buClr>
              <a:buSzPts val="2700"/>
              <a:buFont typeface="Josefin Sans"/>
              <a:buNone/>
              <a:defRPr sz="2700" b="1">
                <a:solidFill>
                  <a:schemeClr val="dk1"/>
                </a:solidFill>
                <a:latin typeface="Josefin Sans"/>
                <a:ea typeface="Josefin Sans"/>
                <a:cs typeface="Josefin Sans"/>
                <a:sym typeface="Josefin Sans"/>
              </a:defRPr>
            </a:lvl9pPr>
          </a:lstStyle>
          <a:p>
            <a:endParaRPr/>
          </a:p>
        </p:txBody>
      </p:sp>
      <p:sp>
        <p:nvSpPr>
          <p:cNvPr id="202" name="Google Shape;202;p14"/>
          <p:cNvSpPr txBox="1">
            <a:spLocks noGrp="1"/>
          </p:cNvSpPr>
          <p:nvPr>
            <p:ph type="subTitle" idx="7"/>
          </p:nvPr>
        </p:nvSpPr>
        <p:spPr>
          <a:xfrm>
            <a:off x="5888425" y="2156600"/>
            <a:ext cx="2362200" cy="684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03" name="Google Shape;203;p14"/>
          <p:cNvSpPr txBox="1">
            <a:spLocks noGrp="1"/>
          </p:cNvSpPr>
          <p:nvPr>
            <p:ph type="subTitle" idx="8"/>
          </p:nvPr>
        </p:nvSpPr>
        <p:spPr>
          <a:xfrm>
            <a:off x="1766775" y="3105100"/>
            <a:ext cx="3092100" cy="3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1pPr>
            <a:lvl2pPr lvl="1"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2pPr>
            <a:lvl3pPr lvl="2"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3pPr>
            <a:lvl4pPr lvl="3"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4pPr>
            <a:lvl5pPr lvl="4"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5pPr>
            <a:lvl6pPr lvl="5"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6pPr>
            <a:lvl7pPr lvl="6"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7pPr>
            <a:lvl8pPr lvl="7"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8pPr>
            <a:lvl9pPr lvl="8" rtl="0">
              <a:lnSpc>
                <a:spcPct val="100000"/>
              </a:lnSpc>
              <a:spcBef>
                <a:spcPts val="1600"/>
              </a:spcBef>
              <a:spcAft>
                <a:spcPts val="1600"/>
              </a:spcAft>
              <a:buClr>
                <a:schemeClr val="dk1"/>
              </a:buClr>
              <a:buSzPts val="2700"/>
              <a:buFont typeface="Josefin Sans"/>
              <a:buNone/>
              <a:defRPr sz="2700" b="1">
                <a:solidFill>
                  <a:schemeClr val="dk1"/>
                </a:solidFill>
                <a:latin typeface="Josefin Sans"/>
                <a:ea typeface="Josefin Sans"/>
                <a:cs typeface="Josefin Sans"/>
                <a:sym typeface="Josefin Sans"/>
              </a:defRPr>
            </a:lvl9pPr>
          </a:lstStyle>
          <a:p>
            <a:endParaRPr/>
          </a:p>
        </p:txBody>
      </p:sp>
      <p:sp>
        <p:nvSpPr>
          <p:cNvPr id="204" name="Google Shape;204;p14"/>
          <p:cNvSpPr txBox="1">
            <a:spLocks noGrp="1"/>
          </p:cNvSpPr>
          <p:nvPr>
            <p:ph type="subTitle" idx="9"/>
          </p:nvPr>
        </p:nvSpPr>
        <p:spPr>
          <a:xfrm>
            <a:off x="2131725" y="3620120"/>
            <a:ext cx="2362200" cy="684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05" name="Google Shape;205;p14"/>
          <p:cNvSpPr txBox="1">
            <a:spLocks noGrp="1"/>
          </p:cNvSpPr>
          <p:nvPr>
            <p:ph type="subTitle" idx="13"/>
          </p:nvPr>
        </p:nvSpPr>
        <p:spPr>
          <a:xfrm>
            <a:off x="4496350" y="3105100"/>
            <a:ext cx="2669700" cy="3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1pPr>
            <a:lvl2pPr lvl="1"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2pPr>
            <a:lvl3pPr lvl="2"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3pPr>
            <a:lvl4pPr lvl="3"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4pPr>
            <a:lvl5pPr lvl="4"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5pPr>
            <a:lvl6pPr lvl="5"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6pPr>
            <a:lvl7pPr lvl="6"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7pPr>
            <a:lvl8pPr lvl="7" rtl="0">
              <a:lnSpc>
                <a:spcPct val="100000"/>
              </a:lnSpc>
              <a:spcBef>
                <a:spcPts val="1600"/>
              </a:spcBef>
              <a:spcAft>
                <a:spcPts val="0"/>
              </a:spcAft>
              <a:buClr>
                <a:schemeClr val="dk1"/>
              </a:buClr>
              <a:buSzPts val="2700"/>
              <a:buFont typeface="Josefin Sans"/>
              <a:buNone/>
              <a:defRPr sz="2700" b="1">
                <a:solidFill>
                  <a:schemeClr val="dk1"/>
                </a:solidFill>
                <a:latin typeface="Josefin Sans"/>
                <a:ea typeface="Josefin Sans"/>
                <a:cs typeface="Josefin Sans"/>
                <a:sym typeface="Josefin Sans"/>
              </a:defRPr>
            </a:lvl8pPr>
            <a:lvl9pPr lvl="8" rtl="0">
              <a:lnSpc>
                <a:spcPct val="100000"/>
              </a:lnSpc>
              <a:spcBef>
                <a:spcPts val="1600"/>
              </a:spcBef>
              <a:spcAft>
                <a:spcPts val="1600"/>
              </a:spcAft>
              <a:buClr>
                <a:schemeClr val="dk1"/>
              </a:buClr>
              <a:buSzPts val="2700"/>
              <a:buFont typeface="Josefin Sans"/>
              <a:buNone/>
              <a:defRPr sz="2700" b="1">
                <a:solidFill>
                  <a:schemeClr val="dk1"/>
                </a:solidFill>
                <a:latin typeface="Josefin Sans"/>
                <a:ea typeface="Josefin Sans"/>
                <a:cs typeface="Josefin Sans"/>
                <a:sym typeface="Josefin Sans"/>
              </a:defRPr>
            </a:lvl9pPr>
          </a:lstStyle>
          <a:p>
            <a:endParaRPr/>
          </a:p>
        </p:txBody>
      </p:sp>
      <p:sp>
        <p:nvSpPr>
          <p:cNvPr id="206" name="Google Shape;206;p14"/>
          <p:cNvSpPr txBox="1">
            <a:spLocks noGrp="1"/>
          </p:cNvSpPr>
          <p:nvPr>
            <p:ph type="subTitle" idx="14"/>
          </p:nvPr>
        </p:nvSpPr>
        <p:spPr>
          <a:xfrm>
            <a:off x="4650100" y="3620100"/>
            <a:ext cx="2362200" cy="684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207" name="Google Shape;207;p14"/>
          <p:cNvSpPr txBox="1">
            <a:spLocks noGrp="1"/>
          </p:cNvSpPr>
          <p:nvPr>
            <p:ph type="title" idx="15" hasCustomPrompt="1"/>
          </p:nvPr>
        </p:nvSpPr>
        <p:spPr>
          <a:xfrm>
            <a:off x="1256225" y="1132242"/>
            <a:ext cx="1594800" cy="690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000"/>
              <a:buNone/>
              <a:defRPr>
                <a:solidFill>
                  <a:schemeClr val="dk1"/>
                </a:solidFill>
              </a:defRPr>
            </a:lvl1pPr>
            <a:lvl2pPr lvl="1" algn="ctr" rtl="0">
              <a:spcBef>
                <a:spcPts val="0"/>
              </a:spcBef>
              <a:spcAft>
                <a:spcPts val="0"/>
              </a:spcAft>
              <a:buClr>
                <a:schemeClr val="dk1"/>
              </a:buClr>
              <a:buSzPts val="3000"/>
              <a:buNone/>
              <a:defRPr>
                <a:solidFill>
                  <a:schemeClr val="dk1"/>
                </a:solidFill>
              </a:defRPr>
            </a:lvl2pPr>
            <a:lvl3pPr lvl="2" algn="ctr" rtl="0">
              <a:spcBef>
                <a:spcPts val="0"/>
              </a:spcBef>
              <a:spcAft>
                <a:spcPts val="0"/>
              </a:spcAft>
              <a:buClr>
                <a:schemeClr val="dk1"/>
              </a:buClr>
              <a:buSzPts val="3000"/>
              <a:buNone/>
              <a:defRPr>
                <a:solidFill>
                  <a:schemeClr val="dk1"/>
                </a:solidFill>
              </a:defRPr>
            </a:lvl3pPr>
            <a:lvl4pPr lvl="3" algn="ctr" rtl="0">
              <a:spcBef>
                <a:spcPts val="0"/>
              </a:spcBef>
              <a:spcAft>
                <a:spcPts val="0"/>
              </a:spcAft>
              <a:buClr>
                <a:schemeClr val="dk1"/>
              </a:buClr>
              <a:buSzPts val="3000"/>
              <a:buNone/>
              <a:defRPr>
                <a:solidFill>
                  <a:schemeClr val="dk1"/>
                </a:solidFill>
              </a:defRPr>
            </a:lvl4pPr>
            <a:lvl5pPr lvl="4" algn="ctr" rtl="0">
              <a:spcBef>
                <a:spcPts val="0"/>
              </a:spcBef>
              <a:spcAft>
                <a:spcPts val="0"/>
              </a:spcAft>
              <a:buClr>
                <a:schemeClr val="dk1"/>
              </a:buClr>
              <a:buSzPts val="3000"/>
              <a:buNone/>
              <a:defRPr>
                <a:solidFill>
                  <a:schemeClr val="dk1"/>
                </a:solidFill>
              </a:defRPr>
            </a:lvl5pPr>
            <a:lvl6pPr lvl="5" algn="ctr" rtl="0">
              <a:spcBef>
                <a:spcPts val="0"/>
              </a:spcBef>
              <a:spcAft>
                <a:spcPts val="0"/>
              </a:spcAft>
              <a:buClr>
                <a:schemeClr val="dk1"/>
              </a:buClr>
              <a:buSzPts val="3000"/>
              <a:buNone/>
              <a:defRPr>
                <a:solidFill>
                  <a:schemeClr val="dk1"/>
                </a:solidFill>
              </a:defRPr>
            </a:lvl6pPr>
            <a:lvl7pPr lvl="6" algn="ctr" rtl="0">
              <a:spcBef>
                <a:spcPts val="0"/>
              </a:spcBef>
              <a:spcAft>
                <a:spcPts val="0"/>
              </a:spcAft>
              <a:buClr>
                <a:schemeClr val="dk1"/>
              </a:buClr>
              <a:buSzPts val="3000"/>
              <a:buNone/>
              <a:defRPr>
                <a:solidFill>
                  <a:schemeClr val="dk1"/>
                </a:solidFill>
              </a:defRPr>
            </a:lvl7pPr>
            <a:lvl8pPr lvl="7" algn="ctr" rtl="0">
              <a:spcBef>
                <a:spcPts val="0"/>
              </a:spcBef>
              <a:spcAft>
                <a:spcPts val="0"/>
              </a:spcAft>
              <a:buClr>
                <a:schemeClr val="dk1"/>
              </a:buClr>
              <a:buSzPts val="3000"/>
              <a:buNone/>
              <a:defRPr>
                <a:solidFill>
                  <a:schemeClr val="dk1"/>
                </a:solidFill>
              </a:defRPr>
            </a:lvl8pPr>
            <a:lvl9pPr lvl="8" algn="ctr" rtl="0">
              <a:spcBef>
                <a:spcPts val="0"/>
              </a:spcBef>
              <a:spcAft>
                <a:spcPts val="0"/>
              </a:spcAft>
              <a:buClr>
                <a:schemeClr val="dk1"/>
              </a:buClr>
              <a:buSzPts val="3000"/>
              <a:buNone/>
              <a:defRPr>
                <a:solidFill>
                  <a:schemeClr val="dk1"/>
                </a:solidFill>
              </a:defRPr>
            </a:lvl9pPr>
          </a:lstStyle>
          <a:p>
            <a:r>
              <a:t>xx%</a:t>
            </a:r>
          </a:p>
        </p:txBody>
      </p:sp>
      <p:sp>
        <p:nvSpPr>
          <p:cNvPr id="208" name="Google Shape;208;p14"/>
          <p:cNvSpPr txBox="1">
            <a:spLocks noGrp="1"/>
          </p:cNvSpPr>
          <p:nvPr>
            <p:ph type="title" idx="16" hasCustomPrompt="1"/>
          </p:nvPr>
        </p:nvSpPr>
        <p:spPr>
          <a:xfrm>
            <a:off x="3774600" y="1132242"/>
            <a:ext cx="1594800" cy="690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000"/>
              <a:buNone/>
              <a:defRPr>
                <a:solidFill>
                  <a:schemeClr val="dk1"/>
                </a:solidFill>
              </a:defRPr>
            </a:lvl1pPr>
            <a:lvl2pPr lvl="1" algn="ctr" rtl="0">
              <a:spcBef>
                <a:spcPts val="0"/>
              </a:spcBef>
              <a:spcAft>
                <a:spcPts val="0"/>
              </a:spcAft>
              <a:buClr>
                <a:schemeClr val="dk1"/>
              </a:buClr>
              <a:buSzPts val="3000"/>
              <a:buNone/>
              <a:defRPr>
                <a:solidFill>
                  <a:schemeClr val="dk1"/>
                </a:solidFill>
              </a:defRPr>
            </a:lvl2pPr>
            <a:lvl3pPr lvl="2" algn="ctr" rtl="0">
              <a:spcBef>
                <a:spcPts val="0"/>
              </a:spcBef>
              <a:spcAft>
                <a:spcPts val="0"/>
              </a:spcAft>
              <a:buClr>
                <a:schemeClr val="dk1"/>
              </a:buClr>
              <a:buSzPts val="3000"/>
              <a:buNone/>
              <a:defRPr>
                <a:solidFill>
                  <a:schemeClr val="dk1"/>
                </a:solidFill>
              </a:defRPr>
            </a:lvl3pPr>
            <a:lvl4pPr lvl="3" algn="ctr" rtl="0">
              <a:spcBef>
                <a:spcPts val="0"/>
              </a:spcBef>
              <a:spcAft>
                <a:spcPts val="0"/>
              </a:spcAft>
              <a:buClr>
                <a:schemeClr val="dk1"/>
              </a:buClr>
              <a:buSzPts val="3000"/>
              <a:buNone/>
              <a:defRPr>
                <a:solidFill>
                  <a:schemeClr val="dk1"/>
                </a:solidFill>
              </a:defRPr>
            </a:lvl4pPr>
            <a:lvl5pPr lvl="4" algn="ctr" rtl="0">
              <a:spcBef>
                <a:spcPts val="0"/>
              </a:spcBef>
              <a:spcAft>
                <a:spcPts val="0"/>
              </a:spcAft>
              <a:buClr>
                <a:schemeClr val="dk1"/>
              </a:buClr>
              <a:buSzPts val="3000"/>
              <a:buNone/>
              <a:defRPr>
                <a:solidFill>
                  <a:schemeClr val="dk1"/>
                </a:solidFill>
              </a:defRPr>
            </a:lvl5pPr>
            <a:lvl6pPr lvl="5" algn="ctr" rtl="0">
              <a:spcBef>
                <a:spcPts val="0"/>
              </a:spcBef>
              <a:spcAft>
                <a:spcPts val="0"/>
              </a:spcAft>
              <a:buClr>
                <a:schemeClr val="dk1"/>
              </a:buClr>
              <a:buSzPts val="3000"/>
              <a:buNone/>
              <a:defRPr>
                <a:solidFill>
                  <a:schemeClr val="dk1"/>
                </a:solidFill>
              </a:defRPr>
            </a:lvl6pPr>
            <a:lvl7pPr lvl="6" algn="ctr" rtl="0">
              <a:spcBef>
                <a:spcPts val="0"/>
              </a:spcBef>
              <a:spcAft>
                <a:spcPts val="0"/>
              </a:spcAft>
              <a:buClr>
                <a:schemeClr val="dk1"/>
              </a:buClr>
              <a:buSzPts val="3000"/>
              <a:buNone/>
              <a:defRPr>
                <a:solidFill>
                  <a:schemeClr val="dk1"/>
                </a:solidFill>
              </a:defRPr>
            </a:lvl7pPr>
            <a:lvl8pPr lvl="7" algn="ctr" rtl="0">
              <a:spcBef>
                <a:spcPts val="0"/>
              </a:spcBef>
              <a:spcAft>
                <a:spcPts val="0"/>
              </a:spcAft>
              <a:buClr>
                <a:schemeClr val="dk1"/>
              </a:buClr>
              <a:buSzPts val="3000"/>
              <a:buNone/>
              <a:defRPr>
                <a:solidFill>
                  <a:schemeClr val="dk1"/>
                </a:solidFill>
              </a:defRPr>
            </a:lvl8pPr>
            <a:lvl9pPr lvl="8" algn="ctr" rtl="0">
              <a:spcBef>
                <a:spcPts val="0"/>
              </a:spcBef>
              <a:spcAft>
                <a:spcPts val="0"/>
              </a:spcAft>
              <a:buClr>
                <a:schemeClr val="dk1"/>
              </a:buClr>
              <a:buSzPts val="3000"/>
              <a:buNone/>
              <a:defRPr>
                <a:solidFill>
                  <a:schemeClr val="dk1"/>
                </a:solidFill>
              </a:defRPr>
            </a:lvl9pPr>
          </a:lstStyle>
          <a:p>
            <a:r>
              <a:t>xx%</a:t>
            </a:r>
          </a:p>
        </p:txBody>
      </p:sp>
      <p:sp>
        <p:nvSpPr>
          <p:cNvPr id="209" name="Google Shape;209;p14"/>
          <p:cNvSpPr txBox="1">
            <a:spLocks noGrp="1"/>
          </p:cNvSpPr>
          <p:nvPr>
            <p:ph type="title" idx="17" hasCustomPrompt="1"/>
          </p:nvPr>
        </p:nvSpPr>
        <p:spPr>
          <a:xfrm>
            <a:off x="6292975" y="1132242"/>
            <a:ext cx="1594800" cy="690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3000"/>
              <a:buNone/>
              <a:defRPr>
                <a:solidFill>
                  <a:schemeClr val="dk1"/>
                </a:solidFill>
              </a:defRPr>
            </a:lvl1pPr>
            <a:lvl2pPr lvl="1" algn="ctr" rtl="0">
              <a:spcBef>
                <a:spcPts val="0"/>
              </a:spcBef>
              <a:spcAft>
                <a:spcPts val="0"/>
              </a:spcAft>
              <a:buClr>
                <a:schemeClr val="dk1"/>
              </a:buClr>
              <a:buSzPts val="3000"/>
              <a:buNone/>
              <a:defRPr>
                <a:solidFill>
                  <a:schemeClr val="dk1"/>
                </a:solidFill>
              </a:defRPr>
            </a:lvl2pPr>
            <a:lvl3pPr lvl="2" algn="ctr" rtl="0">
              <a:spcBef>
                <a:spcPts val="0"/>
              </a:spcBef>
              <a:spcAft>
                <a:spcPts val="0"/>
              </a:spcAft>
              <a:buClr>
                <a:schemeClr val="dk1"/>
              </a:buClr>
              <a:buSzPts val="3000"/>
              <a:buNone/>
              <a:defRPr>
                <a:solidFill>
                  <a:schemeClr val="dk1"/>
                </a:solidFill>
              </a:defRPr>
            </a:lvl3pPr>
            <a:lvl4pPr lvl="3" algn="ctr" rtl="0">
              <a:spcBef>
                <a:spcPts val="0"/>
              </a:spcBef>
              <a:spcAft>
                <a:spcPts val="0"/>
              </a:spcAft>
              <a:buClr>
                <a:schemeClr val="dk1"/>
              </a:buClr>
              <a:buSzPts val="3000"/>
              <a:buNone/>
              <a:defRPr>
                <a:solidFill>
                  <a:schemeClr val="dk1"/>
                </a:solidFill>
              </a:defRPr>
            </a:lvl4pPr>
            <a:lvl5pPr lvl="4" algn="ctr" rtl="0">
              <a:spcBef>
                <a:spcPts val="0"/>
              </a:spcBef>
              <a:spcAft>
                <a:spcPts val="0"/>
              </a:spcAft>
              <a:buClr>
                <a:schemeClr val="dk1"/>
              </a:buClr>
              <a:buSzPts val="3000"/>
              <a:buNone/>
              <a:defRPr>
                <a:solidFill>
                  <a:schemeClr val="dk1"/>
                </a:solidFill>
              </a:defRPr>
            </a:lvl5pPr>
            <a:lvl6pPr lvl="5" algn="ctr" rtl="0">
              <a:spcBef>
                <a:spcPts val="0"/>
              </a:spcBef>
              <a:spcAft>
                <a:spcPts val="0"/>
              </a:spcAft>
              <a:buClr>
                <a:schemeClr val="dk1"/>
              </a:buClr>
              <a:buSzPts val="3000"/>
              <a:buNone/>
              <a:defRPr>
                <a:solidFill>
                  <a:schemeClr val="dk1"/>
                </a:solidFill>
              </a:defRPr>
            </a:lvl6pPr>
            <a:lvl7pPr lvl="6" algn="ctr" rtl="0">
              <a:spcBef>
                <a:spcPts val="0"/>
              </a:spcBef>
              <a:spcAft>
                <a:spcPts val="0"/>
              </a:spcAft>
              <a:buClr>
                <a:schemeClr val="dk1"/>
              </a:buClr>
              <a:buSzPts val="3000"/>
              <a:buNone/>
              <a:defRPr>
                <a:solidFill>
                  <a:schemeClr val="dk1"/>
                </a:solidFill>
              </a:defRPr>
            </a:lvl7pPr>
            <a:lvl8pPr lvl="7" algn="ctr" rtl="0">
              <a:spcBef>
                <a:spcPts val="0"/>
              </a:spcBef>
              <a:spcAft>
                <a:spcPts val="0"/>
              </a:spcAft>
              <a:buClr>
                <a:schemeClr val="dk1"/>
              </a:buClr>
              <a:buSzPts val="3000"/>
              <a:buNone/>
              <a:defRPr>
                <a:solidFill>
                  <a:schemeClr val="dk1"/>
                </a:solidFill>
              </a:defRPr>
            </a:lvl8pPr>
            <a:lvl9pPr lvl="8" algn="ctr" rtl="0">
              <a:spcBef>
                <a:spcPts val="0"/>
              </a:spcBef>
              <a:spcAft>
                <a:spcPts val="0"/>
              </a:spcAft>
              <a:buClr>
                <a:schemeClr val="dk1"/>
              </a:buClr>
              <a:buSzPts val="3000"/>
              <a:buNone/>
              <a:defRPr>
                <a:solidFill>
                  <a:schemeClr val="dk1"/>
                </a:solidFill>
              </a:defRPr>
            </a:lvl9pPr>
          </a:lstStyle>
          <a:p>
            <a:r>
              <a:t>xx%</a:t>
            </a:r>
          </a:p>
        </p:txBody>
      </p:sp>
      <p:sp>
        <p:nvSpPr>
          <p:cNvPr id="210" name="Google Shape;210;p14"/>
          <p:cNvSpPr/>
          <p:nvPr/>
        </p:nvSpPr>
        <p:spPr>
          <a:xfrm rot="10800000" flipH="1">
            <a:off x="37927" y="4374834"/>
            <a:ext cx="2505013" cy="768740"/>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4"/>
          <p:cNvSpPr/>
          <p:nvPr/>
        </p:nvSpPr>
        <p:spPr>
          <a:xfrm rot="10800000">
            <a:off x="6142736" y="4490064"/>
            <a:ext cx="2594745" cy="684511"/>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4"/>
          <p:cNvSpPr/>
          <p:nvPr/>
        </p:nvSpPr>
        <p:spPr>
          <a:xfrm rot="10800000" flipH="1">
            <a:off x="6632383" y="4238575"/>
            <a:ext cx="3779755" cy="936000"/>
          </a:xfrm>
          <a:custGeom>
            <a:avLst/>
            <a:gdLst/>
            <a:ahLst/>
            <a:cxnLst/>
            <a:rect l="l" t="t" r="r" b="b"/>
            <a:pathLst>
              <a:path w="295582" h="107710" extrusionOk="0">
                <a:moveTo>
                  <a:pt x="3890" y="648"/>
                </a:moveTo>
                <a:cubicBezTo>
                  <a:pt x="3890" y="648"/>
                  <a:pt x="1" y="60607"/>
                  <a:pt x="64065" y="49263"/>
                </a:cubicBezTo>
                <a:cubicBezTo>
                  <a:pt x="132883" y="37164"/>
                  <a:pt x="123484" y="107710"/>
                  <a:pt x="183551" y="107710"/>
                </a:cubicBezTo>
                <a:cubicBezTo>
                  <a:pt x="232814" y="107710"/>
                  <a:pt x="209155" y="40513"/>
                  <a:pt x="252368" y="34787"/>
                </a:cubicBezTo>
                <a:cubicBezTo>
                  <a:pt x="295582" y="29061"/>
                  <a:pt x="285751" y="0"/>
                  <a:pt x="2857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4"/>
          <p:cNvSpPr/>
          <p:nvPr/>
        </p:nvSpPr>
        <p:spPr>
          <a:xfrm flipH="1">
            <a:off x="-5" y="4269850"/>
            <a:ext cx="2018280" cy="873809"/>
          </a:xfrm>
          <a:custGeom>
            <a:avLst/>
            <a:gdLst/>
            <a:ahLst/>
            <a:cxnLst/>
            <a:rect l="l" t="t" r="r" b="b"/>
            <a:pathLst>
              <a:path w="285673" h="154588" extrusionOk="0">
                <a:moveTo>
                  <a:pt x="2715" y="154588"/>
                </a:moveTo>
                <a:cubicBezTo>
                  <a:pt x="2715" y="154588"/>
                  <a:pt x="0" y="113633"/>
                  <a:pt x="45298" y="113633"/>
                </a:cubicBezTo>
                <a:cubicBezTo>
                  <a:pt x="90596" y="113633"/>
                  <a:pt x="125888" y="112160"/>
                  <a:pt x="135972" y="50651"/>
                </a:cubicBezTo>
                <a:cubicBezTo>
                  <a:pt x="144194" y="621"/>
                  <a:pt x="221914" y="1"/>
                  <a:pt x="238978" y="40955"/>
                </a:cubicBezTo>
                <a:cubicBezTo>
                  <a:pt x="255965" y="81987"/>
                  <a:pt x="285673" y="81987"/>
                  <a:pt x="285673" y="81987"/>
                </a:cubicBezTo>
                <a:lnTo>
                  <a:pt x="285673" y="15458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4"/>
          <p:cNvSpPr/>
          <p:nvPr/>
        </p:nvSpPr>
        <p:spPr>
          <a:xfrm>
            <a:off x="-1" y="4269786"/>
            <a:ext cx="1717924" cy="873594"/>
          </a:xfrm>
          <a:custGeom>
            <a:avLst/>
            <a:gdLst/>
            <a:ahLst/>
            <a:cxnLst/>
            <a:rect l="l" t="t" r="r" b="b"/>
            <a:pathLst>
              <a:path w="305002" h="196093" extrusionOk="0">
                <a:moveTo>
                  <a:pt x="0" y="27686"/>
                </a:moveTo>
                <a:cubicBezTo>
                  <a:pt x="0" y="27686"/>
                  <a:pt x="68206" y="0"/>
                  <a:pt x="88558" y="59039"/>
                </a:cubicBezTo>
                <a:cubicBezTo>
                  <a:pt x="108910" y="118077"/>
                  <a:pt x="211769" y="29244"/>
                  <a:pt x="211769" y="120186"/>
                </a:cubicBezTo>
                <a:cubicBezTo>
                  <a:pt x="211769" y="172257"/>
                  <a:pt x="305002" y="135404"/>
                  <a:pt x="280800" y="196092"/>
                </a:cubicBezTo>
                <a:lnTo>
                  <a:pt x="0" y="19609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4"/>
          <p:cNvSpPr/>
          <p:nvPr/>
        </p:nvSpPr>
        <p:spPr>
          <a:xfrm rot="10800000">
            <a:off x="6962402" y="4352337"/>
            <a:ext cx="2594826" cy="822238"/>
          </a:xfrm>
          <a:custGeom>
            <a:avLst/>
            <a:gdLst/>
            <a:ahLst/>
            <a:cxnLst/>
            <a:rect l="l" t="t" r="r" b="b"/>
            <a:pathLst>
              <a:path w="294198" h="130204" extrusionOk="0">
                <a:moveTo>
                  <a:pt x="283570" y="0"/>
                </a:moveTo>
                <a:cubicBezTo>
                  <a:pt x="283570" y="0"/>
                  <a:pt x="294198" y="57826"/>
                  <a:pt x="203889" y="45181"/>
                </a:cubicBezTo>
                <a:cubicBezTo>
                  <a:pt x="141812" y="36461"/>
                  <a:pt x="157999" y="89109"/>
                  <a:pt x="113581" y="109929"/>
                </a:cubicBezTo>
                <a:cubicBezTo>
                  <a:pt x="70252" y="130203"/>
                  <a:pt x="37442" y="67963"/>
                  <a:pt x="0" y="114071"/>
                </a:cubicBezTo>
                <a:lnTo>
                  <a:pt x="0" y="43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4"/>
          <p:cNvSpPr txBox="1">
            <a:spLocks noGrp="1"/>
          </p:cNvSpPr>
          <p:nvPr>
            <p:ph type="title" idx="18"/>
          </p:nvPr>
        </p:nvSpPr>
        <p:spPr>
          <a:xfrm>
            <a:off x="2727000" y="363275"/>
            <a:ext cx="3690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Open Sans"/>
                <a:ea typeface="Open Sans"/>
                <a:cs typeface="Open Sans"/>
                <a:sym typeface="Open Sans"/>
              </a:defRPr>
            </a:lvl2pPr>
            <a:lvl3pPr lvl="2" rtl="0">
              <a:spcBef>
                <a:spcPts val="0"/>
              </a:spcBef>
              <a:spcAft>
                <a:spcPts val="0"/>
              </a:spcAft>
              <a:buSzPts val="3000"/>
              <a:buNone/>
              <a:defRPr>
                <a:latin typeface="Open Sans"/>
                <a:ea typeface="Open Sans"/>
                <a:cs typeface="Open Sans"/>
                <a:sym typeface="Open Sans"/>
              </a:defRPr>
            </a:lvl3pPr>
            <a:lvl4pPr lvl="3" rtl="0">
              <a:spcBef>
                <a:spcPts val="0"/>
              </a:spcBef>
              <a:spcAft>
                <a:spcPts val="0"/>
              </a:spcAft>
              <a:buSzPts val="3000"/>
              <a:buNone/>
              <a:defRPr>
                <a:latin typeface="Open Sans"/>
                <a:ea typeface="Open Sans"/>
                <a:cs typeface="Open Sans"/>
                <a:sym typeface="Open Sans"/>
              </a:defRPr>
            </a:lvl4pPr>
            <a:lvl5pPr lvl="4" rtl="0">
              <a:spcBef>
                <a:spcPts val="0"/>
              </a:spcBef>
              <a:spcAft>
                <a:spcPts val="0"/>
              </a:spcAft>
              <a:buSzPts val="3000"/>
              <a:buNone/>
              <a:defRPr>
                <a:latin typeface="Open Sans"/>
                <a:ea typeface="Open Sans"/>
                <a:cs typeface="Open Sans"/>
                <a:sym typeface="Open Sans"/>
              </a:defRPr>
            </a:lvl5pPr>
            <a:lvl6pPr lvl="5" rtl="0">
              <a:spcBef>
                <a:spcPts val="0"/>
              </a:spcBef>
              <a:spcAft>
                <a:spcPts val="0"/>
              </a:spcAft>
              <a:buSzPts val="3000"/>
              <a:buNone/>
              <a:defRPr>
                <a:latin typeface="Open Sans"/>
                <a:ea typeface="Open Sans"/>
                <a:cs typeface="Open Sans"/>
                <a:sym typeface="Open Sans"/>
              </a:defRPr>
            </a:lvl6pPr>
            <a:lvl7pPr lvl="6" rtl="0">
              <a:spcBef>
                <a:spcPts val="0"/>
              </a:spcBef>
              <a:spcAft>
                <a:spcPts val="0"/>
              </a:spcAft>
              <a:buSzPts val="3000"/>
              <a:buNone/>
              <a:defRPr>
                <a:latin typeface="Open Sans"/>
                <a:ea typeface="Open Sans"/>
                <a:cs typeface="Open Sans"/>
                <a:sym typeface="Open Sans"/>
              </a:defRPr>
            </a:lvl7pPr>
            <a:lvl8pPr lvl="7" rtl="0">
              <a:spcBef>
                <a:spcPts val="0"/>
              </a:spcBef>
              <a:spcAft>
                <a:spcPts val="0"/>
              </a:spcAft>
              <a:buSzPts val="3000"/>
              <a:buNone/>
              <a:defRPr>
                <a:latin typeface="Open Sans"/>
                <a:ea typeface="Open Sans"/>
                <a:cs typeface="Open Sans"/>
                <a:sym typeface="Open Sans"/>
              </a:defRPr>
            </a:lvl8pPr>
            <a:lvl9pPr lvl="8" rtl="0">
              <a:spcBef>
                <a:spcPts val="0"/>
              </a:spcBef>
              <a:spcAft>
                <a:spcPts val="0"/>
              </a:spcAft>
              <a:buSzPts val="3000"/>
              <a:buNone/>
              <a:defRPr>
                <a:latin typeface="Open Sans"/>
                <a:ea typeface="Open Sans"/>
                <a:cs typeface="Open Sans"/>
                <a:sym typeface="Open Sans"/>
              </a:defRPr>
            </a:lvl9pPr>
          </a:lstStyle>
          <a:p>
            <a:endParaRPr/>
          </a:p>
        </p:txBody>
      </p:sp>
      <p:sp>
        <p:nvSpPr>
          <p:cNvPr id="217" name="Google Shape;217;p14"/>
          <p:cNvSpPr/>
          <p:nvPr/>
        </p:nvSpPr>
        <p:spPr>
          <a:xfrm rot="5400000">
            <a:off x="2341731" y="48099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4"/>
          <p:cNvSpPr/>
          <p:nvPr/>
        </p:nvSpPr>
        <p:spPr>
          <a:xfrm rot="5400000">
            <a:off x="989544" y="47098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4"/>
          <p:cNvSpPr/>
          <p:nvPr/>
        </p:nvSpPr>
        <p:spPr>
          <a:xfrm rot="-5400000">
            <a:off x="1684906" y="46572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4"/>
          <p:cNvSpPr/>
          <p:nvPr/>
        </p:nvSpPr>
        <p:spPr>
          <a:xfrm rot="5400000">
            <a:off x="333331" y="40750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4"/>
          <p:cNvSpPr/>
          <p:nvPr/>
        </p:nvSpPr>
        <p:spPr>
          <a:xfrm rot="5400000">
            <a:off x="8655556" y="41433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4"/>
          <p:cNvSpPr/>
          <p:nvPr/>
        </p:nvSpPr>
        <p:spPr>
          <a:xfrm rot="-5400000">
            <a:off x="7367731" y="44490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4"/>
          <p:cNvSpPr/>
          <p:nvPr/>
        </p:nvSpPr>
        <p:spPr>
          <a:xfrm rot="5400000">
            <a:off x="5923156" y="48443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224"/>
        <p:cNvGrpSpPr/>
        <p:nvPr/>
      </p:nvGrpSpPr>
      <p:grpSpPr>
        <a:xfrm>
          <a:off x="0" y="0"/>
          <a:ext cx="0" cy="0"/>
          <a:chOff x="0" y="0"/>
          <a:chExt cx="0" cy="0"/>
        </a:xfrm>
      </p:grpSpPr>
      <p:sp>
        <p:nvSpPr>
          <p:cNvPr id="225" name="Google Shape;225;p15"/>
          <p:cNvSpPr txBox="1">
            <a:spLocks noGrp="1"/>
          </p:cNvSpPr>
          <p:nvPr>
            <p:ph type="title"/>
          </p:nvPr>
        </p:nvSpPr>
        <p:spPr>
          <a:xfrm>
            <a:off x="3373350" y="2938325"/>
            <a:ext cx="4044000" cy="497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100"/>
              <a:buNone/>
              <a:defRPr sz="3000"/>
            </a:lvl1pPr>
            <a:lvl2pPr lvl="1" rtl="0">
              <a:spcBef>
                <a:spcPts val="160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226" name="Google Shape;226;p15"/>
          <p:cNvSpPr txBox="1">
            <a:spLocks noGrp="1"/>
          </p:cNvSpPr>
          <p:nvPr>
            <p:ph type="subTitle" idx="1"/>
          </p:nvPr>
        </p:nvSpPr>
        <p:spPr>
          <a:xfrm>
            <a:off x="1726650" y="1707450"/>
            <a:ext cx="5690700" cy="989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4"/>
              </a:buClr>
              <a:buSzPts val="1200"/>
              <a:buNone/>
              <a:defRPr sz="20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27" name="Google Shape;227;p15"/>
          <p:cNvSpPr/>
          <p:nvPr/>
        </p:nvSpPr>
        <p:spPr>
          <a:xfrm>
            <a:off x="2301825" y="-81050"/>
            <a:ext cx="5472801" cy="1242133"/>
          </a:xfrm>
          <a:custGeom>
            <a:avLst/>
            <a:gdLst/>
            <a:ahLst/>
            <a:cxnLst/>
            <a:rect l="l" t="t" r="r" b="b"/>
            <a:pathLst>
              <a:path w="113987" h="48554" extrusionOk="0">
                <a:moveTo>
                  <a:pt x="1" y="1"/>
                </a:moveTo>
                <a:cubicBezTo>
                  <a:pt x="1664" y="4622"/>
                  <a:pt x="7395" y="8627"/>
                  <a:pt x="14480" y="9243"/>
                </a:cubicBezTo>
                <a:cubicBezTo>
                  <a:pt x="15269" y="9310"/>
                  <a:pt x="16057" y="9341"/>
                  <a:pt x="16844" y="9341"/>
                </a:cubicBezTo>
                <a:cubicBezTo>
                  <a:pt x="26954" y="9341"/>
                  <a:pt x="36902" y="4191"/>
                  <a:pt x="46543" y="4191"/>
                </a:cubicBezTo>
                <a:cubicBezTo>
                  <a:pt x="48520" y="4191"/>
                  <a:pt x="50484" y="4408"/>
                  <a:pt x="52434" y="4930"/>
                </a:cubicBezTo>
                <a:cubicBezTo>
                  <a:pt x="59335" y="6717"/>
                  <a:pt x="63032" y="11831"/>
                  <a:pt x="63833" y="16760"/>
                </a:cubicBezTo>
                <a:cubicBezTo>
                  <a:pt x="64634" y="21750"/>
                  <a:pt x="63155" y="26680"/>
                  <a:pt x="62970" y="31609"/>
                </a:cubicBezTo>
                <a:cubicBezTo>
                  <a:pt x="62847" y="36538"/>
                  <a:pt x="64264" y="41898"/>
                  <a:pt x="69563" y="45349"/>
                </a:cubicBezTo>
                <a:cubicBezTo>
                  <a:pt x="73005" y="47564"/>
                  <a:pt x="77580" y="48553"/>
                  <a:pt x="82312" y="48553"/>
                </a:cubicBezTo>
                <a:cubicBezTo>
                  <a:pt x="88505" y="48553"/>
                  <a:pt x="94967" y="46857"/>
                  <a:pt x="99507" y="43993"/>
                </a:cubicBezTo>
                <a:cubicBezTo>
                  <a:pt x="107579" y="38941"/>
                  <a:pt x="110906" y="31362"/>
                  <a:pt x="112508" y="24030"/>
                </a:cubicBezTo>
                <a:cubicBezTo>
                  <a:pt x="113987" y="17253"/>
                  <a:pt x="112262" y="3821"/>
                  <a:pt x="1038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5"/>
          <p:cNvSpPr/>
          <p:nvPr/>
        </p:nvSpPr>
        <p:spPr>
          <a:xfrm rot="10800000">
            <a:off x="3105740" y="-321877"/>
            <a:ext cx="2419310" cy="861877"/>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5"/>
          <p:cNvSpPr/>
          <p:nvPr/>
        </p:nvSpPr>
        <p:spPr>
          <a:xfrm rot="-5400000">
            <a:off x="5094113" y="-676765"/>
            <a:ext cx="969192" cy="1790903"/>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5"/>
          <p:cNvSpPr/>
          <p:nvPr/>
        </p:nvSpPr>
        <p:spPr>
          <a:xfrm rot="5400000">
            <a:off x="6553938" y="45825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5"/>
          <p:cNvSpPr/>
          <p:nvPr/>
        </p:nvSpPr>
        <p:spPr>
          <a:xfrm rot="5400000">
            <a:off x="4522788" y="649313"/>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5"/>
          <p:cNvSpPr/>
          <p:nvPr/>
        </p:nvSpPr>
        <p:spPr>
          <a:xfrm rot="5400000">
            <a:off x="8054788" y="93838"/>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5"/>
          <p:cNvSpPr/>
          <p:nvPr/>
        </p:nvSpPr>
        <p:spPr>
          <a:xfrm rot="5400000">
            <a:off x="2853363" y="301738"/>
            <a:ext cx="163500" cy="163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5"/>
          <p:cNvSpPr/>
          <p:nvPr/>
        </p:nvSpPr>
        <p:spPr>
          <a:xfrm rot="5400000">
            <a:off x="2401288" y="539838"/>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5"/>
          <p:cNvSpPr/>
          <p:nvPr/>
        </p:nvSpPr>
        <p:spPr>
          <a:xfrm rot="10800000">
            <a:off x="1820973" y="3982367"/>
            <a:ext cx="5577954" cy="1242133"/>
          </a:xfrm>
          <a:custGeom>
            <a:avLst/>
            <a:gdLst/>
            <a:ahLst/>
            <a:cxnLst/>
            <a:rect l="l" t="t" r="r" b="b"/>
            <a:pathLst>
              <a:path w="113987" h="48554" extrusionOk="0">
                <a:moveTo>
                  <a:pt x="1" y="1"/>
                </a:moveTo>
                <a:cubicBezTo>
                  <a:pt x="1664" y="4622"/>
                  <a:pt x="7395" y="8627"/>
                  <a:pt x="14480" y="9243"/>
                </a:cubicBezTo>
                <a:cubicBezTo>
                  <a:pt x="15269" y="9310"/>
                  <a:pt x="16057" y="9341"/>
                  <a:pt x="16844" y="9341"/>
                </a:cubicBezTo>
                <a:cubicBezTo>
                  <a:pt x="26954" y="9341"/>
                  <a:pt x="36902" y="4191"/>
                  <a:pt x="46543" y="4191"/>
                </a:cubicBezTo>
                <a:cubicBezTo>
                  <a:pt x="48520" y="4191"/>
                  <a:pt x="50484" y="4408"/>
                  <a:pt x="52434" y="4930"/>
                </a:cubicBezTo>
                <a:cubicBezTo>
                  <a:pt x="59335" y="6717"/>
                  <a:pt x="63032" y="11831"/>
                  <a:pt x="63833" y="16760"/>
                </a:cubicBezTo>
                <a:cubicBezTo>
                  <a:pt x="64634" y="21750"/>
                  <a:pt x="63155" y="26680"/>
                  <a:pt x="62970" y="31609"/>
                </a:cubicBezTo>
                <a:cubicBezTo>
                  <a:pt x="62847" y="36538"/>
                  <a:pt x="64264" y="41898"/>
                  <a:pt x="69563" y="45349"/>
                </a:cubicBezTo>
                <a:cubicBezTo>
                  <a:pt x="73005" y="47564"/>
                  <a:pt x="77580" y="48553"/>
                  <a:pt x="82312" y="48553"/>
                </a:cubicBezTo>
                <a:cubicBezTo>
                  <a:pt x="88505" y="48553"/>
                  <a:pt x="94967" y="46857"/>
                  <a:pt x="99507" y="43993"/>
                </a:cubicBezTo>
                <a:cubicBezTo>
                  <a:pt x="107579" y="38941"/>
                  <a:pt x="110906" y="31362"/>
                  <a:pt x="112508" y="24030"/>
                </a:cubicBezTo>
                <a:cubicBezTo>
                  <a:pt x="113987" y="17253"/>
                  <a:pt x="112262" y="3821"/>
                  <a:pt x="1038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5"/>
          <p:cNvSpPr/>
          <p:nvPr/>
        </p:nvSpPr>
        <p:spPr>
          <a:xfrm>
            <a:off x="4175688" y="4603443"/>
            <a:ext cx="2419310" cy="861877"/>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5"/>
          <p:cNvSpPr/>
          <p:nvPr/>
        </p:nvSpPr>
        <p:spPr>
          <a:xfrm rot="5400000">
            <a:off x="3798057" y="3940705"/>
            <a:ext cx="969192" cy="1790903"/>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5"/>
          <p:cNvSpPr/>
          <p:nvPr/>
        </p:nvSpPr>
        <p:spPr>
          <a:xfrm rot="-5400000">
            <a:off x="2853375" y="43630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5"/>
          <p:cNvSpPr/>
          <p:nvPr/>
        </p:nvSpPr>
        <p:spPr>
          <a:xfrm rot="-5400000">
            <a:off x="5079550" y="4395431"/>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5"/>
          <p:cNvSpPr/>
          <p:nvPr/>
        </p:nvSpPr>
        <p:spPr>
          <a:xfrm rot="-5400000">
            <a:off x="1555000" y="4841556"/>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5"/>
          <p:cNvSpPr/>
          <p:nvPr/>
        </p:nvSpPr>
        <p:spPr>
          <a:xfrm rot="-5400000">
            <a:off x="6683875" y="4678206"/>
            <a:ext cx="163500" cy="163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5"/>
          <p:cNvSpPr/>
          <p:nvPr/>
        </p:nvSpPr>
        <p:spPr>
          <a:xfrm rot="-5400000">
            <a:off x="7201050" y="4504906"/>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1">
  <p:cSld name="CUSTOM_46">
    <p:spTree>
      <p:nvGrpSpPr>
        <p:cNvPr id="1" name="Shape 243"/>
        <p:cNvGrpSpPr/>
        <p:nvPr/>
      </p:nvGrpSpPr>
      <p:grpSpPr>
        <a:xfrm>
          <a:off x="0" y="0"/>
          <a:ext cx="0" cy="0"/>
          <a:chOff x="0" y="0"/>
          <a:chExt cx="0" cy="0"/>
        </a:xfrm>
      </p:grpSpPr>
      <p:sp>
        <p:nvSpPr>
          <p:cNvPr id="244" name="Google Shape;244;p16"/>
          <p:cNvSpPr/>
          <p:nvPr/>
        </p:nvSpPr>
        <p:spPr>
          <a:xfrm rot="10800000" flipH="1">
            <a:off x="-34948" y="4374909"/>
            <a:ext cx="2505013" cy="768740"/>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6"/>
          <p:cNvSpPr/>
          <p:nvPr/>
        </p:nvSpPr>
        <p:spPr>
          <a:xfrm flipH="1">
            <a:off x="6142736" y="0"/>
            <a:ext cx="2594745" cy="684511"/>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6"/>
          <p:cNvSpPr/>
          <p:nvPr/>
        </p:nvSpPr>
        <p:spPr>
          <a:xfrm>
            <a:off x="6632383" y="0"/>
            <a:ext cx="3779755" cy="936000"/>
          </a:xfrm>
          <a:custGeom>
            <a:avLst/>
            <a:gdLst/>
            <a:ahLst/>
            <a:cxnLst/>
            <a:rect l="l" t="t" r="r" b="b"/>
            <a:pathLst>
              <a:path w="295582" h="107710" extrusionOk="0">
                <a:moveTo>
                  <a:pt x="3890" y="648"/>
                </a:moveTo>
                <a:cubicBezTo>
                  <a:pt x="3890" y="648"/>
                  <a:pt x="1" y="60607"/>
                  <a:pt x="64065" y="49263"/>
                </a:cubicBezTo>
                <a:cubicBezTo>
                  <a:pt x="132883" y="37164"/>
                  <a:pt x="123484" y="107710"/>
                  <a:pt x="183551" y="107710"/>
                </a:cubicBezTo>
                <a:cubicBezTo>
                  <a:pt x="232814" y="107710"/>
                  <a:pt x="209155" y="40513"/>
                  <a:pt x="252368" y="34787"/>
                </a:cubicBezTo>
                <a:cubicBezTo>
                  <a:pt x="295582" y="29061"/>
                  <a:pt x="285751" y="0"/>
                  <a:pt x="2857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6"/>
          <p:cNvSpPr/>
          <p:nvPr/>
        </p:nvSpPr>
        <p:spPr>
          <a:xfrm flipH="1">
            <a:off x="-5" y="4269850"/>
            <a:ext cx="2018280" cy="873809"/>
          </a:xfrm>
          <a:custGeom>
            <a:avLst/>
            <a:gdLst/>
            <a:ahLst/>
            <a:cxnLst/>
            <a:rect l="l" t="t" r="r" b="b"/>
            <a:pathLst>
              <a:path w="285673" h="154588" extrusionOk="0">
                <a:moveTo>
                  <a:pt x="2715" y="154588"/>
                </a:moveTo>
                <a:cubicBezTo>
                  <a:pt x="2715" y="154588"/>
                  <a:pt x="0" y="113633"/>
                  <a:pt x="45298" y="113633"/>
                </a:cubicBezTo>
                <a:cubicBezTo>
                  <a:pt x="90596" y="113633"/>
                  <a:pt x="125888" y="112160"/>
                  <a:pt x="135972" y="50651"/>
                </a:cubicBezTo>
                <a:cubicBezTo>
                  <a:pt x="144194" y="621"/>
                  <a:pt x="221914" y="1"/>
                  <a:pt x="238978" y="40955"/>
                </a:cubicBezTo>
                <a:cubicBezTo>
                  <a:pt x="255965" y="81987"/>
                  <a:pt x="285673" y="81987"/>
                  <a:pt x="285673" y="81987"/>
                </a:cubicBezTo>
                <a:lnTo>
                  <a:pt x="285673" y="15458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6"/>
          <p:cNvSpPr/>
          <p:nvPr/>
        </p:nvSpPr>
        <p:spPr>
          <a:xfrm>
            <a:off x="-1" y="4269786"/>
            <a:ext cx="1717924" cy="873594"/>
          </a:xfrm>
          <a:custGeom>
            <a:avLst/>
            <a:gdLst/>
            <a:ahLst/>
            <a:cxnLst/>
            <a:rect l="l" t="t" r="r" b="b"/>
            <a:pathLst>
              <a:path w="305002" h="196093" extrusionOk="0">
                <a:moveTo>
                  <a:pt x="0" y="27686"/>
                </a:moveTo>
                <a:cubicBezTo>
                  <a:pt x="0" y="27686"/>
                  <a:pt x="68206" y="0"/>
                  <a:pt x="88558" y="59039"/>
                </a:cubicBezTo>
                <a:cubicBezTo>
                  <a:pt x="108910" y="118077"/>
                  <a:pt x="211769" y="29244"/>
                  <a:pt x="211769" y="120186"/>
                </a:cubicBezTo>
                <a:cubicBezTo>
                  <a:pt x="211769" y="172257"/>
                  <a:pt x="305002" y="135404"/>
                  <a:pt x="280800" y="196092"/>
                </a:cubicBezTo>
                <a:lnTo>
                  <a:pt x="0" y="19609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6"/>
          <p:cNvSpPr/>
          <p:nvPr/>
        </p:nvSpPr>
        <p:spPr>
          <a:xfrm flipH="1">
            <a:off x="6962402" y="0"/>
            <a:ext cx="2594826" cy="822238"/>
          </a:xfrm>
          <a:custGeom>
            <a:avLst/>
            <a:gdLst/>
            <a:ahLst/>
            <a:cxnLst/>
            <a:rect l="l" t="t" r="r" b="b"/>
            <a:pathLst>
              <a:path w="294198" h="130204" extrusionOk="0">
                <a:moveTo>
                  <a:pt x="283570" y="0"/>
                </a:moveTo>
                <a:cubicBezTo>
                  <a:pt x="283570" y="0"/>
                  <a:pt x="294198" y="57826"/>
                  <a:pt x="203889" y="45181"/>
                </a:cubicBezTo>
                <a:cubicBezTo>
                  <a:pt x="141812" y="36461"/>
                  <a:pt x="157999" y="89109"/>
                  <a:pt x="113581" y="109929"/>
                </a:cubicBezTo>
                <a:cubicBezTo>
                  <a:pt x="70252" y="130203"/>
                  <a:pt x="37442" y="67963"/>
                  <a:pt x="0" y="114071"/>
                </a:cubicBezTo>
                <a:lnTo>
                  <a:pt x="0" y="43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6"/>
          <p:cNvSpPr/>
          <p:nvPr/>
        </p:nvSpPr>
        <p:spPr>
          <a:xfrm rot="9281215" flipH="1">
            <a:off x="6963797" y="4203731"/>
            <a:ext cx="2228124" cy="918929"/>
          </a:xfrm>
          <a:custGeom>
            <a:avLst/>
            <a:gdLst/>
            <a:ahLst/>
            <a:cxnLst/>
            <a:rect l="l" t="t" r="r" b="b"/>
            <a:pathLst>
              <a:path w="246008" h="61867" extrusionOk="0">
                <a:moveTo>
                  <a:pt x="1" y="0"/>
                </a:moveTo>
                <a:cubicBezTo>
                  <a:pt x="1" y="0"/>
                  <a:pt x="3900" y="44992"/>
                  <a:pt x="39194" y="57840"/>
                </a:cubicBezTo>
                <a:cubicBezTo>
                  <a:pt x="46974" y="60669"/>
                  <a:pt x="53930" y="61867"/>
                  <a:pt x="60240" y="61867"/>
                </a:cubicBezTo>
                <a:cubicBezTo>
                  <a:pt x="95172" y="61867"/>
                  <a:pt x="110319" y="25159"/>
                  <a:pt x="135837" y="25159"/>
                </a:cubicBezTo>
                <a:cubicBezTo>
                  <a:pt x="138295" y="25159"/>
                  <a:pt x="140849" y="25499"/>
                  <a:pt x="143526" y="26246"/>
                </a:cubicBezTo>
                <a:cubicBezTo>
                  <a:pt x="159260" y="30639"/>
                  <a:pt x="172714" y="32419"/>
                  <a:pt x="184185" y="32419"/>
                </a:cubicBezTo>
                <a:cubicBezTo>
                  <a:pt x="233145" y="32419"/>
                  <a:pt x="246008" y="0"/>
                  <a:pt x="246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6"/>
          <p:cNvSpPr/>
          <p:nvPr/>
        </p:nvSpPr>
        <p:spPr>
          <a:xfrm rot="9280772" flipH="1">
            <a:off x="6019538" y="4396562"/>
            <a:ext cx="3782980" cy="1428824"/>
          </a:xfrm>
          <a:custGeom>
            <a:avLst/>
            <a:gdLst/>
            <a:ahLst/>
            <a:cxnLst/>
            <a:rect l="l" t="t" r="r" b="b"/>
            <a:pathLst>
              <a:path w="264364" h="61984" extrusionOk="0">
                <a:moveTo>
                  <a:pt x="0" y="0"/>
                </a:moveTo>
                <a:lnTo>
                  <a:pt x="0" y="60406"/>
                </a:lnTo>
                <a:cubicBezTo>
                  <a:pt x="2845" y="61497"/>
                  <a:pt x="5907" y="61983"/>
                  <a:pt x="9094" y="61983"/>
                </a:cubicBezTo>
                <a:cubicBezTo>
                  <a:pt x="26664" y="61983"/>
                  <a:pt x="48053" y="47209"/>
                  <a:pt x="57950" y="37427"/>
                </a:cubicBezTo>
                <a:cubicBezTo>
                  <a:pt x="64434" y="31013"/>
                  <a:pt x="70724" y="28611"/>
                  <a:pt x="76592" y="28611"/>
                </a:cubicBezTo>
                <a:cubicBezTo>
                  <a:pt x="86364" y="28611"/>
                  <a:pt x="94966" y="35275"/>
                  <a:pt x="101344" y="41180"/>
                </a:cubicBezTo>
                <a:cubicBezTo>
                  <a:pt x="109706" y="48911"/>
                  <a:pt x="119411" y="51657"/>
                  <a:pt x="128732" y="51657"/>
                </a:cubicBezTo>
                <a:cubicBezTo>
                  <a:pt x="140963" y="51657"/>
                  <a:pt x="152533" y="46928"/>
                  <a:pt x="159536" y="42530"/>
                </a:cubicBezTo>
                <a:cubicBezTo>
                  <a:pt x="163971" y="39737"/>
                  <a:pt x="167611" y="38614"/>
                  <a:pt x="170732" y="38614"/>
                </a:cubicBezTo>
                <a:cubicBezTo>
                  <a:pt x="183490" y="38614"/>
                  <a:pt x="187572" y="57371"/>
                  <a:pt x="201829" y="57371"/>
                </a:cubicBezTo>
                <a:cubicBezTo>
                  <a:pt x="204682" y="57371"/>
                  <a:pt x="207942" y="56619"/>
                  <a:pt x="211761" y="54817"/>
                </a:cubicBezTo>
                <a:cubicBezTo>
                  <a:pt x="216023" y="52806"/>
                  <a:pt x="220035" y="52096"/>
                  <a:pt x="223864" y="52096"/>
                </a:cubicBezTo>
                <a:cubicBezTo>
                  <a:pt x="233065" y="52096"/>
                  <a:pt x="241204" y="56197"/>
                  <a:pt x="249202" y="56197"/>
                </a:cubicBezTo>
                <a:cubicBezTo>
                  <a:pt x="254235" y="56197"/>
                  <a:pt x="259212" y="54573"/>
                  <a:pt x="264364" y="49281"/>
                </a:cubicBezTo>
                <a:lnTo>
                  <a:pt x="2643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6"/>
          <p:cNvSpPr/>
          <p:nvPr/>
        </p:nvSpPr>
        <p:spPr>
          <a:xfrm rot="9281383">
            <a:off x="6014037" y="3898835"/>
            <a:ext cx="4264746" cy="1843807"/>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6"/>
          <p:cNvSpPr/>
          <p:nvPr/>
        </p:nvSpPr>
        <p:spPr>
          <a:xfrm rot="10800000" flipH="1">
            <a:off x="-874529" y="63632"/>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6"/>
          <p:cNvSpPr/>
          <p:nvPr/>
        </p:nvSpPr>
        <p:spPr>
          <a:xfrm rot="9367883">
            <a:off x="-1140979" y="-338044"/>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6"/>
          <p:cNvSpPr/>
          <p:nvPr/>
        </p:nvSpPr>
        <p:spPr>
          <a:xfrm rot="9944222" flipH="1">
            <a:off x="-1677309" y="-294645"/>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6"/>
          <p:cNvSpPr txBox="1">
            <a:spLocks noGrp="1"/>
          </p:cNvSpPr>
          <p:nvPr>
            <p:ph type="title"/>
          </p:nvPr>
        </p:nvSpPr>
        <p:spPr>
          <a:xfrm>
            <a:off x="2550000" y="3290249"/>
            <a:ext cx="4044000" cy="497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algn="ctr" rtl="0">
              <a:spcBef>
                <a:spcPts val="160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57" name="Google Shape;257;p16"/>
          <p:cNvSpPr txBox="1">
            <a:spLocks noGrp="1"/>
          </p:cNvSpPr>
          <p:nvPr>
            <p:ph type="subTitle" idx="1"/>
          </p:nvPr>
        </p:nvSpPr>
        <p:spPr>
          <a:xfrm>
            <a:off x="2250150" y="1355551"/>
            <a:ext cx="4643700" cy="169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4"/>
              </a:buClr>
              <a:buSzPts val="2400"/>
              <a:buNone/>
              <a:defRPr sz="2400"/>
            </a:lvl1pPr>
            <a:lvl2pPr lvl="1" algn="ctr" rtl="0">
              <a:spcBef>
                <a:spcPts val="1600"/>
              </a:spcBef>
              <a:spcAft>
                <a:spcPts val="0"/>
              </a:spcAft>
              <a:buSzPts val="2400"/>
              <a:buNone/>
              <a:defRPr sz="2400"/>
            </a:lvl2pPr>
            <a:lvl3pPr lvl="2" algn="ctr" rtl="0">
              <a:spcBef>
                <a:spcPts val="1600"/>
              </a:spcBef>
              <a:spcAft>
                <a:spcPts val="0"/>
              </a:spcAft>
              <a:buSzPts val="2400"/>
              <a:buNone/>
              <a:defRPr sz="2400"/>
            </a:lvl3pPr>
            <a:lvl4pPr lvl="3" algn="ctr" rtl="0">
              <a:spcBef>
                <a:spcPts val="1600"/>
              </a:spcBef>
              <a:spcAft>
                <a:spcPts val="0"/>
              </a:spcAft>
              <a:buSzPts val="2400"/>
              <a:buNone/>
              <a:defRPr sz="2400"/>
            </a:lvl4pPr>
            <a:lvl5pPr lvl="4" algn="ctr" rtl="0">
              <a:spcBef>
                <a:spcPts val="1600"/>
              </a:spcBef>
              <a:spcAft>
                <a:spcPts val="0"/>
              </a:spcAft>
              <a:buSzPts val="2400"/>
              <a:buNone/>
              <a:defRPr sz="2400"/>
            </a:lvl5pPr>
            <a:lvl6pPr lvl="5" algn="ctr" rtl="0">
              <a:spcBef>
                <a:spcPts val="1600"/>
              </a:spcBef>
              <a:spcAft>
                <a:spcPts val="0"/>
              </a:spcAft>
              <a:buSzPts val="2400"/>
              <a:buNone/>
              <a:defRPr sz="2400"/>
            </a:lvl6pPr>
            <a:lvl7pPr lvl="6" algn="ctr" rtl="0">
              <a:spcBef>
                <a:spcPts val="1600"/>
              </a:spcBef>
              <a:spcAft>
                <a:spcPts val="0"/>
              </a:spcAft>
              <a:buSzPts val="2400"/>
              <a:buNone/>
              <a:defRPr sz="2400"/>
            </a:lvl7pPr>
            <a:lvl8pPr lvl="7" algn="ctr" rtl="0">
              <a:spcBef>
                <a:spcPts val="1600"/>
              </a:spcBef>
              <a:spcAft>
                <a:spcPts val="0"/>
              </a:spcAft>
              <a:buSzPts val="2400"/>
              <a:buNone/>
              <a:defRPr sz="2400"/>
            </a:lvl8pPr>
            <a:lvl9pPr lvl="8" algn="ctr" rtl="0">
              <a:spcBef>
                <a:spcPts val="1600"/>
              </a:spcBef>
              <a:spcAft>
                <a:spcPts val="1600"/>
              </a:spcAft>
              <a:buSzPts val="2400"/>
              <a:buNone/>
              <a:defRPr sz="2400"/>
            </a:lvl9pPr>
          </a:lstStyle>
          <a:p>
            <a:endParaRPr/>
          </a:p>
        </p:txBody>
      </p:sp>
      <p:sp>
        <p:nvSpPr>
          <p:cNvPr id="258" name="Google Shape;258;p16"/>
          <p:cNvSpPr/>
          <p:nvPr/>
        </p:nvSpPr>
        <p:spPr>
          <a:xfrm rot="5400000">
            <a:off x="2341731" y="48099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6"/>
          <p:cNvSpPr/>
          <p:nvPr/>
        </p:nvSpPr>
        <p:spPr>
          <a:xfrm rot="5400000">
            <a:off x="989544" y="47098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6"/>
          <p:cNvSpPr/>
          <p:nvPr/>
        </p:nvSpPr>
        <p:spPr>
          <a:xfrm rot="-5400000">
            <a:off x="1684906" y="46572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6"/>
          <p:cNvSpPr/>
          <p:nvPr/>
        </p:nvSpPr>
        <p:spPr>
          <a:xfrm rot="5400000">
            <a:off x="333331" y="40750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6"/>
          <p:cNvSpPr/>
          <p:nvPr/>
        </p:nvSpPr>
        <p:spPr>
          <a:xfrm rot="5400000">
            <a:off x="957006" y="6007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6"/>
          <p:cNvSpPr/>
          <p:nvPr/>
        </p:nvSpPr>
        <p:spPr>
          <a:xfrm rot="5400000">
            <a:off x="8564894" y="4842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6"/>
          <p:cNvSpPr/>
          <p:nvPr/>
        </p:nvSpPr>
        <p:spPr>
          <a:xfrm rot="-5400000">
            <a:off x="234781" y="10034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6"/>
          <p:cNvSpPr/>
          <p:nvPr/>
        </p:nvSpPr>
        <p:spPr>
          <a:xfrm rot="5400000">
            <a:off x="1477081" y="140794"/>
            <a:ext cx="163500" cy="163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6"/>
          <p:cNvSpPr/>
          <p:nvPr/>
        </p:nvSpPr>
        <p:spPr>
          <a:xfrm rot="5400000">
            <a:off x="8233156" y="4337769"/>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6"/>
          <p:cNvSpPr/>
          <p:nvPr/>
        </p:nvSpPr>
        <p:spPr>
          <a:xfrm rot="5400000">
            <a:off x="7390894" y="4558831"/>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6"/>
          <p:cNvSpPr/>
          <p:nvPr/>
        </p:nvSpPr>
        <p:spPr>
          <a:xfrm rot="-5400000">
            <a:off x="8911081" y="3557681"/>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6"/>
          <p:cNvSpPr/>
          <p:nvPr/>
        </p:nvSpPr>
        <p:spPr>
          <a:xfrm rot="5400000">
            <a:off x="7296606" y="520994"/>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1">
  <p:cSld name="CUSTOM_13">
    <p:spTree>
      <p:nvGrpSpPr>
        <p:cNvPr id="1" name="Shape 270"/>
        <p:cNvGrpSpPr/>
        <p:nvPr/>
      </p:nvGrpSpPr>
      <p:grpSpPr>
        <a:xfrm>
          <a:off x="0" y="0"/>
          <a:ext cx="0" cy="0"/>
          <a:chOff x="0" y="0"/>
          <a:chExt cx="0" cy="0"/>
        </a:xfrm>
      </p:grpSpPr>
      <p:sp>
        <p:nvSpPr>
          <p:cNvPr id="271" name="Google Shape;271;p17"/>
          <p:cNvSpPr txBox="1">
            <a:spLocks noGrp="1"/>
          </p:cNvSpPr>
          <p:nvPr>
            <p:ph type="title"/>
          </p:nvPr>
        </p:nvSpPr>
        <p:spPr>
          <a:xfrm>
            <a:off x="710000" y="2261338"/>
            <a:ext cx="5319000" cy="8223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60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72" name="Google Shape;272;p17"/>
          <p:cNvSpPr txBox="1">
            <a:spLocks noGrp="1"/>
          </p:cNvSpPr>
          <p:nvPr>
            <p:ph type="title" idx="2" hasCustomPrompt="1"/>
          </p:nvPr>
        </p:nvSpPr>
        <p:spPr>
          <a:xfrm>
            <a:off x="710000" y="1164675"/>
            <a:ext cx="2932800" cy="9783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6000"/>
              <a:buNone/>
              <a:defRPr sz="8000">
                <a:solidFill>
                  <a:schemeClr val="accent2"/>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273" name="Google Shape;273;p17"/>
          <p:cNvSpPr txBox="1">
            <a:spLocks noGrp="1"/>
          </p:cNvSpPr>
          <p:nvPr>
            <p:ph type="subTitle" idx="1"/>
          </p:nvPr>
        </p:nvSpPr>
        <p:spPr>
          <a:xfrm>
            <a:off x="710000" y="3123913"/>
            <a:ext cx="3513300" cy="435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6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74" name="Google Shape;274;p17"/>
          <p:cNvSpPr/>
          <p:nvPr/>
        </p:nvSpPr>
        <p:spPr>
          <a:xfrm rot="10800000">
            <a:off x="3794725" y="3526224"/>
            <a:ext cx="5269500" cy="1617301"/>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7"/>
          <p:cNvSpPr/>
          <p:nvPr/>
        </p:nvSpPr>
        <p:spPr>
          <a:xfrm flipH="1">
            <a:off x="4079409" y="0"/>
            <a:ext cx="3848746" cy="1015396"/>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7"/>
          <p:cNvSpPr/>
          <p:nvPr/>
        </p:nvSpPr>
        <p:spPr>
          <a:xfrm>
            <a:off x="4805860" y="0"/>
            <a:ext cx="5606452" cy="1388382"/>
          </a:xfrm>
          <a:custGeom>
            <a:avLst/>
            <a:gdLst/>
            <a:ahLst/>
            <a:cxnLst/>
            <a:rect l="l" t="t" r="r" b="b"/>
            <a:pathLst>
              <a:path w="295582" h="107710" extrusionOk="0">
                <a:moveTo>
                  <a:pt x="3890" y="648"/>
                </a:moveTo>
                <a:cubicBezTo>
                  <a:pt x="3890" y="648"/>
                  <a:pt x="1" y="60607"/>
                  <a:pt x="64065" y="49263"/>
                </a:cubicBezTo>
                <a:cubicBezTo>
                  <a:pt x="132883" y="37164"/>
                  <a:pt x="123484" y="107710"/>
                  <a:pt x="183551" y="107710"/>
                </a:cubicBezTo>
                <a:cubicBezTo>
                  <a:pt x="232814" y="107710"/>
                  <a:pt x="209155" y="40513"/>
                  <a:pt x="252368" y="34787"/>
                </a:cubicBezTo>
                <a:cubicBezTo>
                  <a:pt x="295582" y="29061"/>
                  <a:pt x="285751" y="0"/>
                  <a:pt x="2857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7"/>
          <p:cNvSpPr/>
          <p:nvPr/>
        </p:nvSpPr>
        <p:spPr>
          <a:xfrm>
            <a:off x="4898284" y="3305534"/>
            <a:ext cx="4245815" cy="1838051"/>
          </a:xfrm>
          <a:custGeom>
            <a:avLst/>
            <a:gdLst/>
            <a:ahLst/>
            <a:cxnLst/>
            <a:rect l="l" t="t" r="r" b="b"/>
            <a:pathLst>
              <a:path w="285673" h="154588" extrusionOk="0">
                <a:moveTo>
                  <a:pt x="2715" y="154588"/>
                </a:moveTo>
                <a:cubicBezTo>
                  <a:pt x="2715" y="154588"/>
                  <a:pt x="0" y="113633"/>
                  <a:pt x="45298" y="113633"/>
                </a:cubicBezTo>
                <a:cubicBezTo>
                  <a:pt x="90596" y="113633"/>
                  <a:pt x="125888" y="112160"/>
                  <a:pt x="135972" y="50651"/>
                </a:cubicBezTo>
                <a:cubicBezTo>
                  <a:pt x="144194" y="621"/>
                  <a:pt x="221914" y="1"/>
                  <a:pt x="238978" y="40955"/>
                </a:cubicBezTo>
                <a:cubicBezTo>
                  <a:pt x="255965" y="81987"/>
                  <a:pt x="285673" y="81987"/>
                  <a:pt x="285673" y="81987"/>
                </a:cubicBezTo>
                <a:lnTo>
                  <a:pt x="285673" y="15458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7"/>
          <p:cNvSpPr/>
          <p:nvPr/>
        </p:nvSpPr>
        <p:spPr>
          <a:xfrm flipH="1">
            <a:off x="5529737" y="3305400"/>
            <a:ext cx="3614274" cy="1837882"/>
          </a:xfrm>
          <a:custGeom>
            <a:avLst/>
            <a:gdLst/>
            <a:ahLst/>
            <a:cxnLst/>
            <a:rect l="l" t="t" r="r" b="b"/>
            <a:pathLst>
              <a:path w="305002" h="196093" extrusionOk="0">
                <a:moveTo>
                  <a:pt x="0" y="27686"/>
                </a:moveTo>
                <a:cubicBezTo>
                  <a:pt x="0" y="27686"/>
                  <a:pt x="68206" y="0"/>
                  <a:pt x="88558" y="59039"/>
                </a:cubicBezTo>
                <a:cubicBezTo>
                  <a:pt x="108910" y="118077"/>
                  <a:pt x="211769" y="29244"/>
                  <a:pt x="211769" y="120186"/>
                </a:cubicBezTo>
                <a:cubicBezTo>
                  <a:pt x="211769" y="172257"/>
                  <a:pt x="305002" y="135404"/>
                  <a:pt x="280800" y="196092"/>
                </a:cubicBezTo>
                <a:lnTo>
                  <a:pt x="0" y="19609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7"/>
          <p:cNvSpPr/>
          <p:nvPr/>
        </p:nvSpPr>
        <p:spPr>
          <a:xfrm flipH="1">
            <a:off x="5295901" y="0"/>
            <a:ext cx="3848110" cy="1219360"/>
          </a:xfrm>
          <a:custGeom>
            <a:avLst/>
            <a:gdLst/>
            <a:ahLst/>
            <a:cxnLst/>
            <a:rect l="l" t="t" r="r" b="b"/>
            <a:pathLst>
              <a:path w="294198" h="130204" extrusionOk="0">
                <a:moveTo>
                  <a:pt x="283570" y="0"/>
                </a:moveTo>
                <a:cubicBezTo>
                  <a:pt x="283570" y="0"/>
                  <a:pt x="294198" y="57826"/>
                  <a:pt x="203889" y="45181"/>
                </a:cubicBezTo>
                <a:cubicBezTo>
                  <a:pt x="141812" y="36461"/>
                  <a:pt x="157999" y="89109"/>
                  <a:pt x="113581" y="109929"/>
                </a:cubicBezTo>
                <a:cubicBezTo>
                  <a:pt x="70252" y="130203"/>
                  <a:pt x="37442" y="67963"/>
                  <a:pt x="0" y="114071"/>
                </a:cubicBezTo>
                <a:lnTo>
                  <a:pt x="0" y="43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7"/>
          <p:cNvSpPr/>
          <p:nvPr/>
        </p:nvSpPr>
        <p:spPr>
          <a:xfrm rot="5400000">
            <a:off x="7269506" y="10558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7"/>
          <p:cNvSpPr/>
          <p:nvPr/>
        </p:nvSpPr>
        <p:spPr>
          <a:xfrm rot="5400000">
            <a:off x="5917319" y="95579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7"/>
          <p:cNvSpPr/>
          <p:nvPr/>
        </p:nvSpPr>
        <p:spPr>
          <a:xfrm rot="-5400000">
            <a:off x="6612681" y="9031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7"/>
          <p:cNvSpPr/>
          <p:nvPr/>
        </p:nvSpPr>
        <p:spPr>
          <a:xfrm rot="5400000">
            <a:off x="5261106" y="3210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7"/>
          <p:cNvSpPr/>
          <p:nvPr/>
        </p:nvSpPr>
        <p:spPr>
          <a:xfrm rot="-5400000" flipH="1">
            <a:off x="4341681" y="47533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7"/>
          <p:cNvSpPr/>
          <p:nvPr/>
        </p:nvSpPr>
        <p:spPr>
          <a:xfrm rot="5400000" flipH="1">
            <a:off x="5326056" y="43294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7"/>
          <p:cNvSpPr/>
          <p:nvPr/>
        </p:nvSpPr>
        <p:spPr>
          <a:xfrm rot="-5400000" flipH="1">
            <a:off x="7106006" y="3674706"/>
            <a:ext cx="163500" cy="163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umbers and text">
  <p:cSld name="CUSTOM_3">
    <p:spTree>
      <p:nvGrpSpPr>
        <p:cNvPr id="1" name="Shape 287"/>
        <p:cNvGrpSpPr/>
        <p:nvPr/>
      </p:nvGrpSpPr>
      <p:grpSpPr>
        <a:xfrm>
          <a:off x="0" y="0"/>
          <a:ext cx="0" cy="0"/>
          <a:chOff x="0" y="0"/>
          <a:chExt cx="0" cy="0"/>
        </a:xfrm>
      </p:grpSpPr>
      <p:sp>
        <p:nvSpPr>
          <p:cNvPr id="288" name="Google Shape;288;p18"/>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289" name="Google Shape;289;p18"/>
          <p:cNvSpPr txBox="1">
            <a:spLocks noGrp="1"/>
          </p:cNvSpPr>
          <p:nvPr>
            <p:ph type="title" idx="2" hasCustomPrompt="1"/>
          </p:nvPr>
        </p:nvSpPr>
        <p:spPr>
          <a:xfrm>
            <a:off x="884798" y="1499138"/>
            <a:ext cx="32004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6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90" name="Google Shape;290;p18"/>
          <p:cNvSpPr txBox="1">
            <a:spLocks noGrp="1"/>
          </p:cNvSpPr>
          <p:nvPr>
            <p:ph type="subTitle" idx="1"/>
          </p:nvPr>
        </p:nvSpPr>
        <p:spPr>
          <a:xfrm>
            <a:off x="1099425" y="2130913"/>
            <a:ext cx="2771100" cy="52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291" name="Google Shape;291;p18"/>
          <p:cNvSpPr txBox="1">
            <a:spLocks noGrp="1"/>
          </p:cNvSpPr>
          <p:nvPr>
            <p:ph type="title" idx="3" hasCustomPrompt="1"/>
          </p:nvPr>
        </p:nvSpPr>
        <p:spPr>
          <a:xfrm>
            <a:off x="5058798" y="1499138"/>
            <a:ext cx="32004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6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92" name="Google Shape;292;p18"/>
          <p:cNvSpPr txBox="1">
            <a:spLocks noGrp="1"/>
          </p:cNvSpPr>
          <p:nvPr>
            <p:ph type="subTitle" idx="4"/>
          </p:nvPr>
        </p:nvSpPr>
        <p:spPr>
          <a:xfrm>
            <a:off x="5273425" y="2130925"/>
            <a:ext cx="2771100" cy="52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293" name="Google Shape;293;p18"/>
          <p:cNvSpPr txBox="1">
            <a:spLocks noGrp="1"/>
          </p:cNvSpPr>
          <p:nvPr>
            <p:ph type="title" idx="5" hasCustomPrompt="1"/>
          </p:nvPr>
        </p:nvSpPr>
        <p:spPr>
          <a:xfrm>
            <a:off x="2971798" y="3109475"/>
            <a:ext cx="3200400" cy="615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6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94" name="Google Shape;294;p18"/>
          <p:cNvSpPr txBox="1">
            <a:spLocks noGrp="1"/>
          </p:cNvSpPr>
          <p:nvPr>
            <p:ph type="subTitle" idx="6"/>
          </p:nvPr>
        </p:nvSpPr>
        <p:spPr>
          <a:xfrm>
            <a:off x="3186425" y="3740725"/>
            <a:ext cx="27711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400"/>
            </a:lvl1pPr>
            <a:lvl2pPr lvl="1" algn="ctr" rtl="0">
              <a:spcBef>
                <a:spcPts val="160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295" name="Google Shape;295;p18"/>
          <p:cNvSpPr/>
          <p:nvPr/>
        </p:nvSpPr>
        <p:spPr>
          <a:xfrm rot="10800000" flipH="1">
            <a:off x="6626826" y="3797502"/>
            <a:ext cx="2810674" cy="1198053"/>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8"/>
          <p:cNvSpPr/>
          <p:nvPr/>
        </p:nvSpPr>
        <p:spPr>
          <a:xfrm rot="10800000" flipH="1">
            <a:off x="6287025" y="4590289"/>
            <a:ext cx="2860647" cy="75161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8"/>
          <p:cNvSpPr/>
          <p:nvPr/>
        </p:nvSpPr>
        <p:spPr>
          <a:xfrm flipH="1">
            <a:off x="6239900" y="474227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8"/>
          <p:cNvSpPr/>
          <p:nvPr/>
        </p:nvSpPr>
        <p:spPr>
          <a:xfrm flipH="1">
            <a:off x="7868588" y="4484088"/>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8"/>
          <p:cNvSpPr/>
          <p:nvPr/>
        </p:nvSpPr>
        <p:spPr>
          <a:xfrm flipH="1">
            <a:off x="7496815" y="4087142"/>
            <a:ext cx="1990610" cy="1054010"/>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8"/>
          <p:cNvSpPr/>
          <p:nvPr/>
        </p:nvSpPr>
        <p:spPr>
          <a:xfrm flipH="1">
            <a:off x="8130075" y="4087150"/>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8"/>
          <p:cNvSpPr/>
          <p:nvPr/>
        </p:nvSpPr>
        <p:spPr>
          <a:xfrm flipH="1">
            <a:off x="8852338" y="3444788"/>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8"/>
          <p:cNvSpPr/>
          <p:nvPr/>
        </p:nvSpPr>
        <p:spPr>
          <a:xfrm flipH="1">
            <a:off x="-249101" y="82083"/>
            <a:ext cx="2810674" cy="1198053"/>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8"/>
          <p:cNvSpPr/>
          <p:nvPr/>
        </p:nvSpPr>
        <p:spPr>
          <a:xfrm flipH="1">
            <a:off x="40728" y="-264262"/>
            <a:ext cx="2860647" cy="75161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8"/>
          <p:cNvSpPr/>
          <p:nvPr/>
        </p:nvSpPr>
        <p:spPr>
          <a:xfrm rot="10800000" flipH="1">
            <a:off x="1156313" y="43005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8"/>
          <p:cNvSpPr/>
          <p:nvPr/>
        </p:nvSpPr>
        <p:spPr>
          <a:xfrm rot="10800000" flipH="1">
            <a:off x="-299025" y="-63514"/>
            <a:ext cx="1990610" cy="1054010"/>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8"/>
          <p:cNvSpPr/>
          <p:nvPr/>
        </p:nvSpPr>
        <p:spPr>
          <a:xfrm rot="10800000" flipH="1">
            <a:off x="959925" y="891788"/>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8"/>
          <p:cNvSpPr/>
          <p:nvPr/>
        </p:nvSpPr>
        <p:spPr>
          <a:xfrm flipH="1">
            <a:off x="2802975" y="23217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8"/>
          <p:cNvSpPr/>
          <p:nvPr/>
        </p:nvSpPr>
        <p:spPr>
          <a:xfrm rot="10800000" flipH="1">
            <a:off x="172563" y="146935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1">
  <p:cSld name="CUSTOM_33">
    <p:spTree>
      <p:nvGrpSpPr>
        <p:cNvPr id="1" name="Shape 309"/>
        <p:cNvGrpSpPr/>
        <p:nvPr/>
      </p:nvGrpSpPr>
      <p:grpSpPr>
        <a:xfrm>
          <a:off x="0" y="0"/>
          <a:ext cx="0" cy="0"/>
          <a:chOff x="0" y="0"/>
          <a:chExt cx="0" cy="0"/>
        </a:xfrm>
      </p:grpSpPr>
      <p:sp>
        <p:nvSpPr>
          <p:cNvPr id="310" name="Google Shape;310;p19"/>
          <p:cNvSpPr txBox="1">
            <a:spLocks noGrp="1"/>
          </p:cNvSpPr>
          <p:nvPr>
            <p:ph type="subTitle" idx="1"/>
          </p:nvPr>
        </p:nvSpPr>
        <p:spPr>
          <a:xfrm>
            <a:off x="2080050" y="2645675"/>
            <a:ext cx="4069500" cy="690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11" name="Google Shape;311;p19"/>
          <p:cNvSpPr txBox="1">
            <a:spLocks noGrp="1"/>
          </p:cNvSpPr>
          <p:nvPr>
            <p:ph type="title" hasCustomPrompt="1"/>
          </p:nvPr>
        </p:nvSpPr>
        <p:spPr>
          <a:xfrm>
            <a:off x="2185351" y="2107163"/>
            <a:ext cx="3858900" cy="690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000"/>
              <a:buNone/>
              <a:defRPr sz="4000"/>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312" name="Google Shape;312;p19"/>
          <p:cNvSpPr txBox="1">
            <a:spLocks noGrp="1"/>
          </p:cNvSpPr>
          <p:nvPr>
            <p:ph type="subTitle" idx="2"/>
          </p:nvPr>
        </p:nvSpPr>
        <p:spPr>
          <a:xfrm>
            <a:off x="3939875" y="3984725"/>
            <a:ext cx="4209000" cy="690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13" name="Google Shape;313;p19"/>
          <p:cNvSpPr txBox="1">
            <a:spLocks noGrp="1"/>
          </p:cNvSpPr>
          <p:nvPr>
            <p:ph type="title" idx="3" hasCustomPrompt="1"/>
          </p:nvPr>
        </p:nvSpPr>
        <p:spPr>
          <a:xfrm>
            <a:off x="4114925" y="3446225"/>
            <a:ext cx="3858900" cy="690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000"/>
              <a:buNone/>
              <a:defRPr sz="4000"/>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314" name="Google Shape;314;p19"/>
          <p:cNvSpPr txBox="1">
            <a:spLocks noGrp="1"/>
          </p:cNvSpPr>
          <p:nvPr>
            <p:ph type="subTitle" idx="4"/>
          </p:nvPr>
        </p:nvSpPr>
        <p:spPr>
          <a:xfrm>
            <a:off x="150725" y="1306600"/>
            <a:ext cx="4069500" cy="690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15" name="Google Shape;315;p19"/>
          <p:cNvSpPr txBox="1">
            <a:spLocks noGrp="1"/>
          </p:cNvSpPr>
          <p:nvPr>
            <p:ph type="title" idx="5" hasCustomPrompt="1"/>
          </p:nvPr>
        </p:nvSpPr>
        <p:spPr>
          <a:xfrm>
            <a:off x="256025" y="768100"/>
            <a:ext cx="3858900" cy="690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000"/>
              <a:buNone/>
              <a:defRPr sz="4000"/>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316" name="Google Shape;316;p19"/>
          <p:cNvSpPr/>
          <p:nvPr/>
        </p:nvSpPr>
        <p:spPr>
          <a:xfrm flipH="1">
            <a:off x="3939631" y="122"/>
            <a:ext cx="5126677" cy="1573214"/>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rot="10800000" flipH="1">
            <a:off x="1272707" y="4105046"/>
            <a:ext cx="3936983" cy="1038600"/>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9"/>
          <p:cNvSpPr/>
          <p:nvPr/>
        </p:nvSpPr>
        <p:spPr>
          <a:xfrm rot="10800000">
            <a:off x="-1307833" y="3723489"/>
            <a:ext cx="5735030" cy="1420156"/>
          </a:xfrm>
          <a:custGeom>
            <a:avLst/>
            <a:gdLst/>
            <a:ahLst/>
            <a:cxnLst/>
            <a:rect l="l" t="t" r="r" b="b"/>
            <a:pathLst>
              <a:path w="295582" h="107710" extrusionOk="0">
                <a:moveTo>
                  <a:pt x="3890" y="648"/>
                </a:moveTo>
                <a:cubicBezTo>
                  <a:pt x="3890" y="648"/>
                  <a:pt x="1" y="60607"/>
                  <a:pt x="64065" y="49263"/>
                </a:cubicBezTo>
                <a:cubicBezTo>
                  <a:pt x="132883" y="37164"/>
                  <a:pt x="123484" y="107710"/>
                  <a:pt x="183551" y="107710"/>
                </a:cubicBezTo>
                <a:cubicBezTo>
                  <a:pt x="232814" y="107710"/>
                  <a:pt x="209155" y="40513"/>
                  <a:pt x="252368" y="34787"/>
                </a:cubicBezTo>
                <a:cubicBezTo>
                  <a:pt x="295582" y="29061"/>
                  <a:pt x="285751" y="0"/>
                  <a:pt x="2857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9"/>
          <p:cNvSpPr/>
          <p:nvPr/>
        </p:nvSpPr>
        <p:spPr>
          <a:xfrm rot="10800000" flipH="1">
            <a:off x="5013468" y="40"/>
            <a:ext cx="4130832" cy="1788197"/>
          </a:xfrm>
          <a:custGeom>
            <a:avLst/>
            <a:gdLst/>
            <a:ahLst/>
            <a:cxnLst/>
            <a:rect l="l" t="t" r="r" b="b"/>
            <a:pathLst>
              <a:path w="285673" h="154588" extrusionOk="0">
                <a:moveTo>
                  <a:pt x="2715" y="154588"/>
                </a:moveTo>
                <a:cubicBezTo>
                  <a:pt x="2715" y="154588"/>
                  <a:pt x="0" y="113633"/>
                  <a:pt x="45298" y="113633"/>
                </a:cubicBezTo>
                <a:cubicBezTo>
                  <a:pt x="90596" y="113633"/>
                  <a:pt x="125888" y="112160"/>
                  <a:pt x="135972" y="50651"/>
                </a:cubicBezTo>
                <a:cubicBezTo>
                  <a:pt x="144194" y="621"/>
                  <a:pt x="221914" y="1"/>
                  <a:pt x="238978" y="40955"/>
                </a:cubicBezTo>
                <a:cubicBezTo>
                  <a:pt x="255965" y="81987"/>
                  <a:pt x="285673" y="81987"/>
                  <a:pt x="285673" y="81987"/>
                </a:cubicBezTo>
                <a:lnTo>
                  <a:pt x="285673" y="15458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9"/>
          <p:cNvSpPr/>
          <p:nvPr/>
        </p:nvSpPr>
        <p:spPr>
          <a:xfrm rot="10800000">
            <a:off x="5628780" y="489"/>
            <a:ext cx="3515148" cy="1787878"/>
          </a:xfrm>
          <a:custGeom>
            <a:avLst/>
            <a:gdLst/>
            <a:ahLst/>
            <a:cxnLst/>
            <a:rect l="l" t="t" r="r" b="b"/>
            <a:pathLst>
              <a:path w="305002" h="196093" extrusionOk="0">
                <a:moveTo>
                  <a:pt x="0" y="27686"/>
                </a:moveTo>
                <a:cubicBezTo>
                  <a:pt x="0" y="27686"/>
                  <a:pt x="68206" y="0"/>
                  <a:pt x="88558" y="59039"/>
                </a:cubicBezTo>
                <a:cubicBezTo>
                  <a:pt x="108910" y="118077"/>
                  <a:pt x="211769" y="29244"/>
                  <a:pt x="211769" y="120186"/>
                </a:cubicBezTo>
                <a:cubicBezTo>
                  <a:pt x="211769" y="172257"/>
                  <a:pt x="305002" y="135404"/>
                  <a:pt x="280800" y="196092"/>
                </a:cubicBezTo>
                <a:lnTo>
                  <a:pt x="0" y="19609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9"/>
          <p:cNvSpPr/>
          <p:nvPr/>
        </p:nvSpPr>
        <p:spPr>
          <a:xfrm rot="10800000" flipH="1">
            <a:off x="-10490" y="3895966"/>
            <a:ext cx="3937105" cy="1247680"/>
          </a:xfrm>
          <a:custGeom>
            <a:avLst/>
            <a:gdLst/>
            <a:ahLst/>
            <a:cxnLst/>
            <a:rect l="l" t="t" r="r" b="b"/>
            <a:pathLst>
              <a:path w="294198" h="130204" extrusionOk="0">
                <a:moveTo>
                  <a:pt x="283570" y="0"/>
                </a:moveTo>
                <a:cubicBezTo>
                  <a:pt x="283570" y="0"/>
                  <a:pt x="294198" y="57826"/>
                  <a:pt x="203889" y="45181"/>
                </a:cubicBezTo>
                <a:cubicBezTo>
                  <a:pt x="141812" y="36461"/>
                  <a:pt x="157999" y="89109"/>
                  <a:pt x="113581" y="109929"/>
                </a:cubicBezTo>
                <a:cubicBezTo>
                  <a:pt x="70252" y="130203"/>
                  <a:pt x="37442" y="67963"/>
                  <a:pt x="0" y="114071"/>
                </a:cubicBezTo>
                <a:lnTo>
                  <a:pt x="0" y="43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9"/>
          <p:cNvSpPr/>
          <p:nvPr/>
        </p:nvSpPr>
        <p:spPr>
          <a:xfrm rot="5400000">
            <a:off x="3159444" y="42484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9"/>
          <p:cNvSpPr/>
          <p:nvPr/>
        </p:nvSpPr>
        <p:spPr>
          <a:xfrm rot="5400000">
            <a:off x="1528331" y="42649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9"/>
          <p:cNvSpPr/>
          <p:nvPr/>
        </p:nvSpPr>
        <p:spPr>
          <a:xfrm rot="-5400000">
            <a:off x="2223694" y="42123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9"/>
          <p:cNvSpPr/>
          <p:nvPr/>
        </p:nvSpPr>
        <p:spPr>
          <a:xfrm rot="5400000">
            <a:off x="872119" y="36301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9"/>
          <p:cNvSpPr/>
          <p:nvPr/>
        </p:nvSpPr>
        <p:spPr>
          <a:xfrm rot="5400000">
            <a:off x="6821956" y="789581"/>
            <a:ext cx="163500" cy="1635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9"/>
          <p:cNvSpPr/>
          <p:nvPr/>
        </p:nvSpPr>
        <p:spPr>
          <a:xfrm rot="5400000">
            <a:off x="5209844" y="8219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9"/>
          <p:cNvSpPr/>
          <p:nvPr/>
        </p:nvSpPr>
        <p:spPr>
          <a:xfrm rot="-5400000">
            <a:off x="7250456" y="17882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9"/>
          <p:cNvSpPr/>
          <p:nvPr/>
        </p:nvSpPr>
        <p:spPr>
          <a:xfrm rot="5400000">
            <a:off x="4382131" y="1221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1">
  <p:cSld name="CUSTOM_12">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2129125" y="363275"/>
            <a:ext cx="4885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332" name="Google Shape;332;p20"/>
          <p:cNvSpPr/>
          <p:nvPr/>
        </p:nvSpPr>
        <p:spPr>
          <a:xfrm flipH="1">
            <a:off x="-141518" y="-118290"/>
            <a:ext cx="3204343" cy="1651139"/>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0"/>
          <p:cNvSpPr/>
          <p:nvPr/>
        </p:nvSpPr>
        <p:spPr>
          <a:xfrm rot="10800000" flipH="1">
            <a:off x="-241297" y="-72669"/>
            <a:ext cx="2420522" cy="1034218"/>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0"/>
          <p:cNvSpPr/>
          <p:nvPr/>
        </p:nvSpPr>
        <p:spPr>
          <a:xfrm rot="-10484947">
            <a:off x="-697915" y="-411807"/>
            <a:ext cx="1843431" cy="869285"/>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0"/>
          <p:cNvSpPr/>
          <p:nvPr/>
        </p:nvSpPr>
        <p:spPr>
          <a:xfrm rot="10800000" flipH="1">
            <a:off x="1759263" y="45824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0"/>
          <p:cNvSpPr/>
          <p:nvPr/>
        </p:nvSpPr>
        <p:spPr>
          <a:xfrm rot="10800000" flipH="1">
            <a:off x="869351" y="69715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0"/>
          <p:cNvSpPr/>
          <p:nvPr/>
        </p:nvSpPr>
        <p:spPr>
          <a:xfrm rot="10800000" flipH="1">
            <a:off x="91151" y="1262334"/>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2">
  <p:cSld name="CUSTOM_15">
    <p:spTree>
      <p:nvGrpSpPr>
        <p:cNvPr id="1" name="Shape 338"/>
        <p:cNvGrpSpPr/>
        <p:nvPr/>
      </p:nvGrpSpPr>
      <p:grpSpPr>
        <a:xfrm>
          <a:off x="0" y="0"/>
          <a:ext cx="0" cy="0"/>
          <a:chOff x="0" y="0"/>
          <a:chExt cx="0" cy="0"/>
        </a:xfrm>
      </p:grpSpPr>
      <p:sp>
        <p:nvSpPr>
          <p:cNvPr id="339" name="Google Shape;339;p21"/>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340" name="Google Shape;340;p21"/>
          <p:cNvSpPr/>
          <p:nvPr/>
        </p:nvSpPr>
        <p:spPr>
          <a:xfrm rot="1518785">
            <a:off x="6954573" y="116866"/>
            <a:ext cx="2228124" cy="918929"/>
          </a:xfrm>
          <a:custGeom>
            <a:avLst/>
            <a:gdLst/>
            <a:ahLst/>
            <a:cxnLst/>
            <a:rect l="l" t="t" r="r" b="b"/>
            <a:pathLst>
              <a:path w="246008" h="61867" extrusionOk="0">
                <a:moveTo>
                  <a:pt x="1" y="0"/>
                </a:moveTo>
                <a:cubicBezTo>
                  <a:pt x="1" y="0"/>
                  <a:pt x="3900" y="44992"/>
                  <a:pt x="39194" y="57840"/>
                </a:cubicBezTo>
                <a:cubicBezTo>
                  <a:pt x="46974" y="60669"/>
                  <a:pt x="53930" y="61867"/>
                  <a:pt x="60240" y="61867"/>
                </a:cubicBezTo>
                <a:cubicBezTo>
                  <a:pt x="95172" y="61867"/>
                  <a:pt x="110319" y="25159"/>
                  <a:pt x="135837" y="25159"/>
                </a:cubicBezTo>
                <a:cubicBezTo>
                  <a:pt x="138295" y="25159"/>
                  <a:pt x="140849" y="25499"/>
                  <a:pt x="143526" y="26246"/>
                </a:cubicBezTo>
                <a:cubicBezTo>
                  <a:pt x="159260" y="30639"/>
                  <a:pt x="172714" y="32419"/>
                  <a:pt x="184185" y="32419"/>
                </a:cubicBezTo>
                <a:cubicBezTo>
                  <a:pt x="233145" y="32419"/>
                  <a:pt x="246008" y="0"/>
                  <a:pt x="246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1"/>
          <p:cNvSpPr/>
          <p:nvPr/>
        </p:nvSpPr>
        <p:spPr>
          <a:xfrm rot="1519228">
            <a:off x="6010314" y="-585860"/>
            <a:ext cx="3782980" cy="1428824"/>
          </a:xfrm>
          <a:custGeom>
            <a:avLst/>
            <a:gdLst/>
            <a:ahLst/>
            <a:cxnLst/>
            <a:rect l="l" t="t" r="r" b="b"/>
            <a:pathLst>
              <a:path w="264364" h="61984" extrusionOk="0">
                <a:moveTo>
                  <a:pt x="0" y="0"/>
                </a:moveTo>
                <a:lnTo>
                  <a:pt x="0" y="60406"/>
                </a:lnTo>
                <a:cubicBezTo>
                  <a:pt x="2845" y="61497"/>
                  <a:pt x="5907" y="61983"/>
                  <a:pt x="9094" y="61983"/>
                </a:cubicBezTo>
                <a:cubicBezTo>
                  <a:pt x="26664" y="61983"/>
                  <a:pt x="48053" y="47209"/>
                  <a:pt x="57950" y="37427"/>
                </a:cubicBezTo>
                <a:cubicBezTo>
                  <a:pt x="64434" y="31013"/>
                  <a:pt x="70724" y="28611"/>
                  <a:pt x="76592" y="28611"/>
                </a:cubicBezTo>
                <a:cubicBezTo>
                  <a:pt x="86364" y="28611"/>
                  <a:pt x="94966" y="35275"/>
                  <a:pt x="101344" y="41180"/>
                </a:cubicBezTo>
                <a:cubicBezTo>
                  <a:pt x="109706" y="48911"/>
                  <a:pt x="119411" y="51657"/>
                  <a:pt x="128732" y="51657"/>
                </a:cubicBezTo>
                <a:cubicBezTo>
                  <a:pt x="140963" y="51657"/>
                  <a:pt x="152533" y="46928"/>
                  <a:pt x="159536" y="42530"/>
                </a:cubicBezTo>
                <a:cubicBezTo>
                  <a:pt x="163971" y="39737"/>
                  <a:pt x="167611" y="38614"/>
                  <a:pt x="170732" y="38614"/>
                </a:cubicBezTo>
                <a:cubicBezTo>
                  <a:pt x="183490" y="38614"/>
                  <a:pt x="187572" y="57371"/>
                  <a:pt x="201829" y="57371"/>
                </a:cubicBezTo>
                <a:cubicBezTo>
                  <a:pt x="204682" y="57371"/>
                  <a:pt x="207942" y="56619"/>
                  <a:pt x="211761" y="54817"/>
                </a:cubicBezTo>
                <a:cubicBezTo>
                  <a:pt x="216023" y="52806"/>
                  <a:pt x="220035" y="52096"/>
                  <a:pt x="223864" y="52096"/>
                </a:cubicBezTo>
                <a:cubicBezTo>
                  <a:pt x="233065" y="52096"/>
                  <a:pt x="241204" y="56197"/>
                  <a:pt x="249202" y="56197"/>
                </a:cubicBezTo>
                <a:cubicBezTo>
                  <a:pt x="254235" y="56197"/>
                  <a:pt x="259212" y="54573"/>
                  <a:pt x="264364" y="49281"/>
                </a:cubicBezTo>
                <a:lnTo>
                  <a:pt x="2643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1"/>
          <p:cNvSpPr/>
          <p:nvPr/>
        </p:nvSpPr>
        <p:spPr>
          <a:xfrm rot="1518617" flipH="1">
            <a:off x="6004813" y="-503115"/>
            <a:ext cx="4264746" cy="1843807"/>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1"/>
          <p:cNvSpPr/>
          <p:nvPr/>
        </p:nvSpPr>
        <p:spPr>
          <a:xfrm rot="-5400000">
            <a:off x="6589131" y="1652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1"/>
          <p:cNvSpPr/>
          <p:nvPr/>
        </p:nvSpPr>
        <p:spPr>
          <a:xfrm rot="-5400000">
            <a:off x="8006419" y="33009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1"/>
          <p:cNvSpPr/>
          <p:nvPr/>
        </p:nvSpPr>
        <p:spPr>
          <a:xfrm rot="5400000">
            <a:off x="7311056" y="3827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1"/>
          <p:cNvSpPr/>
          <p:nvPr/>
        </p:nvSpPr>
        <p:spPr>
          <a:xfrm rot="-5400000">
            <a:off x="8597531" y="9000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3">
  <p:cSld name="CUSTOM_16">
    <p:spTree>
      <p:nvGrpSpPr>
        <p:cNvPr id="1" name="Shape 347"/>
        <p:cNvGrpSpPr/>
        <p:nvPr/>
      </p:nvGrpSpPr>
      <p:grpSpPr>
        <a:xfrm>
          <a:off x="0" y="0"/>
          <a:ext cx="0" cy="0"/>
          <a:chOff x="0" y="0"/>
          <a:chExt cx="0" cy="0"/>
        </a:xfrm>
      </p:grpSpPr>
      <p:sp>
        <p:nvSpPr>
          <p:cNvPr id="348" name="Google Shape;348;p22"/>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349" name="Google Shape;349;p22"/>
          <p:cNvSpPr/>
          <p:nvPr/>
        </p:nvSpPr>
        <p:spPr>
          <a:xfrm>
            <a:off x="59995" y="104"/>
            <a:ext cx="3198939" cy="981751"/>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2"/>
          <p:cNvSpPr/>
          <p:nvPr/>
        </p:nvSpPr>
        <p:spPr>
          <a:xfrm rot="10800000">
            <a:off x="11674" y="-160"/>
            <a:ext cx="2577485" cy="1116125"/>
          </a:xfrm>
          <a:custGeom>
            <a:avLst/>
            <a:gdLst/>
            <a:ahLst/>
            <a:cxnLst/>
            <a:rect l="l" t="t" r="r" b="b"/>
            <a:pathLst>
              <a:path w="285673" h="154588" extrusionOk="0">
                <a:moveTo>
                  <a:pt x="2715" y="154588"/>
                </a:moveTo>
                <a:cubicBezTo>
                  <a:pt x="2715" y="154588"/>
                  <a:pt x="0" y="113633"/>
                  <a:pt x="45298" y="113633"/>
                </a:cubicBezTo>
                <a:cubicBezTo>
                  <a:pt x="90596" y="113633"/>
                  <a:pt x="125888" y="112160"/>
                  <a:pt x="135972" y="50651"/>
                </a:cubicBezTo>
                <a:cubicBezTo>
                  <a:pt x="144194" y="621"/>
                  <a:pt x="221914" y="1"/>
                  <a:pt x="238978" y="40955"/>
                </a:cubicBezTo>
                <a:cubicBezTo>
                  <a:pt x="255965" y="81987"/>
                  <a:pt x="285673" y="81987"/>
                  <a:pt x="285673" y="81987"/>
                </a:cubicBezTo>
                <a:lnTo>
                  <a:pt x="285673" y="15458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2"/>
          <p:cNvSpPr/>
          <p:nvPr/>
        </p:nvSpPr>
        <p:spPr>
          <a:xfrm rot="10800000" flipH="1">
            <a:off x="11556" y="278"/>
            <a:ext cx="2193727" cy="1115769"/>
          </a:xfrm>
          <a:custGeom>
            <a:avLst/>
            <a:gdLst/>
            <a:ahLst/>
            <a:cxnLst/>
            <a:rect l="l" t="t" r="r" b="b"/>
            <a:pathLst>
              <a:path w="305002" h="196093" extrusionOk="0">
                <a:moveTo>
                  <a:pt x="0" y="27686"/>
                </a:moveTo>
                <a:cubicBezTo>
                  <a:pt x="0" y="27686"/>
                  <a:pt x="68206" y="0"/>
                  <a:pt x="88558" y="59039"/>
                </a:cubicBezTo>
                <a:cubicBezTo>
                  <a:pt x="108910" y="118077"/>
                  <a:pt x="211769" y="29244"/>
                  <a:pt x="211769" y="120186"/>
                </a:cubicBezTo>
                <a:cubicBezTo>
                  <a:pt x="211769" y="172257"/>
                  <a:pt x="305002" y="135404"/>
                  <a:pt x="280800" y="196092"/>
                </a:cubicBezTo>
                <a:lnTo>
                  <a:pt x="0" y="19609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2"/>
          <p:cNvSpPr/>
          <p:nvPr/>
        </p:nvSpPr>
        <p:spPr>
          <a:xfrm rot="5400000" flipH="1">
            <a:off x="3258931" y="1997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2"/>
          <p:cNvSpPr/>
          <p:nvPr/>
        </p:nvSpPr>
        <p:spPr>
          <a:xfrm rot="5400000" flipH="1">
            <a:off x="1272669" y="4446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2"/>
          <p:cNvSpPr/>
          <p:nvPr/>
        </p:nvSpPr>
        <p:spPr>
          <a:xfrm rot="5400000" flipH="1">
            <a:off x="376506" y="13584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4">
  <p:cSld name="CUSTOM_17">
    <p:spTree>
      <p:nvGrpSpPr>
        <p:cNvPr id="1" name="Shape 355"/>
        <p:cNvGrpSpPr/>
        <p:nvPr/>
      </p:nvGrpSpPr>
      <p:grpSpPr>
        <a:xfrm>
          <a:off x="0" y="0"/>
          <a:ext cx="0" cy="0"/>
          <a:chOff x="0" y="0"/>
          <a:chExt cx="0" cy="0"/>
        </a:xfrm>
      </p:grpSpPr>
      <p:sp>
        <p:nvSpPr>
          <p:cNvPr id="356" name="Google Shape;356;p23"/>
          <p:cNvSpPr txBox="1">
            <a:spLocks noGrp="1"/>
          </p:cNvSpPr>
          <p:nvPr>
            <p:ph type="title"/>
          </p:nvPr>
        </p:nvSpPr>
        <p:spPr>
          <a:xfrm>
            <a:off x="710525" y="1974875"/>
            <a:ext cx="2073600" cy="1193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7" name="Google Shape;357;p23"/>
          <p:cNvSpPr/>
          <p:nvPr/>
        </p:nvSpPr>
        <p:spPr>
          <a:xfrm rot="5400000">
            <a:off x="6103527" y="2087160"/>
            <a:ext cx="5127422" cy="953525"/>
          </a:xfrm>
          <a:custGeom>
            <a:avLst/>
            <a:gdLst/>
            <a:ahLst/>
            <a:cxnLst/>
            <a:rect l="l" t="t" r="r" b="b"/>
            <a:pathLst>
              <a:path w="246008" h="61867" extrusionOk="0">
                <a:moveTo>
                  <a:pt x="1" y="0"/>
                </a:moveTo>
                <a:cubicBezTo>
                  <a:pt x="1" y="0"/>
                  <a:pt x="3900" y="44992"/>
                  <a:pt x="39194" y="57840"/>
                </a:cubicBezTo>
                <a:cubicBezTo>
                  <a:pt x="46974" y="60669"/>
                  <a:pt x="53930" y="61867"/>
                  <a:pt x="60240" y="61867"/>
                </a:cubicBezTo>
                <a:cubicBezTo>
                  <a:pt x="95172" y="61867"/>
                  <a:pt x="110319" y="25159"/>
                  <a:pt x="135837" y="25159"/>
                </a:cubicBezTo>
                <a:cubicBezTo>
                  <a:pt x="138295" y="25159"/>
                  <a:pt x="140849" y="25499"/>
                  <a:pt x="143526" y="26246"/>
                </a:cubicBezTo>
                <a:cubicBezTo>
                  <a:pt x="159260" y="30639"/>
                  <a:pt x="172714" y="32419"/>
                  <a:pt x="184185" y="32419"/>
                </a:cubicBezTo>
                <a:cubicBezTo>
                  <a:pt x="233145" y="32419"/>
                  <a:pt x="246008" y="0"/>
                  <a:pt x="246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3"/>
          <p:cNvSpPr/>
          <p:nvPr/>
        </p:nvSpPr>
        <p:spPr>
          <a:xfrm rot="5400000">
            <a:off x="6173920" y="2173333"/>
            <a:ext cx="5143202" cy="796959"/>
          </a:xfrm>
          <a:custGeom>
            <a:avLst/>
            <a:gdLst/>
            <a:ahLst/>
            <a:cxnLst/>
            <a:rect l="l" t="t" r="r" b="b"/>
            <a:pathLst>
              <a:path w="264364" h="61984" extrusionOk="0">
                <a:moveTo>
                  <a:pt x="0" y="0"/>
                </a:moveTo>
                <a:lnTo>
                  <a:pt x="0" y="60406"/>
                </a:lnTo>
                <a:cubicBezTo>
                  <a:pt x="2845" y="61497"/>
                  <a:pt x="5907" y="61983"/>
                  <a:pt x="9094" y="61983"/>
                </a:cubicBezTo>
                <a:cubicBezTo>
                  <a:pt x="26664" y="61983"/>
                  <a:pt x="48053" y="47209"/>
                  <a:pt x="57950" y="37427"/>
                </a:cubicBezTo>
                <a:cubicBezTo>
                  <a:pt x="64434" y="31013"/>
                  <a:pt x="70724" y="28611"/>
                  <a:pt x="76592" y="28611"/>
                </a:cubicBezTo>
                <a:cubicBezTo>
                  <a:pt x="86364" y="28611"/>
                  <a:pt x="94966" y="35275"/>
                  <a:pt x="101344" y="41180"/>
                </a:cubicBezTo>
                <a:cubicBezTo>
                  <a:pt x="109706" y="48911"/>
                  <a:pt x="119411" y="51657"/>
                  <a:pt x="128732" y="51657"/>
                </a:cubicBezTo>
                <a:cubicBezTo>
                  <a:pt x="140963" y="51657"/>
                  <a:pt x="152533" y="46928"/>
                  <a:pt x="159536" y="42530"/>
                </a:cubicBezTo>
                <a:cubicBezTo>
                  <a:pt x="163971" y="39737"/>
                  <a:pt x="167611" y="38614"/>
                  <a:pt x="170732" y="38614"/>
                </a:cubicBezTo>
                <a:cubicBezTo>
                  <a:pt x="183490" y="38614"/>
                  <a:pt x="187572" y="57371"/>
                  <a:pt x="201829" y="57371"/>
                </a:cubicBezTo>
                <a:cubicBezTo>
                  <a:pt x="204682" y="57371"/>
                  <a:pt x="207942" y="56619"/>
                  <a:pt x="211761" y="54817"/>
                </a:cubicBezTo>
                <a:cubicBezTo>
                  <a:pt x="216023" y="52806"/>
                  <a:pt x="220035" y="52096"/>
                  <a:pt x="223864" y="52096"/>
                </a:cubicBezTo>
                <a:cubicBezTo>
                  <a:pt x="233065" y="52096"/>
                  <a:pt x="241204" y="56197"/>
                  <a:pt x="249202" y="56197"/>
                </a:cubicBezTo>
                <a:cubicBezTo>
                  <a:pt x="254235" y="56197"/>
                  <a:pt x="259212" y="54573"/>
                  <a:pt x="264364" y="49281"/>
                </a:cubicBezTo>
                <a:lnTo>
                  <a:pt x="2643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3"/>
          <p:cNvSpPr/>
          <p:nvPr/>
        </p:nvSpPr>
        <p:spPr>
          <a:xfrm rot="5400000" flipH="1">
            <a:off x="6143644" y="2143144"/>
            <a:ext cx="5143337" cy="857374"/>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3"/>
          <p:cNvSpPr/>
          <p:nvPr/>
        </p:nvSpPr>
        <p:spPr>
          <a:xfrm rot="10800000">
            <a:off x="8190469" y="2925494"/>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3"/>
          <p:cNvSpPr/>
          <p:nvPr/>
        </p:nvSpPr>
        <p:spPr>
          <a:xfrm rot="10800000">
            <a:off x="8438581" y="1809106"/>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3"/>
          <p:cNvSpPr/>
          <p:nvPr/>
        </p:nvSpPr>
        <p:spPr>
          <a:xfrm>
            <a:off x="8223019" y="45065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3"/>
          <p:cNvSpPr/>
          <p:nvPr/>
        </p:nvSpPr>
        <p:spPr>
          <a:xfrm rot="10800000">
            <a:off x="8093069" y="357569"/>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5">
  <p:cSld name="CUSTOM_22">
    <p:spTree>
      <p:nvGrpSpPr>
        <p:cNvPr id="1" name="Shape 364"/>
        <p:cNvGrpSpPr/>
        <p:nvPr/>
      </p:nvGrpSpPr>
      <p:grpSpPr>
        <a:xfrm>
          <a:off x="0" y="0"/>
          <a:ext cx="0" cy="0"/>
          <a:chOff x="0" y="0"/>
          <a:chExt cx="0" cy="0"/>
        </a:xfrm>
      </p:grpSpPr>
      <p:sp>
        <p:nvSpPr>
          <p:cNvPr id="365" name="Google Shape;365;p24"/>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366" name="Google Shape;366;p24"/>
          <p:cNvSpPr/>
          <p:nvPr/>
        </p:nvSpPr>
        <p:spPr>
          <a:xfrm rot="-3280717" flipH="1">
            <a:off x="7781743" y="3792720"/>
            <a:ext cx="2443146" cy="939983"/>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4"/>
          <p:cNvSpPr/>
          <p:nvPr/>
        </p:nvSpPr>
        <p:spPr>
          <a:xfrm rot="-4712503">
            <a:off x="7628681" y="3954489"/>
            <a:ext cx="3153935" cy="1121083"/>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4"/>
          <p:cNvSpPr/>
          <p:nvPr/>
        </p:nvSpPr>
        <p:spPr>
          <a:xfrm rot="-4136030" flipH="1">
            <a:off x="7516847" y="3617988"/>
            <a:ext cx="3605675" cy="1194680"/>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4"/>
          <p:cNvSpPr/>
          <p:nvPr/>
        </p:nvSpPr>
        <p:spPr>
          <a:xfrm rot="1958429">
            <a:off x="8794263" y="2889380"/>
            <a:ext cx="163525" cy="163525"/>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4"/>
          <p:cNvSpPr/>
          <p:nvPr/>
        </p:nvSpPr>
        <p:spPr>
          <a:xfrm rot="-8839666">
            <a:off x="8871845" y="3947370"/>
            <a:ext cx="98364" cy="98617"/>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4"/>
          <p:cNvSpPr/>
          <p:nvPr/>
        </p:nvSpPr>
        <p:spPr>
          <a:xfrm rot="1958429">
            <a:off x="8441203" y="4487431"/>
            <a:ext cx="163525" cy="163525"/>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6">
  <p:cSld name="CUSTOM_27">
    <p:spTree>
      <p:nvGrpSpPr>
        <p:cNvPr id="1" name="Shape 372"/>
        <p:cNvGrpSpPr/>
        <p:nvPr/>
      </p:nvGrpSpPr>
      <p:grpSpPr>
        <a:xfrm>
          <a:off x="0" y="0"/>
          <a:ext cx="0" cy="0"/>
          <a:chOff x="0" y="0"/>
          <a:chExt cx="0" cy="0"/>
        </a:xfrm>
      </p:grpSpPr>
      <p:sp>
        <p:nvSpPr>
          <p:cNvPr id="373" name="Google Shape;373;p25"/>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374" name="Google Shape;374;p25"/>
          <p:cNvSpPr/>
          <p:nvPr/>
        </p:nvSpPr>
        <p:spPr>
          <a:xfrm rot="10800000">
            <a:off x="7300975" y="63548"/>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5"/>
          <p:cNvSpPr/>
          <p:nvPr/>
        </p:nvSpPr>
        <p:spPr>
          <a:xfrm rot="-9367883" flipH="1">
            <a:off x="6856721" y="-338129"/>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5"/>
          <p:cNvSpPr/>
          <p:nvPr/>
        </p:nvSpPr>
        <p:spPr>
          <a:xfrm rot="-9944222">
            <a:off x="6941636" y="-294729"/>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5"/>
          <p:cNvSpPr/>
          <p:nvPr/>
        </p:nvSpPr>
        <p:spPr>
          <a:xfrm rot="5400000">
            <a:off x="8826706" y="15332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5"/>
          <p:cNvSpPr/>
          <p:nvPr/>
        </p:nvSpPr>
        <p:spPr>
          <a:xfrm rot="5400000">
            <a:off x="6850244" y="11189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5"/>
          <p:cNvSpPr/>
          <p:nvPr/>
        </p:nvSpPr>
        <p:spPr>
          <a:xfrm rot="-5400000">
            <a:off x="8001331" y="7131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7">
  <p:cSld name="CUSTOM_28">
    <p:spTree>
      <p:nvGrpSpPr>
        <p:cNvPr id="1" name="Shape 380"/>
        <p:cNvGrpSpPr/>
        <p:nvPr/>
      </p:nvGrpSpPr>
      <p:grpSpPr>
        <a:xfrm>
          <a:off x="0" y="0"/>
          <a:ext cx="0" cy="0"/>
          <a:chOff x="0" y="0"/>
          <a:chExt cx="0" cy="0"/>
        </a:xfrm>
      </p:grpSpPr>
      <p:sp>
        <p:nvSpPr>
          <p:cNvPr id="381" name="Google Shape;381;p26"/>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382" name="Google Shape;382;p26"/>
          <p:cNvSpPr/>
          <p:nvPr/>
        </p:nvSpPr>
        <p:spPr>
          <a:xfrm rot="10800000" flipH="1">
            <a:off x="-1381510" y="29851"/>
            <a:ext cx="3370532"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6"/>
          <p:cNvSpPr/>
          <p:nvPr/>
        </p:nvSpPr>
        <p:spPr>
          <a:xfrm rot="9732937">
            <a:off x="-1662691" y="-411848"/>
            <a:ext cx="4178350" cy="1201199"/>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6"/>
          <p:cNvSpPr/>
          <p:nvPr/>
        </p:nvSpPr>
        <p:spPr>
          <a:xfrm rot="10173584" flipH="1">
            <a:off x="-2452873" y="-344563"/>
            <a:ext cx="4901831" cy="1227025"/>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6"/>
          <p:cNvSpPr/>
          <p:nvPr/>
        </p:nvSpPr>
        <p:spPr>
          <a:xfrm rot="5400000" flipH="1">
            <a:off x="2728806" y="598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6"/>
          <p:cNvSpPr/>
          <p:nvPr/>
        </p:nvSpPr>
        <p:spPr>
          <a:xfrm rot="5400000" flipH="1">
            <a:off x="1104144" y="6002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6"/>
          <p:cNvSpPr/>
          <p:nvPr/>
        </p:nvSpPr>
        <p:spPr>
          <a:xfrm rot="5400000" flipH="1">
            <a:off x="306356" y="10011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8">
  <p:cSld name="CUSTOM_14">
    <p:spTree>
      <p:nvGrpSpPr>
        <p:cNvPr id="1" name="Shape 388"/>
        <p:cNvGrpSpPr/>
        <p:nvPr/>
      </p:nvGrpSpPr>
      <p:grpSpPr>
        <a:xfrm>
          <a:off x="0" y="0"/>
          <a:ext cx="0" cy="0"/>
          <a:chOff x="0" y="0"/>
          <a:chExt cx="0" cy="0"/>
        </a:xfrm>
      </p:grpSpPr>
      <p:sp>
        <p:nvSpPr>
          <p:cNvPr id="389" name="Google Shape;389;p27"/>
          <p:cNvSpPr/>
          <p:nvPr/>
        </p:nvSpPr>
        <p:spPr>
          <a:xfrm rot="10800000">
            <a:off x="28128" y="4556975"/>
            <a:ext cx="9115826" cy="630425"/>
          </a:xfrm>
          <a:custGeom>
            <a:avLst/>
            <a:gdLst/>
            <a:ahLst/>
            <a:cxnLst/>
            <a:rect l="l" t="t" r="r" b="b"/>
            <a:pathLst>
              <a:path w="246008" h="61867" extrusionOk="0">
                <a:moveTo>
                  <a:pt x="1" y="0"/>
                </a:moveTo>
                <a:cubicBezTo>
                  <a:pt x="1" y="0"/>
                  <a:pt x="3900" y="44992"/>
                  <a:pt x="39194" y="57840"/>
                </a:cubicBezTo>
                <a:cubicBezTo>
                  <a:pt x="46974" y="60669"/>
                  <a:pt x="53930" y="61867"/>
                  <a:pt x="60240" y="61867"/>
                </a:cubicBezTo>
                <a:cubicBezTo>
                  <a:pt x="95172" y="61867"/>
                  <a:pt x="110319" y="25159"/>
                  <a:pt x="135837" y="25159"/>
                </a:cubicBezTo>
                <a:cubicBezTo>
                  <a:pt x="138295" y="25159"/>
                  <a:pt x="140849" y="25499"/>
                  <a:pt x="143526" y="26246"/>
                </a:cubicBezTo>
                <a:cubicBezTo>
                  <a:pt x="159260" y="30639"/>
                  <a:pt x="172714" y="32419"/>
                  <a:pt x="184185" y="32419"/>
                </a:cubicBezTo>
                <a:cubicBezTo>
                  <a:pt x="233145" y="32419"/>
                  <a:pt x="246008" y="0"/>
                  <a:pt x="246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7"/>
          <p:cNvSpPr/>
          <p:nvPr/>
        </p:nvSpPr>
        <p:spPr>
          <a:xfrm rot="10800000">
            <a:off x="264" y="4660381"/>
            <a:ext cx="9143690" cy="527019"/>
          </a:xfrm>
          <a:custGeom>
            <a:avLst/>
            <a:gdLst/>
            <a:ahLst/>
            <a:cxnLst/>
            <a:rect l="l" t="t" r="r" b="b"/>
            <a:pathLst>
              <a:path w="264364" h="61984" extrusionOk="0">
                <a:moveTo>
                  <a:pt x="0" y="0"/>
                </a:moveTo>
                <a:lnTo>
                  <a:pt x="0" y="60406"/>
                </a:lnTo>
                <a:cubicBezTo>
                  <a:pt x="2845" y="61497"/>
                  <a:pt x="5907" y="61983"/>
                  <a:pt x="9094" y="61983"/>
                </a:cubicBezTo>
                <a:cubicBezTo>
                  <a:pt x="26664" y="61983"/>
                  <a:pt x="48053" y="47209"/>
                  <a:pt x="57950" y="37427"/>
                </a:cubicBezTo>
                <a:cubicBezTo>
                  <a:pt x="64434" y="31013"/>
                  <a:pt x="70724" y="28611"/>
                  <a:pt x="76592" y="28611"/>
                </a:cubicBezTo>
                <a:cubicBezTo>
                  <a:pt x="86364" y="28611"/>
                  <a:pt x="94966" y="35275"/>
                  <a:pt x="101344" y="41180"/>
                </a:cubicBezTo>
                <a:cubicBezTo>
                  <a:pt x="109706" y="48911"/>
                  <a:pt x="119411" y="51657"/>
                  <a:pt x="128732" y="51657"/>
                </a:cubicBezTo>
                <a:cubicBezTo>
                  <a:pt x="140963" y="51657"/>
                  <a:pt x="152533" y="46928"/>
                  <a:pt x="159536" y="42530"/>
                </a:cubicBezTo>
                <a:cubicBezTo>
                  <a:pt x="163971" y="39737"/>
                  <a:pt x="167611" y="38614"/>
                  <a:pt x="170732" y="38614"/>
                </a:cubicBezTo>
                <a:cubicBezTo>
                  <a:pt x="183490" y="38614"/>
                  <a:pt x="187572" y="57371"/>
                  <a:pt x="201829" y="57371"/>
                </a:cubicBezTo>
                <a:cubicBezTo>
                  <a:pt x="204682" y="57371"/>
                  <a:pt x="207942" y="56619"/>
                  <a:pt x="211761" y="54817"/>
                </a:cubicBezTo>
                <a:cubicBezTo>
                  <a:pt x="216023" y="52806"/>
                  <a:pt x="220035" y="52096"/>
                  <a:pt x="223864" y="52096"/>
                </a:cubicBezTo>
                <a:cubicBezTo>
                  <a:pt x="233065" y="52096"/>
                  <a:pt x="241204" y="56197"/>
                  <a:pt x="249202" y="56197"/>
                </a:cubicBezTo>
                <a:cubicBezTo>
                  <a:pt x="254235" y="56197"/>
                  <a:pt x="259212" y="54573"/>
                  <a:pt x="264364" y="49281"/>
                </a:cubicBezTo>
                <a:lnTo>
                  <a:pt x="2643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7"/>
          <p:cNvSpPr/>
          <p:nvPr/>
        </p:nvSpPr>
        <p:spPr>
          <a:xfrm rot="10800000" flipH="1">
            <a:off x="0" y="4620366"/>
            <a:ext cx="9144078" cy="567034"/>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7"/>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atin typeface="Open Sans"/>
                <a:ea typeface="Open Sans"/>
                <a:cs typeface="Open Sans"/>
                <a:sym typeface="Open Sans"/>
              </a:defRPr>
            </a:lvl1pPr>
            <a:lvl2pPr lvl="1" rtl="0">
              <a:spcBef>
                <a:spcPts val="0"/>
              </a:spcBef>
              <a:spcAft>
                <a:spcPts val="0"/>
              </a:spcAft>
              <a:buSzPts val="3000"/>
              <a:buNone/>
              <a:defRPr>
                <a:latin typeface="Open Sans"/>
                <a:ea typeface="Open Sans"/>
                <a:cs typeface="Open Sans"/>
                <a:sym typeface="Open Sans"/>
              </a:defRPr>
            </a:lvl2pPr>
            <a:lvl3pPr lvl="2" rtl="0">
              <a:spcBef>
                <a:spcPts val="0"/>
              </a:spcBef>
              <a:spcAft>
                <a:spcPts val="0"/>
              </a:spcAft>
              <a:buSzPts val="3000"/>
              <a:buNone/>
              <a:defRPr>
                <a:latin typeface="Open Sans"/>
                <a:ea typeface="Open Sans"/>
                <a:cs typeface="Open Sans"/>
                <a:sym typeface="Open Sans"/>
              </a:defRPr>
            </a:lvl3pPr>
            <a:lvl4pPr lvl="3" rtl="0">
              <a:spcBef>
                <a:spcPts val="0"/>
              </a:spcBef>
              <a:spcAft>
                <a:spcPts val="0"/>
              </a:spcAft>
              <a:buSzPts val="3000"/>
              <a:buNone/>
              <a:defRPr>
                <a:latin typeface="Open Sans"/>
                <a:ea typeface="Open Sans"/>
                <a:cs typeface="Open Sans"/>
                <a:sym typeface="Open Sans"/>
              </a:defRPr>
            </a:lvl4pPr>
            <a:lvl5pPr lvl="4" rtl="0">
              <a:spcBef>
                <a:spcPts val="0"/>
              </a:spcBef>
              <a:spcAft>
                <a:spcPts val="0"/>
              </a:spcAft>
              <a:buSzPts val="3000"/>
              <a:buNone/>
              <a:defRPr>
                <a:latin typeface="Open Sans"/>
                <a:ea typeface="Open Sans"/>
                <a:cs typeface="Open Sans"/>
                <a:sym typeface="Open Sans"/>
              </a:defRPr>
            </a:lvl5pPr>
            <a:lvl6pPr lvl="5" rtl="0">
              <a:spcBef>
                <a:spcPts val="0"/>
              </a:spcBef>
              <a:spcAft>
                <a:spcPts val="0"/>
              </a:spcAft>
              <a:buSzPts val="3000"/>
              <a:buNone/>
              <a:defRPr>
                <a:latin typeface="Open Sans"/>
                <a:ea typeface="Open Sans"/>
                <a:cs typeface="Open Sans"/>
                <a:sym typeface="Open Sans"/>
              </a:defRPr>
            </a:lvl6pPr>
            <a:lvl7pPr lvl="6" rtl="0">
              <a:spcBef>
                <a:spcPts val="0"/>
              </a:spcBef>
              <a:spcAft>
                <a:spcPts val="0"/>
              </a:spcAft>
              <a:buSzPts val="3000"/>
              <a:buNone/>
              <a:defRPr>
                <a:latin typeface="Open Sans"/>
                <a:ea typeface="Open Sans"/>
                <a:cs typeface="Open Sans"/>
                <a:sym typeface="Open Sans"/>
              </a:defRPr>
            </a:lvl7pPr>
            <a:lvl8pPr lvl="7" rtl="0">
              <a:spcBef>
                <a:spcPts val="0"/>
              </a:spcBef>
              <a:spcAft>
                <a:spcPts val="0"/>
              </a:spcAft>
              <a:buSzPts val="3000"/>
              <a:buNone/>
              <a:defRPr>
                <a:latin typeface="Open Sans"/>
                <a:ea typeface="Open Sans"/>
                <a:cs typeface="Open Sans"/>
                <a:sym typeface="Open Sans"/>
              </a:defRPr>
            </a:lvl8pPr>
            <a:lvl9pPr lvl="8" rtl="0">
              <a:spcBef>
                <a:spcPts val="0"/>
              </a:spcBef>
              <a:spcAft>
                <a:spcPts val="0"/>
              </a:spcAft>
              <a:buSzPts val="3000"/>
              <a:buNone/>
              <a:defRPr>
                <a:latin typeface="Open Sans"/>
                <a:ea typeface="Open Sans"/>
                <a:cs typeface="Open Sans"/>
                <a:sym typeface="Open Sans"/>
              </a:defRPr>
            </a:lvl9pPr>
          </a:lstStyle>
          <a:p>
            <a:endParaRPr/>
          </a:p>
        </p:txBody>
      </p:sp>
      <p:sp>
        <p:nvSpPr>
          <p:cNvPr id="393" name="Google Shape;393;p27"/>
          <p:cNvSpPr/>
          <p:nvPr/>
        </p:nvSpPr>
        <p:spPr>
          <a:xfrm rot="5400000">
            <a:off x="5105631" y="45384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7"/>
          <p:cNvSpPr/>
          <p:nvPr/>
        </p:nvSpPr>
        <p:spPr>
          <a:xfrm rot="5400000">
            <a:off x="2614144" y="45708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7"/>
          <p:cNvSpPr/>
          <p:nvPr/>
        </p:nvSpPr>
        <p:spPr>
          <a:xfrm rot="-5400000">
            <a:off x="8149681" y="44399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7"/>
          <p:cNvSpPr/>
          <p:nvPr/>
        </p:nvSpPr>
        <p:spPr>
          <a:xfrm rot="5400000">
            <a:off x="171556" y="46540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9">
  <p:cSld name="CUSTOM_30">
    <p:spTree>
      <p:nvGrpSpPr>
        <p:cNvPr id="1" name="Shape 397"/>
        <p:cNvGrpSpPr/>
        <p:nvPr/>
      </p:nvGrpSpPr>
      <p:grpSpPr>
        <a:xfrm>
          <a:off x="0" y="0"/>
          <a:ext cx="0" cy="0"/>
          <a:chOff x="0" y="0"/>
          <a:chExt cx="0" cy="0"/>
        </a:xfrm>
      </p:grpSpPr>
      <p:sp>
        <p:nvSpPr>
          <p:cNvPr id="398" name="Google Shape;398;p28"/>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399" name="Google Shape;399;p28"/>
          <p:cNvSpPr/>
          <p:nvPr/>
        </p:nvSpPr>
        <p:spPr>
          <a:xfrm flipH="1">
            <a:off x="6742285" y="4150269"/>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8"/>
          <p:cNvSpPr/>
          <p:nvPr/>
        </p:nvSpPr>
        <p:spPr>
          <a:xfrm rot="-1432117">
            <a:off x="6298030" y="4370786"/>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8"/>
          <p:cNvSpPr/>
          <p:nvPr/>
        </p:nvSpPr>
        <p:spPr>
          <a:xfrm rot="-855778" flipH="1">
            <a:off x="6382945" y="4253784"/>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8"/>
          <p:cNvSpPr/>
          <p:nvPr/>
        </p:nvSpPr>
        <p:spPr>
          <a:xfrm rot="3639566">
            <a:off x="8848749" y="3810222"/>
            <a:ext cx="163469" cy="163469"/>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8"/>
          <p:cNvSpPr/>
          <p:nvPr/>
        </p:nvSpPr>
        <p:spPr>
          <a:xfrm rot="3637394">
            <a:off x="7609045" y="4405221"/>
            <a:ext cx="98461" cy="98722"/>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8"/>
          <p:cNvSpPr/>
          <p:nvPr/>
        </p:nvSpPr>
        <p:spPr>
          <a:xfrm rot="-7162606">
            <a:off x="8189482" y="4018840"/>
            <a:ext cx="98461" cy="98722"/>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8"/>
          <p:cNvSpPr/>
          <p:nvPr/>
        </p:nvSpPr>
        <p:spPr>
          <a:xfrm rot="3639566">
            <a:off x="6737804" y="4153075"/>
            <a:ext cx="163469" cy="163469"/>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0">
  <p:cSld name="CUSTOM_31">
    <p:spTree>
      <p:nvGrpSpPr>
        <p:cNvPr id="1" name="Shape 406"/>
        <p:cNvGrpSpPr/>
        <p:nvPr/>
      </p:nvGrpSpPr>
      <p:grpSpPr>
        <a:xfrm>
          <a:off x="0" y="0"/>
          <a:ext cx="0" cy="0"/>
          <a:chOff x="0" y="0"/>
          <a:chExt cx="0" cy="0"/>
        </a:xfrm>
      </p:grpSpPr>
      <p:sp>
        <p:nvSpPr>
          <p:cNvPr id="407" name="Google Shape;407;p29"/>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408" name="Google Shape;408;p29"/>
          <p:cNvSpPr/>
          <p:nvPr/>
        </p:nvSpPr>
        <p:spPr>
          <a:xfrm rot="10800000">
            <a:off x="-1079229" y="4069511"/>
            <a:ext cx="4337666" cy="1074138"/>
          </a:xfrm>
          <a:custGeom>
            <a:avLst/>
            <a:gdLst/>
            <a:ahLst/>
            <a:cxnLst/>
            <a:rect l="l" t="t" r="r" b="b"/>
            <a:pathLst>
              <a:path w="295582" h="107710" extrusionOk="0">
                <a:moveTo>
                  <a:pt x="3890" y="648"/>
                </a:moveTo>
                <a:cubicBezTo>
                  <a:pt x="3890" y="648"/>
                  <a:pt x="1" y="60607"/>
                  <a:pt x="64065" y="49263"/>
                </a:cubicBezTo>
                <a:cubicBezTo>
                  <a:pt x="132883" y="37164"/>
                  <a:pt x="123484" y="107710"/>
                  <a:pt x="183551" y="107710"/>
                </a:cubicBezTo>
                <a:cubicBezTo>
                  <a:pt x="232814" y="107710"/>
                  <a:pt x="209155" y="40513"/>
                  <a:pt x="252368" y="34787"/>
                </a:cubicBezTo>
                <a:cubicBezTo>
                  <a:pt x="295582" y="29061"/>
                  <a:pt x="285751" y="0"/>
                  <a:pt x="2857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9"/>
          <p:cNvSpPr/>
          <p:nvPr/>
        </p:nvSpPr>
        <p:spPr>
          <a:xfrm rot="10800000" flipH="1">
            <a:off x="-97988" y="4199995"/>
            <a:ext cx="2978019" cy="943653"/>
          </a:xfrm>
          <a:custGeom>
            <a:avLst/>
            <a:gdLst/>
            <a:ahLst/>
            <a:cxnLst/>
            <a:rect l="l" t="t" r="r" b="b"/>
            <a:pathLst>
              <a:path w="294198" h="130204" extrusionOk="0">
                <a:moveTo>
                  <a:pt x="283570" y="0"/>
                </a:moveTo>
                <a:cubicBezTo>
                  <a:pt x="283570" y="0"/>
                  <a:pt x="294198" y="57826"/>
                  <a:pt x="203889" y="45181"/>
                </a:cubicBezTo>
                <a:cubicBezTo>
                  <a:pt x="141812" y="36461"/>
                  <a:pt x="157999" y="89109"/>
                  <a:pt x="113581" y="109929"/>
                </a:cubicBezTo>
                <a:cubicBezTo>
                  <a:pt x="70252" y="130203"/>
                  <a:pt x="37442" y="67963"/>
                  <a:pt x="0" y="114071"/>
                </a:cubicBezTo>
                <a:lnTo>
                  <a:pt x="0" y="43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9"/>
          <p:cNvSpPr/>
          <p:nvPr/>
        </p:nvSpPr>
        <p:spPr>
          <a:xfrm rot="5400000">
            <a:off x="2548406" y="46750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9"/>
          <p:cNvSpPr/>
          <p:nvPr/>
        </p:nvSpPr>
        <p:spPr>
          <a:xfrm rot="5400000">
            <a:off x="1196219" y="45750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9"/>
          <p:cNvSpPr/>
          <p:nvPr/>
        </p:nvSpPr>
        <p:spPr>
          <a:xfrm rot="-5400000">
            <a:off x="1891581" y="452239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1">
  <p:cSld name="CUSTOM_34">
    <p:spTree>
      <p:nvGrpSpPr>
        <p:cNvPr id="1" name="Shape 413"/>
        <p:cNvGrpSpPr/>
        <p:nvPr/>
      </p:nvGrpSpPr>
      <p:grpSpPr>
        <a:xfrm>
          <a:off x="0" y="0"/>
          <a:ext cx="0" cy="0"/>
          <a:chOff x="0" y="0"/>
          <a:chExt cx="0" cy="0"/>
        </a:xfrm>
      </p:grpSpPr>
      <p:sp>
        <p:nvSpPr>
          <p:cNvPr id="414" name="Google Shape;414;p30"/>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415" name="Google Shape;415;p30"/>
          <p:cNvSpPr/>
          <p:nvPr/>
        </p:nvSpPr>
        <p:spPr>
          <a:xfrm rot="-5911893" flipH="1">
            <a:off x="-870825" y="-757650"/>
            <a:ext cx="1679785" cy="2039064"/>
          </a:xfrm>
          <a:custGeom>
            <a:avLst/>
            <a:gdLst/>
            <a:ahLst/>
            <a:cxnLst/>
            <a:rect l="l" t="t" r="r" b="b"/>
            <a:pathLst>
              <a:path w="184937" h="139852" extrusionOk="0">
                <a:moveTo>
                  <a:pt x="59024" y="1"/>
                </a:moveTo>
                <a:cubicBezTo>
                  <a:pt x="37702" y="1"/>
                  <a:pt x="17942" y="12858"/>
                  <a:pt x="11925" y="32587"/>
                </a:cubicBezTo>
                <a:cubicBezTo>
                  <a:pt x="1" y="71595"/>
                  <a:pt x="35681" y="113191"/>
                  <a:pt x="79310" y="130384"/>
                </a:cubicBezTo>
                <a:cubicBezTo>
                  <a:pt x="95983" y="136984"/>
                  <a:pt x="112612" y="139851"/>
                  <a:pt x="127490" y="139851"/>
                </a:cubicBezTo>
                <a:cubicBezTo>
                  <a:pt x="160532" y="139851"/>
                  <a:pt x="184937" y="125708"/>
                  <a:pt x="182005" y="106905"/>
                </a:cubicBezTo>
                <a:cubicBezTo>
                  <a:pt x="175997" y="67251"/>
                  <a:pt x="140409" y="105334"/>
                  <a:pt x="114805" y="42848"/>
                </a:cubicBezTo>
                <a:cubicBezTo>
                  <a:pt x="102395" y="12395"/>
                  <a:pt x="79957" y="1"/>
                  <a:pt x="5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0"/>
          <p:cNvSpPr/>
          <p:nvPr/>
        </p:nvSpPr>
        <p:spPr>
          <a:xfrm rot="-515846" flipH="1">
            <a:off x="-2829770" y="-321140"/>
            <a:ext cx="4858752" cy="984749"/>
          </a:xfrm>
          <a:custGeom>
            <a:avLst/>
            <a:gdLst/>
            <a:ahLst/>
            <a:cxnLst/>
            <a:rect l="l" t="t" r="r" b="b"/>
            <a:pathLst>
              <a:path w="264364" h="48804" extrusionOk="0">
                <a:moveTo>
                  <a:pt x="0" y="1"/>
                </a:moveTo>
                <a:lnTo>
                  <a:pt x="0" y="34052"/>
                </a:lnTo>
                <a:cubicBezTo>
                  <a:pt x="3219" y="35165"/>
                  <a:pt x="6028" y="35625"/>
                  <a:pt x="8547" y="35625"/>
                </a:cubicBezTo>
                <a:cubicBezTo>
                  <a:pt x="20567" y="35625"/>
                  <a:pt x="25980" y="25146"/>
                  <a:pt x="37813" y="25146"/>
                </a:cubicBezTo>
                <a:cubicBezTo>
                  <a:pt x="42388" y="25146"/>
                  <a:pt x="47922" y="26712"/>
                  <a:pt x="55168" y="31055"/>
                </a:cubicBezTo>
                <a:cubicBezTo>
                  <a:pt x="70462" y="40234"/>
                  <a:pt x="80176" y="48502"/>
                  <a:pt x="91777" y="48502"/>
                </a:cubicBezTo>
                <a:cubicBezTo>
                  <a:pt x="98366" y="48502"/>
                  <a:pt x="105563" y="45836"/>
                  <a:pt x="114738" y="39155"/>
                </a:cubicBezTo>
                <a:cubicBezTo>
                  <a:pt x="122916" y="33205"/>
                  <a:pt x="129075" y="31386"/>
                  <a:pt x="134351" y="31386"/>
                </a:cubicBezTo>
                <a:cubicBezTo>
                  <a:pt x="142654" y="31386"/>
                  <a:pt x="148772" y="35892"/>
                  <a:pt x="157136" y="35892"/>
                </a:cubicBezTo>
                <a:cubicBezTo>
                  <a:pt x="163427" y="35892"/>
                  <a:pt x="170988" y="33343"/>
                  <a:pt x="181706" y="24412"/>
                </a:cubicBezTo>
                <a:cubicBezTo>
                  <a:pt x="184794" y="21838"/>
                  <a:pt x="187774" y="20762"/>
                  <a:pt x="190680" y="20762"/>
                </a:cubicBezTo>
                <a:cubicBezTo>
                  <a:pt x="205031" y="20762"/>
                  <a:pt x="217584" y="46994"/>
                  <a:pt x="232473" y="48634"/>
                </a:cubicBezTo>
                <a:cubicBezTo>
                  <a:pt x="233525" y="48749"/>
                  <a:pt x="234513" y="48803"/>
                  <a:pt x="235446" y="48803"/>
                </a:cubicBezTo>
                <a:cubicBezTo>
                  <a:pt x="246713" y="48803"/>
                  <a:pt x="250150" y="40916"/>
                  <a:pt x="264364" y="38048"/>
                </a:cubicBezTo>
                <a:lnTo>
                  <a:pt x="2643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0"/>
          <p:cNvSpPr/>
          <p:nvPr/>
        </p:nvSpPr>
        <p:spPr>
          <a:xfrm flipH="1">
            <a:off x="-2852836" y="-312190"/>
            <a:ext cx="4906095" cy="1060078"/>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0"/>
          <p:cNvSpPr/>
          <p:nvPr/>
        </p:nvSpPr>
        <p:spPr>
          <a:xfrm rot="10800000">
            <a:off x="7544677" y="63541"/>
            <a:ext cx="3370532"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0"/>
          <p:cNvSpPr/>
          <p:nvPr/>
        </p:nvSpPr>
        <p:spPr>
          <a:xfrm rot="-9732937" flipH="1">
            <a:off x="6592039" y="-378158"/>
            <a:ext cx="4178350" cy="1201199"/>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0"/>
          <p:cNvSpPr/>
          <p:nvPr/>
        </p:nvSpPr>
        <p:spPr>
          <a:xfrm rot="-10173584">
            <a:off x="7084740" y="-310873"/>
            <a:ext cx="4901831" cy="1227025"/>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0"/>
          <p:cNvSpPr/>
          <p:nvPr/>
        </p:nvSpPr>
        <p:spPr>
          <a:xfrm rot="5400000">
            <a:off x="8509906" y="10035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0"/>
          <p:cNvSpPr/>
          <p:nvPr/>
        </p:nvSpPr>
        <p:spPr>
          <a:xfrm rot="5400000">
            <a:off x="6823844" y="1218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0"/>
          <p:cNvSpPr/>
          <p:nvPr/>
        </p:nvSpPr>
        <p:spPr>
          <a:xfrm rot="-5400000">
            <a:off x="365881" y="6002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0"/>
          <p:cNvSpPr/>
          <p:nvPr/>
        </p:nvSpPr>
        <p:spPr>
          <a:xfrm rot="5400000">
            <a:off x="1715256" y="180144"/>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12">
  <p:cSld name="CUSTOM_38">
    <p:spTree>
      <p:nvGrpSpPr>
        <p:cNvPr id="1" name="Shape 425"/>
        <p:cNvGrpSpPr/>
        <p:nvPr/>
      </p:nvGrpSpPr>
      <p:grpSpPr>
        <a:xfrm>
          <a:off x="0" y="0"/>
          <a:ext cx="0" cy="0"/>
          <a:chOff x="0" y="0"/>
          <a:chExt cx="0" cy="0"/>
        </a:xfrm>
      </p:grpSpPr>
      <p:sp>
        <p:nvSpPr>
          <p:cNvPr id="426" name="Google Shape;426;p31"/>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427" name="Google Shape;427;p31"/>
          <p:cNvSpPr/>
          <p:nvPr/>
        </p:nvSpPr>
        <p:spPr>
          <a:xfrm rot="10800000" flipH="1">
            <a:off x="-614789" y="79410"/>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1"/>
          <p:cNvSpPr/>
          <p:nvPr/>
        </p:nvSpPr>
        <p:spPr>
          <a:xfrm rot="9367883">
            <a:off x="-881240" y="-322266"/>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1"/>
          <p:cNvSpPr/>
          <p:nvPr/>
        </p:nvSpPr>
        <p:spPr>
          <a:xfrm rot="9944222" flipH="1">
            <a:off x="-1417570" y="-278867"/>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1"/>
          <p:cNvSpPr/>
          <p:nvPr/>
        </p:nvSpPr>
        <p:spPr>
          <a:xfrm rot="5772639">
            <a:off x="8598824" y="-560579"/>
            <a:ext cx="1671004" cy="1597787"/>
          </a:xfrm>
          <a:custGeom>
            <a:avLst/>
            <a:gdLst/>
            <a:ahLst/>
            <a:cxnLst/>
            <a:rect l="l" t="t" r="r" b="b"/>
            <a:pathLst>
              <a:path w="184937" h="139852" extrusionOk="0">
                <a:moveTo>
                  <a:pt x="59024" y="1"/>
                </a:moveTo>
                <a:cubicBezTo>
                  <a:pt x="37702" y="1"/>
                  <a:pt x="17942" y="12858"/>
                  <a:pt x="11925" y="32587"/>
                </a:cubicBezTo>
                <a:cubicBezTo>
                  <a:pt x="1" y="71595"/>
                  <a:pt x="35681" y="113191"/>
                  <a:pt x="79310" y="130384"/>
                </a:cubicBezTo>
                <a:cubicBezTo>
                  <a:pt x="95983" y="136984"/>
                  <a:pt x="112612" y="139851"/>
                  <a:pt x="127490" y="139851"/>
                </a:cubicBezTo>
                <a:cubicBezTo>
                  <a:pt x="160532" y="139851"/>
                  <a:pt x="184937" y="125708"/>
                  <a:pt x="182005" y="106905"/>
                </a:cubicBezTo>
                <a:cubicBezTo>
                  <a:pt x="175997" y="67251"/>
                  <a:pt x="140409" y="105334"/>
                  <a:pt x="114805" y="42848"/>
                </a:cubicBezTo>
                <a:cubicBezTo>
                  <a:pt x="102395" y="12395"/>
                  <a:pt x="79957" y="1"/>
                  <a:pt x="5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1"/>
          <p:cNvSpPr/>
          <p:nvPr/>
        </p:nvSpPr>
        <p:spPr>
          <a:xfrm rot="706905">
            <a:off x="7020027" y="-335675"/>
            <a:ext cx="3557278" cy="966682"/>
          </a:xfrm>
          <a:custGeom>
            <a:avLst/>
            <a:gdLst/>
            <a:ahLst/>
            <a:cxnLst/>
            <a:rect l="l" t="t" r="r" b="b"/>
            <a:pathLst>
              <a:path w="264364" h="48804" extrusionOk="0">
                <a:moveTo>
                  <a:pt x="0" y="1"/>
                </a:moveTo>
                <a:lnTo>
                  <a:pt x="0" y="34052"/>
                </a:lnTo>
                <a:cubicBezTo>
                  <a:pt x="3219" y="35165"/>
                  <a:pt x="6028" y="35625"/>
                  <a:pt x="8547" y="35625"/>
                </a:cubicBezTo>
                <a:cubicBezTo>
                  <a:pt x="20567" y="35625"/>
                  <a:pt x="25980" y="25146"/>
                  <a:pt x="37813" y="25146"/>
                </a:cubicBezTo>
                <a:cubicBezTo>
                  <a:pt x="42388" y="25146"/>
                  <a:pt x="47922" y="26712"/>
                  <a:pt x="55168" y="31055"/>
                </a:cubicBezTo>
                <a:cubicBezTo>
                  <a:pt x="70462" y="40234"/>
                  <a:pt x="80176" y="48502"/>
                  <a:pt x="91777" y="48502"/>
                </a:cubicBezTo>
                <a:cubicBezTo>
                  <a:pt x="98366" y="48502"/>
                  <a:pt x="105563" y="45836"/>
                  <a:pt x="114738" y="39155"/>
                </a:cubicBezTo>
                <a:cubicBezTo>
                  <a:pt x="122916" y="33205"/>
                  <a:pt x="129075" y="31386"/>
                  <a:pt x="134351" y="31386"/>
                </a:cubicBezTo>
                <a:cubicBezTo>
                  <a:pt x="142654" y="31386"/>
                  <a:pt x="148772" y="35892"/>
                  <a:pt x="157136" y="35892"/>
                </a:cubicBezTo>
                <a:cubicBezTo>
                  <a:pt x="163427" y="35892"/>
                  <a:pt x="170988" y="33343"/>
                  <a:pt x="181706" y="24412"/>
                </a:cubicBezTo>
                <a:cubicBezTo>
                  <a:pt x="184794" y="21838"/>
                  <a:pt x="187774" y="20762"/>
                  <a:pt x="190680" y="20762"/>
                </a:cubicBezTo>
                <a:cubicBezTo>
                  <a:pt x="205031" y="20762"/>
                  <a:pt x="217584" y="46994"/>
                  <a:pt x="232473" y="48634"/>
                </a:cubicBezTo>
                <a:cubicBezTo>
                  <a:pt x="233525" y="48749"/>
                  <a:pt x="234513" y="48803"/>
                  <a:pt x="235446" y="48803"/>
                </a:cubicBezTo>
                <a:cubicBezTo>
                  <a:pt x="246713" y="48803"/>
                  <a:pt x="250150" y="40916"/>
                  <a:pt x="264364" y="38048"/>
                </a:cubicBezTo>
                <a:lnTo>
                  <a:pt x="2643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1"/>
          <p:cNvSpPr/>
          <p:nvPr/>
        </p:nvSpPr>
        <p:spPr>
          <a:xfrm>
            <a:off x="7020070" y="-335758"/>
            <a:ext cx="3556654" cy="1060078"/>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1"/>
          <p:cNvSpPr/>
          <p:nvPr/>
        </p:nvSpPr>
        <p:spPr>
          <a:xfrm rot="5400000">
            <a:off x="1088106" y="6917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1"/>
          <p:cNvSpPr/>
          <p:nvPr/>
        </p:nvSpPr>
        <p:spPr>
          <a:xfrm rot="5400000">
            <a:off x="7730244" y="4383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1"/>
          <p:cNvSpPr/>
          <p:nvPr/>
        </p:nvSpPr>
        <p:spPr>
          <a:xfrm rot="-5400000">
            <a:off x="400881" y="7241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1"/>
          <p:cNvSpPr/>
          <p:nvPr/>
        </p:nvSpPr>
        <p:spPr>
          <a:xfrm rot="5400000">
            <a:off x="6958806" y="1997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13">
  <p:cSld name="CUSTOM_39">
    <p:spTree>
      <p:nvGrpSpPr>
        <p:cNvPr id="1" name="Shape 437"/>
        <p:cNvGrpSpPr/>
        <p:nvPr/>
      </p:nvGrpSpPr>
      <p:grpSpPr>
        <a:xfrm>
          <a:off x="0" y="0"/>
          <a:ext cx="0" cy="0"/>
          <a:chOff x="0" y="0"/>
          <a:chExt cx="0" cy="0"/>
        </a:xfrm>
      </p:grpSpPr>
      <p:sp>
        <p:nvSpPr>
          <p:cNvPr id="438" name="Google Shape;438;p32"/>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439" name="Google Shape;439;p32"/>
          <p:cNvSpPr/>
          <p:nvPr/>
        </p:nvSpPr>
        <p:spPr>
          <a:xfrm rot="5772639">
            <a:off x="8598824" y="-560579"/>
            <a:ext cx="1671004" cy="1597787"/>
          </a:xfrm>
          <a:custGeom>
            <a:avLst/>
            <a:gdLst/>
            <a:ahLst/>
            <a:cxnLst/>
            <a:rect l="l" t="t" r="r" b="b"/>
            <a:pathLst>
              <a:path w="184937" h="139852" extrusionOk="0">
                <a:moveTo>
                  <a:pt x="59024" y="1"/>
                </a:moveTo>
                <a:cubicBezTo>
                  <a:pt x="37702" y="1"/>
                  <a:pt x="17942" y="12858"/>
                  <a:pt x="11925" y="32587"/>
                </a:cubicBezTo>
                <a:cubicBezTo>
                  <a:pt x="1" y="71595"/>
                  <a:pt x="35681" y="113191"/>
                  <a:pt x="79310" y="130384"/>
                </a:cubicBezTo>
                <a:cubicBezTo>
                  <a:pt x="95983" y="136984"/>
                  <a:pt x="112612" y="139851"/>
                  <a:pt x="127490" y="139851"/>
                </a:cubicBezTo>
                <a:cubicBezTo>
                  <a:pt x="160532" y="139851"/>
                  <a:pt x="184937" y="125708"/>
                  <a:pt x="182005" y="106905"/>
                </a:cubicBezTo>
                <a:cubicBezTo>
                  <a:pt x="175997" y="67251"/>
                  <a:pt x="140409" y="105334"/>
                  <a:pt x="114805" y="42848"/>
                </a:cubicBezTo>
                <a:cubicBezTo>
                  <a:pt x="102395" y="12395"/>
                  <a:pt x="79957" y="1"/>
                  <a:pt x="5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2"/>
          <p:cNvSpPr/>
          <p:nvPr/>
        </p:nvSpPr>
        <p:spPr>
          <a:xfrm rot="706905">
            <a:off x="7020027" y="-335675"/>
            <a:ext cx="3557278" cy="966682"/>
          </a:xfrm>
          <a:custGeom>
            <a:avLst/>
            <a:gdLst/>
            <a:ahLst/>
            <a:cxnLst/>
            <a:rect l="l" t="t" r="r" b="b"/>
            <a:pathLst>
              <a:path w="264364" h="48804" extrusionOk="0">
                <a:moveTo>
                  <a:pt x="0" y="1"/>
                </a:moveTo>
                <a:lnTo>
                  <a:pt x="0" y="34052"/>
                </a:lnTo>
                <a:cubicBezTo>
                  <a:pt x="3219" y="35165"/>
                  <a:pt x="6028" y="35625"/>
                  <a:pt x="8547" y="35625"/>
                </a:cubicBezTo>
                <a:cubicBezTo>
                  <a:pt x="20567" y="35625"/>
                  <a:pt x="25980" y="25146"/>
                  <a:pt x="37813" y="25146"/>
                </a:cubicBezTo>
                <a:cubicBezTo>
                  <a:pt x="42388" y="25146"/>
                  <a:pt x="47922" y="26712"/>
                  <a:pt x="55168" y="31055"/>
                </a:cubicBezTo>
                <a:cubicBezTo>
                  <a:pt x="70462" y="40234"/>
                  <a:pt x="80176" y="48502"/>
                  <a:pt x="91777" y="48502"/>
                </a:cubicBezTo>
                <a:cubicBezTo>
                  <a:pt x="98366" y="48502"/>
                  <a:pt x="105563" y="45836"/>
                  <a:pt x="114738" y="39155"/>
                </a:cubicBezTo>
                <a:cubicBezTo>
                  <a:pt x="122916" y="33205"/>
                  <a:pt x="129075" y="31386"/>
                  <a:pt x="134351" y="31386"/>
                </a:cubicBezTo>
                <a:cubicBezTo>
                  <a:pt x="142654" y="31386"/>
                  <a:pt x="148772" y="35892"/>
                  <a:pt x="157136" y="35892"/>
                </a:cubicBezTo>
                <a:cubicBezTo>
                  <a:pt x="163427" y="35892"/>
                  <a:pt x="170988" y="33343"/>
                  <a:pt x="181706" y="24412"/>
                </a:cubicBezTo>
                <a:cubicBezTo>
                  <a:pt x="184794" y="21838"/>
                  <a:pt x="187774" y="20762"/>
                  <a:pt x="190680" y="20762"/>
                </a:cubicBezTo>
                <a:cubicBezTo>
                  <a:pt x="205031" y="20762"/>
                  <a:pt x="217584" y="46994"/>
                  <a:pt x="232473" y="48634"/>
                </a:cubicBezTo>
                <a:cubicBezTo>
                  <a:pt x="233525" y="48749"/>
                  <a:pt x="234513" y="48803"/>
                  <a:pt x="235446" y="48803"/>
                </a:cubicBezTo>
                <a:cubicBezTo>
                  <a:pt x="246713" y="48803"/>
                  <a:pt x="250150" y="40916"/>
                  <a:pt x="264364" y="38048"/>
                </a:cubicBezTo>
                <a:lnTo>
                  <a:pt x="2643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2"/>
          <p:cNvSpPr/>
          <p:nvPr/>
        </p:nvSpPr>
        <p:spPr>
          <a:xfrm>
            <a:off x="7020070" y="-335758"/>
            <a:ext cx="3556654" cy="1060078"/>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2"/>
          <p:cNvSpPr/>
          <p:nvPr/>
        </p:nvSpPr>
        <p:spPr>
          <a:xfrm rot="5400000">
            <a:off x="-693662" y="2761041"/>
            <a:ext cx="2443246" cy="56873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2"/>
          <p:cNvSpPr/>
          <p:nvPr/>
        </p:nvSpPr>
        <p:spPr>
          <a:xfrm rot="5399497" flipH="1">
            <a:off x="-1918147" y="1922604"/>
            <a:ext cx="4515337" cy="678344"/>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2"/>
          <p:cNvSpPr/>
          <p:nvPr/>
        </p:nvSpPr>
        <p:spPr>
          <a:xfrm rot="5400440">
            <a:off x="-2219066" y="2210242"/>
            <a:ext cx="5161707" cy="722922"/>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2"/>
          <p:cNvSpPr/>
          <p:nvPr/>
        </p:nvSpPr>
        <p:spPr>
          <a:xfrm flipH="1">
            <a:off x="6742285" y="4150269"/>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2"/>
          <p:cNvSpPr/>
          <p:nvPr/>
        </p:nvSpPr>
        <p:spPr>
          <a:xfrm rot="-1432117">
            <a:off x="6298030" y="4370786"/>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2"/>
          <p:cNvSpPr/>
          <p:nvPr/>
        </p:nvSpPr>
        <p:spPr>
          <a:xfrm rot="-855778" flipH="1">
            <a:off x="6382945" y="4253784"/>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2"/>
          <p:cNvSpPr/>
          <p:nvPr/>
        </p:nvSpPr>
        <p:spPr>
          <a:xfrm>
            <a:off x="1089719" y="363269"/>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2"/>
          <p:cNvSpPr/>
          <p:nvPr/>
        </p:nvSpPr>
        <p:spPr>
          <a:xfrm>
            <a:off x="478769" y="3116206"/>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2"/>
          <p:cNvSpPr/>
          <p:nvPr/>
        </p:nvSpPr>
        <p:spPr>
          <a:xfrm rot="10800000">
            <a:off x="625181" y="14105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2"/>
          <p:cNvSpPr/>
          <p:nvPr/>
        </p:nvSpPr>
        <p:spPr>
          <a:xfrm>
            <a:off x="812319" y="4651219"/>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2"/>
          <p:cNvSpPr/>
          <p:nvPr/>
        </p:nvSpPr>
        <p:spPr>
          <a:xfrm rot="5400000">
            <a:off x="8776881" y="38280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2"/>
          <p:cNvSpPr/>
          <p:nvPr/>
        </p:nvSpPr>
        <p:spPr>
          <a:xfrm rot="5400000">
            <a:off x="6958944" y="188956"/>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2"/>
          <p:cNvSpPr/>
          <p:nvPr/>
        </p:nvSpPr>
        <p:spPr>
          <a:xfrm rot="-5400000">
            <a:off x="7277406" y="43377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2"/>
          <p:cNvSpPr/>
          <p:nvPr/>
        </p:nvSpPr>
        <p:spPr>
          <a:xfrm rot="5400000">
            <a:off x="8513881" y="8568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14">
  <p:cSld name="CUSTOM_44">
    <p:spTree>
      <p:nvGrpSpPr>
        <p:cNvPr id="1" name="Shape 456"/>
        <p:cNvGrpSpPr/>
        <p:nvPr/>
      </p:nvGrpSpPr>
      <p:grpSpPr>
        <a:xfrm>
          <a:off x="0" y="0"/>
          <a:ext cx="0" cy="0"/>
          <a:chOff x="0" y="0"/>
          <a:chExt cx="0" cy="0"/>
        </a:xfrm>
      </p:grpSpPr>
      <p:sp>
        <p:nvSpPr>
          <p:cNvPr id="457" name="Google Shape;457;p33"/>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458" name="Google Shape;458;p33"/>
          <p:cNvSpPr/>
          <p:nvPr/>
        </p:nvSpPr>
        <p:spPr>
          <a:xfrm rot="10800000">
            <a:off x="4827336" y="4320028"/>
            <a:ext cx="3936983" cy="1153922"/>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3"/>
          <p:cNvSpPr/>
          <p:nvPr/>
        </p:nvSpPr>
        <p:spPr>
          <a:xfrm rot="10800000" flipH="1">
            <a:off x="5609830" y="3895999"/>
            <a:ext cx="5735030" cy="1577952"/>
          </a:xfrm>
          <a:custGeom>
            <a:avLst/>
            <a:gdLst/>
            <a:ahLst/>
            <a:cxnLst/>
            <a:rect l="l" t="t" r="r" b="b"/>
            <a:pathLst>
              <a:path w="295582" h="107710" extrusionOk="0">
                <a:moveTo>
                  <a:pt x="3890" y="648"/>
                </a:moveTo>
                <a:cubicBezTo>
                  <a:pt x="3890" y="648"/>
                  <a:pt x="1" y="60607"/>
                  <a:pt x="64065" y="49263"/>
                </a:cubicBezTo>
                <a:cubicBezTo>
                  <a:pt x="132883" y="37164"/>
                  <a:pt x="123484" y="107710"/>
                  <a:pt x="183551" y="107710"/>
                </a:cubicBezTo>
                <a:cubicBezTo>
                  <a:pt x="232814" y="107710"/>
                  <a:pt x="209155" y="40513"/>
                  <a:pt x="252368" y="34787"/>
                </a:cubicBezTo>
                <a:cubicBezTo>
                  <a:pt x="295582" y="29061"/>
                  <a:pt x="285751" y="0"/>
                  <a:pt x="2857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3"/>
          <p:cNvSpPr/>
          <p:nvPr/>
        </p:nvSpPr>
        <p:spPr>
          <a:xfrm rot="10800000">
            <a:off x="6110409" y="4087929"/>
            <a:ext cx="3937105" cy="1386022"/>
          </a:xfrm>
          <a:custGeom>
            <a:avLst/>
            <a:gdLst/>
            <a:ahLst/>
            <a:cxnLst/>
            <a:rect l="l" t="t" r="r" b="b"/>
            <a:pathLst>
              <a:path w="294198" h="130204" extrusionOk="0">
                <a:moveTo>
                  <a:pt x="283570" y="0"/>
                </a:moveTo>
                <a:cubicBezTo>
                  <a:pt x="283570" y="0"/>
                  <a:pt x="294198" y="57826"/>
                  <a:pt x="203889" y="45181"/>
                </a:cubicBezTo>
                <a:cubicBezTo>
                  <a:pt x="141812" y="36461"/>
                  <a:pt x="157999" y="89109"/>
                  <a:pt x="113581" y="109929"/>
                </a:cubicBezTo>
                <a:cubicBezTo>
                  <a:pt x="70252" y="130203"/>
                  <a:pt x="37442" y="67963"/>
                  <a:pt x="0" y="114071"/>
                </a:cubicBezTo>
                <a:lnTo>
                  <a:pt x="0" y="43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3"/>
          <p:cNvSpPr/>
          <p:nvPr/>
        </p:nvSpPr>
        <p:spPr>
          <a:xfrm rot="3210522">
            <a:off x="8828071" y="3601255"/>
            <a:ext cx="163444" cy="1634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3"/>
          <p:cNvSpPr/>
          <p:nvPr/>
        </p:nvSpPr>
        <p:spPr>
          <a:xfrm rot="3212945">
            <a:off x="7223745" y="4593605"/>
            <a:ext cx="98463" cy="98641"/>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3"/>
          <p:cNvSpPr/>
          <p:nvPr/>
        </p:nvSpPr>
        <p:spPr>
          <a:xfrm rot="-7587055">
            <a:off x="7969056" y="4201692"/>
            <a:ext cx="98463" cy="98641"/>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3"/>
          <p:cNvSpPr/>
          <p:nvPr/>
        </p:nvSpPr>
        <p:spPr>
          <a:xfrm rot="3210522">
            <a:off x="5603511" y="4603257"/>
            <a:ext cx="163444" cy="1634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15">
  <p:cSld name="CUSTOM_45">
    <p:spTree>
      <p:nvGrpSpPr>
        <p:cNvPr id="1" name="Shape 465"/>
        <p:cNvGrpSpPr/>
        <p:nvPr/>
      </p:nvGrpSpPr>
      <p:grpSpPr>
        <a:xfrm>
          <a:off x="0" y="0"/>
          <a:ext cx="0" cy="0"/>
          <a:chOff x="0" y="0"/>
          <a:chExt cx="0" cy="0"/>
        </a:xfrm>
      </p:grpSpPr>
      <p:sp>
        <p:nvSpPr>
          <p:cNvPr id="466" name="Google Shape;466;p34"/>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467" name="Google Shape;467;p34"/>
          <p:cNvSpPr/>
          <p:nvPr/>
        </p:nvSpPr>
        <p:spPr>
          <a:xfrm>
            <a:off x="-175093" y="-11"/>
            <a:ext cx="3936983" cy="1038600"/>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4"/>
          <p:cNvSpPr/>
          <p:nvPr/>
        </p:nvSpPr>
        <p:spPr>
          <a:xfrm flipH="1">
            <a:off x="-2755633" y="-11"/>
            <a:ext cx="5735030" cy="1420156"/>
          </a:xfrm>
          <a:custGeom>
            <a:avLst/>
            <a:gdLst/>
            <a:ahLst/>
            <a:cxnLst/>
            <a:rect l="l" t="t" r="r" b="b"/>
            <a:pathLst>
              <a:path w="295582" h="107710" extrusionOk="0">
                <a:moveTo>
                  <a:pt x="3890" y="648"/>
                </a:moveTo>
                <a:cubicBezTo>
                  <a:pt x="3890" y="648"/>
                  <a:pt x="1" y="60607"/>
                  <a:pt x="64065" y="49263"/>
                </a:cubicBezTo>
                <a:cubicBezTo>
                  <a:pt x="132883" y="37164"/>
                  <a:pt x="123484" y="107710"/>
                  <a:pt x="183551" y="107710"/>
                </a:cubicBezTo>
                <a:cubicBezTo>
                  <a:pt x="232814" y="107710"/>
                  <a:pt x="209155" y="40513"/>
                  <a:pt x="252368" y="34787"/>
                </a:cubicBezTo>
                <a:cubicBezTo>
                  <a:pt x="295582" y="29061"/>
                  <a:pt x="285751" y="0"/>
                  <a:pt x="2857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4"/>
          <p:cNvSpPr/>
          <p:nvPr/>
        </p:nvSpPr>
        <p:spPr>
          <a:xfrm>
            <a:off x="-1458290" y="-11"/>
            <a:ext cx="3937105" cy="1247680"/>
          </a:xfrm>
          <a:custGeom>
            <a:avLst/>
            <a:gdLst/>
            <a:ahLst/>
            <a:cxnLst/>
            <a:rect l="l" t="t" r="r" b="b"/>
            <a:pathLst>
              <a:path w="294198" h="130204" extrusionOk="0">
                <a:moveTo>
                  <a:pt x="283570" y="0"/>
                </a:moveTo>
                <a:cubicBezTo>
                  <a:pt x="283570" y="0"/>
                  <a:pt x="294198" y="57826"/>
                  <a:pt x="203889" y="45181"/>
                </a:cubicBezTo>
                <a:cubicBezTo>
                  <a:pt x="141812" y="36461"/>
                  <a:pt x="157999" y="89109"/>
                  <a:pt x="113581" y="109929"/>
                </a:cubicBezTo>
                <a:cubicBezTo>
                  <a:pt x="70252" y="130203"/>
                  <a:pt x="37442" y="67963"/>
                  <a:pt x="0" y="114071"/>
                </a:cubicBezTo>
                <a:lnTo>
                  <a:pt x="0" y="43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4"/>
          <p:cNvSpPr/>
          <p:nvPr/>
        </p:nvSpPr>
        <p:spPr>
          <a:xfrm rot="5400000" flipH="1">
            <a:off x="4202856" y="1247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4"/>
          <p:cNvSpPr/>
          <p:nvPr/>
        </p:nvSpPr>
        <p:spPr>
          <a:xfrm rot="5400000" flipH="1">
            <a:off x="902469" y="8019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4"/>
          <p:cNvSpPr/>
          <p:nvPr/>
        </p:nvSpPr>
        <p:spPr>
          <a:xfrm rot="-5400000" flipH="1">
            <a:off x="1597831" y="8545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4"/>
          <p:cNvSpPr/>
          <p:nvPr/>
        </p:nvSpPr>
        <p:spPr>
          <a:xfrm rot="5400000" flipH="1">
            <a:off x="246256" y="13719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16">
  <p:cSld name="CUSTOM_47">
    <p:spTree>
      <p:nvGrpSpPr>
        <p:cNvPr id="1" name="Shape 474"/>
        <p:cNvGrpSpPr/>
        <p:nvPr/>
      </p:nvGrpSpPr>
      <p:grpSpPr>
        <a:xfrm>
          <a:off x="0" y="0"/>
          <a:ext cx="0" cy="0"/>
          <a:chOff x="0" y="0"/>
          <a:chExt cx="0" cy="0"/>
        </a:xfrm>
      </p:grpSpPr>
      <p:sp>
        <p:nvSpPr>
          <p:cNvPr id="475" name="Google Shape;475;p35"/>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476" name="Google Shape;476;p35"/>
          <p:cNvSpPr/>
          <p:nvPr/>
        </p:nvSpPr>
        <p:spPr>
          <a:xfrm flipH="1">
            <a:off x="6742285" y="4150269"/>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5"/>
          <p:cNvSpPr/>
          <p:nvPr/>
        </p:nvSpPr>
        <p:spPr>
          <a:xfrm rot="-1432117">
            <a:off x="6298030" y="4370786"/>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5"/>
          <p:cNvSpPr/>
          <p:nvPr/>
        </p:nvSpPr>
        <p:spPr>
          <a:xfrm rot="-855778" flipH="1">
            <a:off x="6382945" y="4253784"/>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5"/>
          <p:cNvSpPr/>
          <p:nvPr/>
        </p:nvSpPr>
        <p:spPr>
          <a:xfrm rot="3043967">
            <a:off x="8461110" y="3707189"/>
            <a:ext cx="163523" cy="163523"/>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5"/>
          <p:cNvSpPr/>
          <p:nvPr/>
        </p:nvSpPr>
        <p:spPr>
          <a:xfrm rot="3041162">
            <a:off x="7337669" y="4513351"/>
            <a:ext cx="98490" cy="98722"/>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5"/>
          <p:cNvSpPr/>
          <p:nvPr/>
        </p:nvSpPr>
        <p:spPr>
          <a:xfrm rot="-7758838">
            <a:off x="7842708" y="4032580"/>
            <a:ext cx="98490" cy="98722"/>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5"/>
          <p:cNvSpPr/>
          <p:nvPr/>
        </p:nvSpPr>
        <p:spPr>
          <a:xfrm rot="3043967">
            <a:off x="6441045" y="4409310"/>
            <a:ext cx="163523" cy="163523"/>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17">
  <p:cSld name="CUSTOM_48">
    <p:spTree>
      <p:nvGrpSpPr>
        <p:cNvPr id="1" name="Shape 483"/>
        <p:cNvGrpSpPr/>
        <p:nvPr/>
      </p:nvGrpSpPr>
      <p:grpSpPr>
        <a:xfrm>
          <a:off x="0" y="0"/>
          <a:ext cx="0" cy="0"/>
          <a:chOff x="0" y="0"/>
          <a:chExt cx="0" cy="0"/>
        </a:xfrm>
      </p:grpSpPr>
      <p:sp>
        <p:nvSpPr>
          <p:cNvPr id="484" name="Google Shape;484;p36"/>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485" name="Google Shape;485;p36"/>
          <p:cNvSpPr/>
          <p:nvPr/>
        </p:nvSpPr>
        <p:spPr>
          <a:xfrm rot="10800000">
            <a:off x="-1079229" y="4069511"/>
            <a:ext cx="4337666" cy="1074138"/>
          </a:xfrm>
          <a:custGeom>
            <a:avLst/>
            <a:gdLst/>
            <a:ahLst/>
            <a:cxnLst/>
            <a:rect l="l" t="t" r="r" b="b"/>
            <a:pathLst>
              <a:path w="295582" h="107710" extrusionOk="0">
                <a:moveTo>
                  <a:pt x="3890" y="648"/>
                </a:moveTo>
                <a:cubicBezTo>
                  <a:pt x="3890" y="648"/>
                  <a:pt x="1" y="60607"/>
                  <a:pt x="64065" y="49263"/>
                </a:cubicBezTo>
                <a:cubicBezTo>
                  <a:pt x="132883" y="37164"/>
                  <a:pt x="123484" y="107710"/>
                  <a:pt x="183551" y="107710"/>
                </a:cubicBezTo>
                <a:cubicBezTo>
                  <a:pt x="232814" y="107710"/>
                  <a:pt x="209155" y="40513"/>
                  <a:pt x="252368" y="34787"/>
                </a:cubicBezTo>
                <a:cubicBezTo>
                  <a:pt x="295582" y="29061"/>
                  <a:pt x="285751" y="0"/>
                  <a:pt x="2857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6"/>
          <p:cNvSpPr/>
          <p:nvPr/>
        </p:nvSpPr>
        <p:spPr>
          <a:xfrm rot="10800000" flipH="1">
            <a:off x="-97988" y="4199995"/>
            <a:ext cx="2978019" cy="943653"/>
          </a:xfrm>
          <a:custGeom>
            <a:avLst/>
            <a:gdLst/>
            <a:ahLst/>
            <a:cxnLst/>
            <a:rect l="l" t="t" r="r" b="b"/>
            <a:pathLst>
              <a:path w="294198" h="130204" extrusionOk="0">
                <a:moveTo>
                  <a:pt x="283570" y="0"/>
                </a:moveTo>
                <a:cubicBezTo>
                  <a:pt x="283570" y="0"/>
                  <a:pt x="294198" y="57826"/>
                  <a:pt x="203889" y="45181"/>
                </a:cubicBezTo>
                <a:cubicBezTo>
                  <a:pt x="141812" y="36461"/>
                  <a:pt x="157999" y="89109"/>
                  <a:pt x="113581" y="109929"/>
                </a:cubicBezTo>
                <a:cubicBezTo>
                  <a:pt x="70252" y="130203"/>
                  <a:pt x="37442" y="67963"/>
                  <a:pt x="0" y="114071"/>
                </a:cubicBezTo>
                <a:lnTo>
                  <a:pt x="0" y="43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6"/>
          <p:cNvSpPr/>
          <p:nvPr/>
        </p:nvSpPr>
        <p:spPr>
          <a:xfrm rot="5400000">
            <a:off x="3391556" y="48975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6"/>
          <p:cNvSpPr/>
          <p:nvPr/>
        </p:nvSpPr>
        <p:spPr>
          <a:xfrm rot="-5400000">
            <a:off x="1730281" y="434039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6"/>
          <p:cNvSpPr/>
          <p:nvPr/>
        </p:nvSpPr>
        <p:spPr>
          <a:xfrm rot="5400000">
            <a:off x="628131" y="34481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aption 1">
  <p:cSld name="CUSTOM_21">
    <p:spTree>
      <p:nvGrpSpPr>
        <p:cNvPr id="1" name="Shape 490"/>
        <p:cNvGrpSpPr/>
        <p:nvPr/>
      </p:nvGrpSpPr>
      <p:grpSpPr>
        <a:xfrm>
          <a:off x="0" y="0"/>
          <a:ext cx="0" cy="0"/>
          <a:chOff x="0" y="0"/>
          <a:chExt cx="0" cy="0"/>
        </a:xfrm>
      </p:grpSpPr>
      <p:sp>
        <p:nvSpPr>
          <p:cNvPr id="491" name="Google Shape;491;p37"/>
          <p:cNvSpPr/>
          <p:nvPr/>
        </p:nvSpPr>
        <p:spPr>
          <a:xfrm rot="10800000">
            <a:off x="7575354" y="63632"/>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7"/>
          <p:cNvSpPr/>
          <p:nvPr/>
        </p:nvSpPr>
        <p:spPr>
          <a:xfrm rot="-9367883" flipH="1">
            <a:off x="7131099" y="-338044"/>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7"/>
          <p:cNvSpPr/>
          <p:nvPr/>
        </p:nvSpPr>
        <p:spPr>
          <a:xfrm rot="-9944222">
            <a:off x="7216014" y="-294645"/>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7"/>
          <p:cNvSpPr txBox="1">
            <a:spLocks noGrp="1"/>
          </p:cNvSpPr>
          <p:nvPr>
            <p:ph type="body" idx="1"/>
          </p:nvPr>
        </p:nvSpPr>
        <p:spPr>
          <a:xfrm>
            <a:off x="718675" y="3658150"/>
            <a:ext cx="3411600" cy="904200"/>
          </a:xfrm>
          <a:prstGeom prst="rect">
            <a:avLst/>
          </a:prstGeom>
        </p:spPr>
        <p:txBody>
          <a:bodyPr spcFirstLastPara="1" wrap="square" lIns="91425" tIns="91425" rIns="91425" bIns="91425" anchor="ctr" anchorCtr="0">
            <a:noAutofit/>
          </a:bodyPr>
          <a:lstStyle>
            <a:lvl1pPr marL="457200" lvl="0" indent="-342900" rtl="0">
              <a:lnSpc>
                <a:spcPct val="100000"/>
              </a:lnSpc>
              <a:spcBef>
                <a:spcPts val="0"/>
              </a:spcBef>
              <a:spcAft>
                <a:spcPts val="0"/>
              </a:spcAft>
              <a:buSzPts val="1800"/>
              <a:buChar char="●"/>
              <a:defRPr sz="3000" b="1">
                <a:solidFill>
                  <a:schemeClr val="lt1"/>
                </a:solidFill>
                <a:latin typeface="Josefin Sans"/>
                <a:ea typeface="Josefin Sans"/>
                <a:cs typeface="Josefin Sans"/>
                <a:sym typeface="Josefin Sans"/>
              </a:defRPr>
            </a:lvl1pPr>
            <a:lvl2pPr marL="914400" lvl="1" indent="-317500" rtl="0">
              <a:lnSpc>
                <a:spcPct val="100000"/>
              </a:lnSpc>
              <a:spcBef>
                <a:spcPts val="0"/>
              </a:spcBef>
              <a:spcAft>
                <a:spcPts val="0"/>
              </a:spcAft>
              <a:buSzPts val="1400"/>
              <a:buChar char="○"/>
              <a:defRPr sz="3000" b="1">
                <a:solidFill>
                  <a:schemeClr val="dk1"/>
                </a:solidFill>
                <a:latin typeface="Josefin Sans"/>
                <a:ea typeface="Josefin Sans"/>
                <a:cs typeface="Josefin Sans"/>
                <a:sym typeface="Josefin Sans"/>
              </a:defRPr>
            </a:lvl2pPr>
            <a:lvl3pPr marL="1371600" lvl="2" indent="-317500" rtl="0">
              <a:lnSpc>
                <a:spcPct val="100000"/>
              </a:lnSpc>
              <a:spcBef>
                <a:spcPts val="0"/>
              </a:spcBef>
              <a:spcAft>
                <a:spcPts val="0"/>
              </a:spcAft>
              <a:buSzPts val="1400"/>
              <a:buChar char="■"/>
              <a:defRPr sz="3000" b="1">
                <a:solidFill>
                  <a:schemeClr val="dk1"/>
                </a:solidFill>
                <a:latin typeface="Josefin Sans"/>
                <a:ea typeface="Josefin Sans"/>
                <a:cs typeface="Josefin Sans"/>
                <a:sym typeface="Josefin Sans"/>
              </a:defRPr>
            </a:lvl3pPr>
            <a:lvl4pPr marL="1828800" lvl="3" indent="-317500" rtl="0">
              <a:lnSpc>
                <a:spcPct val="100000"/>
              </a:lnSpc>
              <a:spcBef>
                <a:spcPts val="0"/>
              </a:spcBef>
              <a:spcAft>
                <a:spcPts val="0"/>
              </a:spcAft>
              <a:buSzPts val="1400"/>
              <a:buChar char="●"/>
              <a:defRPr sz="3000" b="1">
                <a:solidFill>
                  <a:schemeClr val="dk1"/>
                </a:solidFill>
                <a:latin typeface="Josefin Sans"/>
                <a:ea typeface="Josefin Sans"/>
                <a:cs typeface="Josefin Sans"/>
                <a:sym typeface="Josefin Sans"/>
              </a:defRPr>
            </a:lvl4pPr>
            <a:lvl5pPr marL="2286000" lvl="4" indent="-317500" rtl="0">
              <a:lnSpc>
                <a:spcPct val="100000"/>
              </a:lnSpc>
              <a:spcBef>
                <a:spcPts val="0"/>
              </a:spcBef>
              <a:spcAft>
                <a:spcPts val="0"/>
              </a:spcAft>
              <a:buSzPts val="1400"/>
              <a:buChar char="○"/>
              <a:defRPr sz="3000" b="1">
                <a:solidFill>
                  <a:schemeClr val="dk1"/>
                </a:solidFill>
                <a:latin typeface="Josefin Sans"/>
                <a:ea typeface="Josefin Sans"/>
                <a:cs typeface="Josefin Sans"/>
                <a:sym typeface="Josefin Sans"/>
              </a:defRPr>
            </a:lvl5pPr>
            <a:lvl6pPr marL="2743200" lvl="5" indent="-317500" rtl="0">
              <a:lnSpc>
                <a:spcPct val="100000"/>
              </a:lnSpc>
              <a:spcBef>
                <a:spcPts val="0"/>
              </a:spcBef>
              <a:spcAft>
                <a:spcPts val="0"/>
              </a:spcAft>
              <a:buSzPts val="1400"/>
              <a:buChar char="■"/>
              <a:defRPr sz="3000" b="1">
                <a:solidFill>
                  <a:schemeClr val="dk1"/>
                </a:solidFill>
                <a:latin typeface="Josefin Sans"/>
                <a:ea typeface="Josefin Sans"/>
                <a:cs typeface="Josefin Sans"/>
                <a:sym typeface="Josefin Sans"/>
              </a:defRPr>
            </a:lvl6pPr>
            <a:lvl7pPr marL="3200400" lvl="6" indent="-317500" rtl="0">
              <a:lnSpc>
                <a:spcPct val="100000"/>
              </a:lnSpc>
              <a:spcBef>
                <a:spcPts val="0"/>
              </a:spcBef>
              <a:spcAft>
                <a:spcPts val="0"/>
              </a:spcAft>
              <a:buSzPts val="1400"/>
              <a:buChar char="●"/>
              <a:defRPr sz="3000" b="1">
                <a:solidFill>
                  <a:schemeClr val="dk1"/>
                </a:solidFill>
                <a:latin typeface="Josefin Sans"/>
                <a:ea typeface="Josefin Sans"/>
                <a:cs typeface="Josefin Sans"/>
                <a:sym typeface="Josefin Sans"/>
              </a:defRPr>
            </a:lvl7pPr>
            <a:lvl8pPr marL="3657600" lvl="7" indent="-317500" rtl="0">
              <a:lnSpc>
                <a:spcPct val="100000"/>
              </a:lnSpc>
              <a:spcBef>
                <a:spcPts val="0"/>
              </a:spcBef>
              <a:spcAft>
                <a:spcPts val="0"/>
              </a:spcAft>
              <a:buSzPts val="1400"/>
              <a:buChar char="○"/>
              <a:defRPr sz="3000" b="1">
                <a:solidFill>
                  <a:schemeClr val="dk1"/>
                </a:solidFill>
                <a:latin typeface="Josefin Sans"/>
                <a:ea typeface="Josefin Sans"/>
                <a:cs typeface="Josefin Sans"/>
                <a:sym typeface="Josefin Sans"/>
              </a:defRPr>
            </a:lvl8pPr>
            <a:lvl9pPr marL="4114800" lvl="8" indent="-317500" rtl="0">
              <a:lnSpc>
                <a:spcPct val="100000"/>
              </a:lnSpc>
              <a:spcBef>
                <a:spcPts val="0"/>
              </a:spcBef>
              <a:spcAft>
                <a:spcPts val="0"/>
              </a:spcAft>
              <a:buSzPts val="1400"/>
              <a:buChar char="■"/>
              <a:defRPr sz="3000" b="1">
                <a:solidFill>
                  <a:schemeClr val="dk1"/>
                </a:solidFill>
                <a:latin typeface="Josefin Sans"/>
                <a:ea typeface="Josefin Sans"/>
                <a:cs typeface="Josefin Sans"/>
                <a:sym typeface="Josefin Sans"/>
              </a:defRPr>
            </a:lvl9pPr>
          </a:lstStyle>
          <a:p>
            <a:endParaRPr/>
          </a:p>
        </p:txBody>
      </p:sp>
      <p:sp>
        <p:nvSpPr>
          <p:cNvPr id="495" name="Google Shape;495;p37"/>
          <p:cNvSpPr/>
          <p:nvPr/>
        </p:nvSpPr>
        <p:spPr>
          <a:xfrm rot="5400000">
            <a:off x="8853656" y="819294"/>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7"/>
          <p:cNvSpPr/>
          <p:nvPr/>
        </p:nvSpPr>
        <p:spPr>
          <a:xfrm rot="5400000">
            <a:off x="7501469" y="719231"/>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7"/>
          <p:cNvSpPr/>
          <p:nvPr/>
        </p:nvSpPr>
        <p:spPr>
          <a:xfrm rot="-5400000">
            <a:off x="8196831" y="666606"/>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7"/>
          <p:cNvSpPr/>
          <p:nvPr/>
        </p:nvSpPr>
        <p:spPr>
          <a:xfrm rot="5400000">
            <a:off x="6845256" y="84469"/>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Main point 1">
  <p:cSld name="CUSTOM_40">
    <p:spTree>
      <p:nvGrpSpPr>
        <p:cNvPr id="1" name="Shape 499"/>
        <p:cNvGrpSpPr/>
        <p:nvPr/>
      </p:nvGrpSpPr>
      <p:grpSpPr>
        <a:xfrm>
          <a:off x="0" y="0"/>
          <a:ext cx="0" cy="0"/>
          <a:chOff x="0" y="0"/>
          <a:chExt cx="0" cy="0"/>
        </a:xfrm>
      </p:grpSpPr>
      <p:sp>
        <p:nvSpPr>
          <p:cNvPr id="500" name="Google Shape;500;p38"/>
          <p:cNvSpPr/>
          <p:nvPr/>
        </p:nvSpPr>
        <p:spPr>
          <a:xfrm rot="10800000" flipH="1">
            <a:off x="-913868" y="63548"/>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8"/>
          <p:cNvSpPr/>
          <p:nvPr/>
        </p:nvSpPr>
        <p:spPr>
          <a:xfrm rot="9367883">
            <a:off x="-1180318" y="-338129"/>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8"/>
          <p:cNvSpPr/>
          <p:nvPr/>
        </p:nvSpPr>
        <p:spPr>
          <a:xfrm rot="9944222" flipH="1">
            <a:off x="-1716649" y="-294729"/>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8"/>
          <p:cNvSpPr txBox="1">
            <a:spLocks noGrp="1"/>
          </p:cNvSpPr>
          <p:nvPr>
            <p:ph type="title"/>
          </p:nvPr>
        </p:nvSpPr>
        <p:spPr>
          <a:xfrm>
            <a:off x="718675" y="1076025"/>
            <a:ext cx="3782700" cy="2839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500"/>
              <a:buNone/>
              <a:defRPr sz="6500"/>
            </a:lvl1pPr>
            <a:lvl2pPr lvl="1" algn="r" rtl="0">
              <a:spcBef>
                <a:spcPts val="0"/>
              </a:spcBef>
              <a:spcAft>
                <a:spcPts val="0"/>
              </a:spcAft>
              <a:buSzPts val="6500"/>
              <a:buNone/>
              <a:defRPr sz="6500"/>
            </a:lvl2pPr>
            <a:lvl3pPr lvl="2" algn="r" rtl="0">
              <a:spcBef>
                <a:spcPts val="0"/>
              </a:spcBef>
              <a:spcAft>
                <a:spcPts val="0"/>
              </a:spcAft>
              <a:buSzPts val="6500"/>
              <a:buNone/>
              <a:defRPr sz="6500"/>
            </a:lvl3pPr>
            <a:lvl4pPr lvl="3" algn="r" rtl="0">
              <a:spcBef>
                <a:spcPts val="0"/>
              </a:spcBef>
              <a:spcAft>
                <a:spcPts val="0"/>
              </a:spcAft>
              <a:buSzPts val="6500"/>
              <a:buNone/>
              <a:defRPr sz="6500"/>
            </a:lvl4pPr>
            <a:lvl5pPr lvl="4" algn="r" rtl="0">
              <a:spcBef>
                <a:spcPts val="0"/>
              </a:spcBef>
              <a:spcAft>
                <a:spcPts val="0"/>
              </a:spcAft>
              <a:buSzPts val="6500"/>
              <a:buNone/>
              <a:defRPr sz="6500"/>
            </a:lvl5pPr>
            <a:lvl6pPr lvl="5" algn="r" rtl="0">
              <a:spcBef>
                <a:spcPts val="0"/>
              </a:spcBef>
              <a:spcAft>
                <a:spcPts val="0"/>
              </a:spcAft>
              <a:buSzPts val="6500"/>
              <a:buNone/>
              <a:defRPr sz="6500"/>
            </a:lvl6pPr>
            <a:lvl7pPr lvl="6" algn="r" rtl="0">
              <a:spcBef>
                <a:spcPts val="0"/>
              </a:spcBef>
              <a:spcAft>
                <a:spcPts val="0"/>
              </a:spcAft>
              <a:buSzPts val="6500"/>
              <a:buNone/>
              <a:defRPr sz="6500"/>
            </a:lvl7pPr>
            <a:lvl8pPr lvl="7" algn="r" rtl="0">
              <a:spcBef>
                <a:spcPts val="0"/>
              </a:spcBef>
              <a:spcAft>
                <a:spcPts val="0"/>
              </a:spcAft>
              <a:buSzPts val="6500"/>
              <a:buNone/>
              <a:defRPr sz="6500"/>
            </a:lvl8pPr>
            <a:lvl9pPr lvl="8" algn="r" rtl="0">
              <a:spcBef>
                <a:spcPts val="0"/>
              </a:spcBef>
              <a:spcAft>
                <a:spcPts val="0"/>
              </a:spcAft>
              <a:buSzPts val="6500"/>
              <a:buNone/>
              <a:defRPr sz="6500"/>
            </a:lvl9pPr>
          </a:lstStyle>
          <a:p>
            <a:endParaRPr/>
          </a:p>
        </p:txBody>
      </p:sp>
      <p:sp>
        <p:nvSpPr>
          <p:cNvPr id="504" name="Google Shape;504;p38"/>
          <p:cNvSpPr/>
          <p:nvPr/>
        </p:nvSpPr>
        <p:spPr>
          <a:xfrm>
            <a:off x="-1041647" y="4138788"/>
            <a:ext cx="3370532"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8"/>
          <p:cNvSpPr/>
          <p:nvPr/>
        </p:nvSpPr>
        <p:spPr>
          <a:xfrm rot="1067063" flipH="1">
            <a:off x="-1322829" y="4319279"/>
            <a:ext cx="4178350" cy="1201199"/>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8"/>
          <p:cNvSpPr/>
          <p:nvPr/>
        </p:nvSpPr>
        <p:spPr>
          <a:xfrm rot="626416">
            <a:off x="-2113010" y="4226168"/>
            <a:ext cx="4901831" cy="1227025"/>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8"/>
          <p:cNvSpPr/>
          <p:nvPr/>
        </p:nvSpPr>
        <p:spPr>
          <a:xfrm rot="5400000">
            <a:off x="393556" y="3945269"/>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8"/>
          <p:cNvSpPr/>
          <p:nvPr/>
        </p:nvSpPr>
        <p:spPr>
          <a:xfrm rot="5400000">
            <a:off x="827744" y="4359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8"/>
          <p:cNvSpPr/>
          <p:nvPr/>
        </p:nvSpPr>
        <p:spPr>
          <a:xfrm rot="-5400000">
            <a:off x="1266956" y="43673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8"/>
          <p:cNvSpPr/>
          <p:nvPr/>
        </p:nvSpPr>
        <p:spPr>
          <a:xfrm rot="5400000">
            <a:off x="110881" y="8056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number 1">
  <p:cSld name="CUSTOM_43">
    <p:spTree>
      <p:nvGrpSpPr>
        <p:cNvPr id="1" name="Shape 511"/>
        <p:cNvGrpSpPr/>
        <p:nvPr/>
      </p:nvGrpSpPr>
      <p:grpSpPr>
        <a:xfrm>
          <a:off x="0" y="0"/>
          <a:ext cx="0" cy="0"/>
          <a:chOff x="0" y="0"/>
          <a:chExt cx="0" cy="0"/>
        </a:xfrm>
      </p:grpSpPr>
      <p:sp>
        <p:nvSpPr>
          <p:cNvPr id="512" name="Google Shape;512;p39"/>
          <p:cNvSpPr txBox="1">
            <a:spLocks noGrp="1"/>
          </p:cNvSpPr>
          <p:nvPr>
            <p:ph type="subTitle" idx="1"/>
          </p:nvPr>
        </p:nvSpPr>
        <p:spPr>
          <a:xfrm>
            <a:off x="1262692" y="2915250"/>
            <a:ext cx="2877600" cy="694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a:lvl1pPr>
            <a:lvl2pPr lvl="1" algn="r" rtl="0">
              <a:spcBef>
                <a:spcPts val="160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13" name="Google Shape;513;p39"/>
          <p:cNvSpPr txBox="1">
            <a:spLocks noGrp="1"/>
          </p:cNvSpPr>
          <p:nvPr>
            <p:ph type="title" hasCustomPrompt="1"/>
          </p:nvPr>
        </p:nvSpPr>
        <p:spPr>
          <a:xfrm>
            <a:off x="1262643" y="1614000"/>
            <a:ext cx="2877600" cy="1209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8000"/>
              <a:buNone/>
              <a:defRPr sz="8000"/>
            </a:lvl1pPr>
            <a:lvl2pPr lvl="1" algn="r" rtl="0">
              <a:spcBef>
                <a:spcPts val="0"/>
              </a:spcBef>
              <a:spcAft>
                <a:spcPts val="0"/>
              </a:spcAft>
              <a:buSzPts val="8000"/>
              <a:buNone/>
              <a:defRPr sz="8000"/>
            </a:lvl2pPr>
            <a:lvl3pPr lvl="2" algn="r" rtl="0">
              <a:spcBef>
                <a:spcPts val="0"/>
              </a:spcBef>
              <a:spcAft>
                <a:spcPts val="0"/>
              </a:spcAft>
              <a:buSzPts val="8000"/>
              <a:buNone/>
              <a:defRPr sz="8000"/>
            </a:lvl3pPr>
            <a:lvl4pPr lvl="3" algn="r" rtl="0">
              <a:spcBef>
                <a:spcPts val="0"/>
              </a:spcBef>
              <a:spcAft>
                <a:spcPts val="0"/>
              </a:spcAft>
              <a:buSzPts val="8000"/>
              <a:buNone/>
              <a:defRPr sz="8000"/>
            </a:lvl4pPr>
            <a:lvl5pPr lvl="4" algn="r" rtl="0">
              <a:spcBef>
                <a:spcPts val="0"/>
              </a:spcBef>
              <a:spcAft>
                <a:spcPts val="0"/>
              </a:spcAft>
              <a:buSzPts val="8000"/>
              <a:buNone/>
              <a:defRPr sz="8000"/>
            </a:lvl5pPr>
            <a:lvl6pPr lvl="5" algn="r" rtl="0">
              <a:spcBef>
                <a:spcPts val="0"/>
              </a:spcBef>
              <a:spcAft>
                <a:spcPts val="0"/>
              </a:spcAft>
              <a:buSzPts val="8000"/>
              <a:buNone/>
              <a:defRPr sz="8000"/>
            </a:lvl6pPr>
            <a:lvl7pPr lvl="6" algn="r" rtl="0">
              <a:spcBef>
                <a:spcPts val="0"/>
              </a:spcBef>
              <a:spcAft>
                <a:spcPts val="0"/>
              </a:spcAft>
              <a:buSzPts val="8000"/>
              <a:buNone/>
              <a:defRPr sz="8000"/>
            </a:lvl7pPr>
            <a:lvl8pPr lvl="7" algn="r" rtl="0">
              <a:spcBef>
                <a:spcPts val="0"/>
              </a:spcBef>
              <a:spcAft>
                <a:spcPts val="0"/>
              </a:spcAft>
              <a:buSzPts val="8000"/>
              <a:buNone/>
              <a:defRPr sz="8000"/>
            </a:lvl8pPr>
            <a:lvl9pPr lvl="8" algn="r" rtl="0">
              <a:spcBef>
                <a:spcPts val="0"/>
              </a:spcBef>
              <a:spcAft>
                <a:spcPts val="0"/>
              </a:spcAft>
              <a:buSzPts val="8000"/>
              <a:buNone/>
              <a:defRPr sz="8000"/>
            </a:lvl9pPr>
          </a:lstStyle>
          <a:p>
            <a:r>
              <a:t>xx%</a:t>
            </a:r>
          </a:p>
        </p:txBody>
      </p:sp>
      <p:sp>
        <p:nvSpPr>
          <p:cNvPr id="514" name="Google Shape;514;p39"/>
          <p:cNvSpPr/>
          <p:nvPr/>
        </p:nvSpPr>
        <p:spPr>
          <a:xfrm rot="-9281215">
            <a:off x="-38626" y="4203731"/>
            <a:ext cx="2228124" cy="918929"/>
          </a:xfrm>
          <a:custGeom>
            <a:avLst/>
            <a:gdLst/>
            <a:ahLst/>
            <a:cxnLst/>
            <a:rect l="l" t="t" r="r" b="b"/>
            <a:pathLst>
              <a:path w="246008" h="61867" extrusionOk="0">
                <a:moveTo>
                  <a:pt x="1" y="0"/>
                </a:moveTo>
                <a:cubicBezTo>
                  <a:pt x="1" y="0"/>
                  <a:pt x="3900" y="44992"/>
                  <a:pt x="39194" y="57840"/>
                </a:cubicBezTo>
                <a:cubicBezTo>
                  <a:pt x="46974" y="60669"/>
                  <a:pt x="53930" y="61867"/>
                  <a:pt x="60240" y="61867"/>
                </a:cubicBezTo>
                <a:cubicBezTo>
                  <a:pt x="95172" y="61867"/>
                  <a:pt x="110319" y="25159"/>
                  <a:pt x="135837" y="25159"/>
                </a:cubicBezTo>
                <a:cubicBezTo>
                  <a:pt x="138295" y="25159"/>
                  <a:pt x="140849" y="25499"/>
                  <a:pt x="143526" y="26246"/>
                </a:cubicBezTo>
                <a:cubicBezTo>
                  <a:pt x="159260" y="30639"/>
                  <a:pt x="172714" y="32419"/>
                  <a:pt x="184185" y="32419"/>
                </a:cubicBezTo>
                <a:cubicBezTo>
                  <a:pt x="233145" y="32419"/>
                  <a:pt x="246008" y="0"/>
                  <a:pt x="246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9"/>
          <p:cNvSpPr/>
          <p:nvPr/>
        </p:nvSpPr>
        <p:spPr>
          <a:xfrm rot="-9280772">
            <a:off x="-649223" y="4396562"/>
            <a:ext cx="3782980" cy="1428824"/>
          </a:xfrm>
          <a:custGeom>
            <a:avLst/>
            <a:gdLst/>
            <a:ahLst/>
            <a:cxnLst/>
            <a:rect l="l" t="t" r="r" b="b"/>
            <a:pathLst>
              <a:path w="264364" h="61984" extrusionOk="0">
                <a:moveTo>
                  <a:pt x="0" y="0"/>
                </a:moveTo>
                <a:lnTo>
                  <a:pt x="0" y="60406"/>
                </a:lnTo>
                <a:cubicBezTo>
                  <a:pt x="2845" y="61497"/>
                  <a:pt x="5907" y="61983"/>
                  <a:pt x="9094" y="61983"/>
                </a:cubicBezTo>
                <a:cubicBezTo>
                  <a:pt x="26664" y="61983"/>
                  <a:pt x="48053" y="47209"/>
                  <a:pt x="57950" y="37427"/>
                </a:cubicBezTo>
                <a:cubicBezTo>
                  <a:pt x="64434" y="31013"/>
                  <a:pt x="70724" y="28611"/>
                  <a:pt x="76592" y="28611"/>
                </a:cubicBezTo>
                <a:cubicBezTo>
                  <a:pt x="86364" y="28611"/>
                  <a:pt x="94966" y="35275"/>
                  <a:pt x="101344" y="41180"/>
                </a:cubicBezTo>
                <a:cubicBezTo>
                  <a:pt x="109706" y="48911"/>
                  <a:pt x="119411" y="51657"/>
                  <a:pt x="128732" y="51657"/>
                </a:cubicBezTo>
                <a:cubicBezTo>
                  <a:pt x="140963" y="51657"/>
                  <a:pt x="152533" y="46928"/>
                  <a:pt x="159536" y="42530"/>
                </a:cubicBezTo>
                <a:cubicBezTo>
                  <a:pt x="163971" y="39737"/>
                  <a:pt x="167611" y="38614"/>
                  <a:pt x="170732" y="38614"/>
                </a:cubicBezTo>
                <a:cubicBezTo>
                  <a:pt x="183490" y="38614"/>
                  <a:pt x="187572" y="57371"/>
                  <a:pt x="201829" y="57371"/>
                </a:cubicBezTo>
                <a:cubicBezTo>
                  <a:pt x="204682" y="57371"/>
                  <a:pt x="207942" y="56619"/>
                  <a:pt x="211761" y="54817"/>
                </a:cubicBezTo>
                <a:cubicBezTo>
                  <a:pt x="216023" y="52806"/>
                  <a:pt x="220035" y="52096"/>
                  <a:pt x="223864" y="52096"/>
                </a:cubicBezTo>
                <a:cubicBezTo>
                  <a:pt x="233065" y="52096"/>
                  <a:pt x="241204" y="56197"/>
                  <a:pt x="249202" y="56197"/>
                </a:cubicBezTo>
                <a:cubicBezTo>
                  <a:pt x="254235" y="56197"/>
                  <a:pt x="259212" y="54573"/>
                  <a:pt x="264364" y="49281"/>
                </a:cubicBezTo>
                <a:lnTo>
                  <a:pt x="2643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9"/>
          <p:cNvSpPr/>
          <p:nvPr/>
        </p:nvSpPr>
        <p:spPr>
          <a:xfrm rot="-9281383" flipH="1">
            <a:off x="-1125488" y="3898835"/>
            <a:ext cx="4264746" cy="1843807"/>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p:cNvSpPr/>
          <p:nvPr/>
        </p:nvSpPr>
        <p:spPr>
          <a:xfrm rot="10800000" flipH="1">
            <a:off x="-874529" y="63632"/>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p:cNvSpPr/>
          <p:nvPr/>
        </p:nvSpPr>
        <p:spPr>
          <a:xfrm rot="9367883">
            <a:off x="-1140979" y="-338044"/>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9"/>
          <p:cNvSpPr/>
          <p:nvPr/>
        </p:nvSpPr>
        <p:spPr>
          <a:xfrm rot="9944222" flipH="1">
            <a:off x="-1677309" y="-294645"/>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9"/>
          <p:cNvSpPr/>
          <p:nvPr/>
        </p:nvSpPr>
        <p:spPr>
          <a:xfrm rot="5400000">
            <a:off x="1614606" y="6706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9"/>
          <p:cNvSpPr/>
          <p:nvPr/>
        </p:nvSpPr>
        <p:spPr>
          <a:xfrm rot="5400000">
            <a:off x="1071344" y="42445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9"/>
          <p:cNvSpPr/>
          <p:nvPr/>
        </p:nvSpPr>
        <p:spPr>
          <a:xfrm rot="-5400000">
            <a:off x="957781" y="5179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9"/>
          <p:cNvSpPr/>
          <p:nvPr/>
        </p:nvSpPr>
        <p:spPr>
          <a:xfrm rot="5400000">
            <a:off x="415131" y="36097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wo columns 1">
  <p:cSld name="CUSTOM_4">
    <p:spTree>
      <p:nvGrpSpPr>
        <p:cNvPr id="1" name="Shape 524"/>
        <p:cNvGrpSpPr/>
        <p:nvPr/>
      </p:nvGrpSpPr>
      <p:grpSpPr>
        <a:xfrm>
          <a:off x="0" y="0"/>
          <a:ext cx="0" cy="0"/>
          <a:chOff x="0" y="0"/>
          <a:chExt cx="0" cy="0"/>
        </a:xfrm>
      </p:grpSpPr>
      <p:sp>
        <p:nvSpPr>
          <p:cNvPr id="525" name="Google Shape;525;p40"/>
          <p:cNvSpPr txBox="1">
            <a:spLocks noGrp="1"/>
          </p:cNvSpPr>
          <p:nvPr>
            <p:ph type="title"/>
          </p:nvPr>
        </p:nvSpPr>
        <p:spPr>
          <a:xfrm>
            <a:off x="2846475" y="363275"/>
            <a:ext cx="3450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526" name="Google Shape;526;p40"/>
          <p:cNvSpPr txBox="1">
            <a:spLocks noGrp="1"/>
          </p:cNvSpPr>
          <p:nvPr>
            <p:ph type="subTitle" idx="1"/>
          </p:nvPr>
        </p:nvSpPr>
        <p:spPr>
          <a:xfrm>
            <a:off x="788350" y="1645450"/>
            <a:ext cx="27045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527" name="Google Shape;527;p40"/>
          <p:cNvSpPr txBox="1">
            <a:spLocks noGrp="1"/>
          </p:cNvSpPr>
          <p:nvPr>
            <p:ph type="subTitle" idx="2"/>
          </p:nvPr>
        </p:nvSpPr>
        <p:spPr>
          <a:xfrm>
            <a:off x="538175" y="2255400"/>
            <a:ext cx="3834000" cy="198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Char char="●"/>
              <a:defRPr sz="1200"/>
            </a:lvl1pPr>
            <a:lvl2pPr lvl="1" algn="ctr" rtl="0">
              <a:spcBef>
                <a:spcPts val="1000"/>
              </a:spcBef>
              <a:spcAft>
                <a:spcPts val="0"/>
              </a:spcAft>
              <a:buSzPts val="1400"/>
              <a:buChar char="○"/>
              <a:defRPr/>
            </a:lvl2pPr>
            <a:lvl3pPr lvl="2" algn="ctr" rtl="0">
              <a:spcBef>
                <a:spcPts val="1600"/>
              </a:spcBef>
              <a:spcAft>
                <a:spcPts val="0"/>
              </a:spcAft>
              <a:buSzPts val="1400"/>
              <a:buChar char="■"/>
              <a:defRPr/>
            </a:lvl3pPr>
            <a:lvl4pPr lvl="3" algn="ctr" rtl="0">
              <a:spcBef>
                <a:spcPts val="1600"/>
              </a:spcBef>
              <a:spcAft>
                <a:spcPts val="0"/>
              </a:spcAft>
              <a:buSzPts val="1400"/>
              <a:buChar char="●"/>
              <a:defRPr/>
            </a:lvl4pPr>
            <a:lvl5pPr lvl="4" algn="ctr" rtl="0">
              <a:spcBef>
                <a:spcPts val="1600"/>
              </a:spcBef>
              <a:spcAft>
                <a:spcPts val="0"/>
              </a:spcAft>
              <a:buSzPts val="1400"/>
              <a:buChar char="○"/>
              <a:defRPr/>
            </a:lvl5pPr>
            <a:lvl6pPr lvl="5" algn="ctr" rtl="0">
              <a:spcBef>
                <a:spcPts val="1600"/>
              </a:spcBef>
              <a:spcAft>
                <a:spcPts val="0"/>
              </a:spcAft>
              <a:buSzPts val="1400"/>
              <a:buChar char="■"/>
              <a:defRPr/>
            </a:lvl6pPr>
            <a:lvl7pPr lvl="6" algn="ctr" rtl="0">
              <a:spcBef>
                <a:spcPts val="1600"/>
              </a:spcBef>
              <a:spcAft>
                <a:spcPts val="0"/>
              </a:spcAft>
              <a:buSzPts val="1400"/>
              <a:buChar char="●"/>
              <a:defRPr/>
            </a:lvl7pPr>
            <a:lvl8pPr lvl="7" algn="ctr" rtl="0">
              <a:spcBef>
                <a:spcPts val="1600"/>
              </a:spcBef>
              <a:spcAft>
                <a:spcPts val="0"/>
              </a:spcAft>
              <a:buSzPts val="1400"/>
              <a:buChar char="○"/>
              <a:defRPr/>
            </a:lvl8pPr>
            <a:lvl9pPr lvl="8" algn="ctr" rtl="0">
              <a:spcBef>
                <a:spcPts val="1600"/>
              </a:spcBef>
              <a:spcAft>
                <a:spcPts val="1600"/>
              </a:spcAft>
              <a:buSzPts val="1400"/>
              <a:buChar char="■"/>
              <a:defRPr/>
            </a:lvl9pPr>
          </a:lstStyle>
          <a:p>
            <a:endParaRPr/>
          </a:p>
        </p:txBody>
      </p:sp>
      <p:sp>
        <p:nvSpPr>
          <p:cNvPr id="528" name="Google Shape;528;p40"/>
          <p:cNvSpPr txBox="1">
            <a:spLocks noGrp="1"/>
          </p:cNvSpPr>
          <p:nvPr>
            <p:ph type="subTitle" idx="3"/>
          </p:nvPr>
        </p:nvSpPr>
        <p:spPr>
          <a:xfrm>
            <a:off x="5158975" y="1645450"/>
            <a:ext cx="27045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529" name="Google Shape;529;p40"/>
          <p:cNvSpPr txBox="1">
            <a:spLocks noGrp="1"/>
          </p:cNvSpPr>
          <p:nvPr>
            <p:ph type="subTitle" idx="4"/>
          </p:nvPr>
        </p:nvSpPr>
        <p:spPr>
          <a:xfrm>
            <a:off x="4771825" y="2255400"/>
            <a:ext cx="3834000" cy="198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Char char="●"/>
              <a:defRPr sz="1200"/>
            </a:lvl1pPr>
            <a:lvl2pPr lvl="1" algn="ctr" rtl="0">
              <a:spcBef>
                <a:spcPts val="1000"/>
              </a:spcBef>
              <a:spcAft>
                <a:spcPts val="0"/>
              </a:spcAft>
              <a:buSzPts val="1400"/>
              <a:buChar char="○"/>
              <a:defRPr/>
            </a:lvl2pPr>
            <a:lvl3pPr lvl="2" algn="ctr" rtl="0">
              <a:spcBef>
                <a:spcPts val="1600"/>
              </a:spcBef>
              <a:spcAft>
                <a:spcPts val="0"/>
              </a:spcAft>
              <a:buSzPts val="1400"/>
              <a:buChar char="■"/>
              <a:defRPr/>
            </a:lvl3pPr>
            <a:lvl4pPr lvl="3" algn="ctr" rtl="0">
              <a:spcBef>
                <a:spcPts val="1600"/>
              </a:spcBef>
              <a:spcAft>
                <a:spcPts val="0"/>
              </a:spcAft>
              <a:buSzPts val="1400"/>
              <a:buChar char="●"/>
              <a:defRPr/>
            </a:lvl4pPr>
            <a:lvl5pPr lvl="4" algn="ctr" rtl="0">
              <a:spcBef>
                <a:spcPts val="1600"/>
              </a:spcBef>
              <a:spcAft>
                <a:spcPts val="0"/>
              </a:spcAft>
              <a:buSzPts val="1400"/>
              <a:buChar char="○"/>
              <a:defRPr/>
            </a:lvl5pPr>
            <a:lvl6pPr lvl="5" algn="ctr" rtl="0">
              <a:spcBef>
                <a:spcPts val="1600"/>
              </a:spcBef>
              <a:spcAft>
                <a:spcPts val="0"/>
              </a:spcAft>
              <a:buSzPts val="1400"/>
              <a:buChar char="■"/>
              <a:defRPr/>
            </a:lvl6pPr>
            <a:lvl7pPr lvl="6" algn="ctr" rtl="0">
              <a:spcBef>
                <a:spcPts val="1600"/>
              </a:spcBef>
              <a:spcAft>
                <a:spcPts val="0"/>
              </a:spcAft>
              <a:buSzPts val="1400"/>
              <a:buChar char="●"/>
              <a:defRPr/>
            </a:lvl7pPr>
            <a:lvl8pPr lvl="7" algn="ctr" rtl="0">
              <a:spcBef>
                <a:spcPts val="1600"/>
              </a:spcBef>
              <a:spcAft>
                <a:spcPts val="0"/>
              </a:spcAft>
              <a:buSzPts val="1400"/>
              <a:buChar char="○"/>
              <a:defRPr/>
            </a:lvl8pPr>
            <a:lvl9pPr lvl="8" algn="ctr" rtl="0">
              <a:spcBef>
                <a:spcPts val="1600"/>
              </a:spcBef>
              <a:spcAft>
                <a:spcPts val="1600"/>
              </a:spcAft>
              <a:buSzPts val="1400"/>
              <a:buChar char="■"/>
              <a:defRPr/>
            </a:lvl9pPr>
          </a:lstStyle>
          <a:p>
            <a:endParaRPr/>
          </a:p>
        </p:txBody>
      </p:sp>
      <p:sp>
        <p:nvSpPr>
          <p:cNvPr id="530" name="Google Shape;530;p40"/>
          <p:cNvSpPr/>
          <p:nvPr/>
        </p:nvSpPr>
        <p:spPr>
          <a:xfrm rot="-10350985" flipH="1">
            <a:off x="6450155" y="-124771"/>
            <a:ext cx="3444934" cy="1167477"/>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40"/>
          <p:cNvSpPr/>
          <p:nvPr/>
        </p:nvSpPr>
        <p:spPr>
          <a:xfrm flipH="1">
            <a:off x="8345826" y="984624"/>
            <a:ext cx="163500" cy="163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40"/>
          <p:cNvSpPr/>
          <p:nvPr/>
        </p:nvSpPr>
        <p:spPr>
          <a:xfrm flipH="1">
            <a:off x="8977776" y="1325449"/>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40"/>
          <p:cNvSpPr/>
          <p:nvPr/>
        </p:nvSpPr>
        <p:spPr>
          <a:xfrm flipH="1">
            <a:off x="6236651" y="18837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40"/>
          <p:cNvSpPr/>
          <p:nvPr/>
        </p:nvSpPr>
        <p:spPr>
          <a:xfrm flipH="1">
            <a:off x="7070376" y="539299"/>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40"/>
          <p:cNvSpPr/>
          <p:nvPr/>
        </p:nvSpPr>
        <p:spPr>
          <a:xfrm>
            <a:off x="7168769" y="-99365"/>
            <a:ext cx="2517610" cy="104157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40"/>
          <p:cNvSpPr/>
          <p:nvPr/>
        </p:nvSpPr>
        <p:spPr>
          <a:xfrm rot="10800000" flipH="1">
            <a:off x="7678176" y="-210266"/>
            <a:ext cx="2057229" cy="778974"/>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40"/>
          <p:cNvSpPr/>
          <p:nvPr/>
        </p:nvSpPr>
        <p:spPr>
          <a:xfrm rot="10350985">
            <a:off x="-562292" y="-173408"/>
            <a:ext cx="3444934" cy="1167477"/>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40"/>
          <p:cNvSpPr/>
          <p:nvPr/>
        </p:nvSpPr>
        <p:spPr>
          <a:xfrm>
            <a:off x="823471" y="935986"/>
            <a:ext cx="163500" cy="163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40"/>
          <p:cNvSpPr/>
          <p:nvPr/>
        </p:nvSpPr>
        <p:spPr>
          <a:xfrm>
            <a:off x="256621" y="1276811"/>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40"/>
          <p:cNvSpPr/>
          <p:nvPr/>
        </p:nvSpPr>
        <p:spPr>
          <a:xfrm>
            <a:off x="2997746" y="139736"/>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40"/>
          <p:cNvSpPr/>
          <p:nvPr/>
        </p:nvSpPr>
        <p:spPr>
          <a:xfrm>
            <a:off x="2164021" y="490661"/>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40"/>
          <p:cNvSpPr/>
          <p:nvPr/>
        </p:nvSpPr>
        <p:spPr>
          <a:xfrm flipH="1">
            <a:off x="-353582" y="-148002"/>
            <a:ext cx="2517610" cy="104157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40"/>
          <p:cNvSpPr/>
          <p:nvPr/>
        </p:nvSpPr>
        <p:spPr>
          <a:xfrm rot="10800000">
            <a:off x="-402608" y="-258904"/>
            <a:ext cx="2057229" cy="778974"/>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wo columns 4">
  <p:cSld name="CUSTOM_18">
    <p:spTree>
      <p:nvGrpSpPr>
        <p:cNvPr id="1" name="Shape 544"/>
        <p:cNvGrpSpPr/>
        <p:nvPr/>
      </p:nvGrpSpPr>
      <p:grpSpPr>
        <a:xfrm>
          <a:off x="0" y="0"/>
          <a:ext cx="0" cy="0"/>
          <a:chOff x="0" y="0"/>
          <a:chExt cx="0" cy="0"/>
        </a:xfrm>
      </p:grpSpPr>
      <p:sp>
        <p:nvSpPr>
          <p:cNvPr id="545" name="Google Shape;545;p41"/>
          <p:cNvSpPr txBox="1">
            <a:spLocks noGrp="1"/>
          </p:cNvSpPr>
          <p:nvPr>
            <p:ph type="subTitle" idx="1"/>
          </p:nvPr>
        </p:nvSpPr>
        <p:spPr>
          <a:xfrm>
            <a:off x="4658775" y="3441800"/>
            <a:ext cx="2087700" cy="945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546" name="Google Shape;546;p41"/>
          <p:cNvSpPr txBox="1">
            <a:spLocks noGrp="1"/>
          </p:cNvSpPr>
          <p:nvPr>
            <p:ph type="subTitle" idx="2"/>
          </p:nvPr>
        </p:nvSpPr>
        <p:spPr>
          <a:xfrm>
            <a:off x="2397771" y="1400250"/>
            <a:ext cx="2087700" cy="94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47" name="Google Shape;547;p41"/>
          <p:cNvSpPr txBox="1">
            <a:spLocks noGrp="1"/>
          </p:cNvSpPr>
          <p:nvPr>
            <p:ph type="title"/>
          </p:nvPr>
        </p:nvSpPr>
        <p:spPr>
          <a:xfrm>
            <a:off x="4658771" y="2806100"/>
            <a:ext cx="2087700" cy="635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700"/>
              <a:buNone/>
              <a:defRPr sz="2700"/>
            </a:lvl1pPr>
            <a:lvl2pPr lvl="1" algn="r"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2pPr>
            <a:lvl3pPr lvl="2" algn="r"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3pPr>
            <a:lvl4pPr lvl="3" algn="r"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4pPr>
            <a:lvl5pPr lvl="4" algn="r"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5pPr>
            <a:lvl6pPr lvl="5" algn="r"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6pPr>
            <a:lvl7pPr lvl="6" algn="r"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7pPr>
            <a:lvl8pPr lvl="7" algn="r"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8pPr>
            <a:lvl9pPr lvl="8" algn="r"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9pPr>
          </a:lstStyle>
          <a:p>
            <a:endParaRPr/>
          </a:p>
        </p:txBody>
      </p:sp>
      <p:sp>
        <p:nvSpPr>
          <p:cNvPr id="548" name="Google Shape;548;p41"/>
          <p:cNvSpPr txBox="1">
            <a:spLocks noGrp="1"/>
          </p:cNvSpPr>
          <p:nvPr>
            <p:ph type="title" idx="3"/>
          </p:nvPr>
        </p:nvSpPr>
        <p:spPr>
          <a:xfrm>
            <a:off x="2397771" y="764550"/>
            <a:ext cx="2087700" cy="6357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700"/>
              <a:buNone/>
              <a:defRPr sz="2700"/>
            </a:lvl1pPr>
            <a:lvl2pPr lvl="1"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2pPr>
            <a:lvl3pPr lvl="2"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3pPr>
            <a:lvl4pPr lvl="3"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4pPr>
            <a:lvl5pPr lvl="4"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5pPr>
            <a:lvl6pPr lvl="5"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6pPr>
            <a:lvl7pPr lvl="6"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7pPr>
            <a:lvl8pPr lvl="7"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8pPr>
            <a:lvl9pPr lvl="8" rtl="0">
              <a:spcBef>
                <a:spcPts val="0"/>
              </a:spcBef>
              <a:spcAft>
                <a:spcPts val="0"/>
              </a:spcAft>
              <a:buSzPts val="2700"/>
              <a:buFont typeface="Fira Sans Condensed"/>
              <a:buNone/>
              <a:defRPr sz="2700" b="1">
                <a:latin typeface="Fira Sans Condensed"/>
                <a:ea typeface="Fira Sans Condensed"/>
                <a:cs typeface="Fira Sans Condensed"/>
                <a:sym typeface="Fira Sans Condensed"/>
              </a:defRPr>
            </a:lvl9pPr>
          </a:lstStyle>
          <a:p>
            <a:endParaRPr/>
          </a:p>
        </p:txBody>
      </p:sp>
      <p:sp>
        <p:nvSpPr>
          <p:cNvPr id="549" name="Google Shape;549;p41"/>
          <p:cNvSpPr/>
          <p:nvPr/>
        </p:nvSpPr>
        <p:spPr>
          <a:xfrm>
            <a:off x="485275" y="3859450"/>
            <a:ext cx="3336529" cy="1283560"/>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41"/>
          <p:cNvSpPr/>
          <p:nvPr/>
        </p:nvSpPr>
        <p:spPr>
          <a:xfrm rot="1432232" flipH="1">
            <a:off x="-470789" y="4165605"/>
            <a:ext cx="4306753" cy="1531081"/>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1"/>
          <p:cNvSpPr/>
          <p:nvPr/>
        </p:nvSpPr>
        <p:spPr>
          <a:xfrm rot="5772258">
            <a:off x="7200936" y="-653045"/>
            <a:ext cx="2023504" cy="1935148"/>
          </a:xfrm>
          <a:custGeom>
            <a:avLst/>
            <a:gdLst/>
            <a:ahLst/>
            <a:cxnLst/>
            <a:rect l="l" t="t" r="r" b="b"/>
            <a:pathLst>
              <a:path w="184937" h="139852" extrusionOk="0">
                <a:moveTo>
                  <a:pt x="59024" y="1"/>
                </a:moveTo>
                <a:cubicBezTo>
                  <a:pt x="37702" y="1"/>
                  <a:pt x="17942" y="12858"/>
                  <a:pt x="11925" y="32587"/>
                </a:cubicBezTo>
                <a:cubicBezTo>
                  <a:pt x="1" y="71595"/>
                  <a:pt x="35681" y="113191"/>
                  <a:pt x="79310" y="130384"/>
                </a:cubicBezTo>
                <a:cubicBezTo>
                  <a:pt x="95983" y="136984"/>
                  <a:pt x="112612" y="139851"/>
                  <a:pt x="127490" y="139851"/>
                </a:cubicBezTo>
                <a:cubicBezTo>
                  <a:pt x="160532" y="139851"/>
                  <a:pt x="184937" y="125708"/>
                  <a:pt x="182005" y="106905"/>
                </a:cubicBezTo>
                <a:cubicBezTo>
                  <a:pt x="175997" y="67251"/>
                  <a:pt x="140409" y="105334"/>
                  <a:pt x="114805" y="42848"/>
                </a:cubicBezTo>
                <a:cubicBezTo>
                  <a:pt x="102395" y="12395"/>
                  <a:pt x="79957" y="1"/>
                  <a:pt x="5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1"/>
          <p:cNvSpPr/>
          <p:nvPr/>
        </p:nvSpPr>
        <p:spPr>
          <a:xfrm rot="707044">
            <a:off x="5289054" y="-380400"/>
            <a:ext cx="4307387" cy="1170580"/>
          </a:xfrm>
          <a:custGeom>
            <a:avLst/>
            <a:gdLst/>
            <a:ahLst/>
            <a:cxnLst/>
            <a:rect l="l" t="t" r="r" b="b"/>
            <a:pathLst>
              <a:path w="264364" h="48804" extrusionOk="0">
                <a:moveTo>
                  <a:pt x="0" y="1"/>
                </a:moveTo>
                <a:lnTo>
                  <a:pt x="0" y="34052"/>
                </a:lnTo>
                <a:cubicBezTo>
                  <a:pt x="3219" y="35165"/>
                  <a:pt x="6028" y="35625"/>
                  <a:pt x="8547" y="35625"/>
                </a:cubicBezTo>
                <a:cubicBezTo>
                  <a:pt x="20567" y="35625"/>
                  <a:pt x="25980" y="25146"/>
                  <a:pt x="37813" y="25146"/>
                </a:cubicBezTo>
                <a:cubicBezTo>
                  <a:pt x="42388" y="25146"/>
                  <a:pt x="47922" y="26712"/>
                  <a:pt x="55168" y="31055"/>
                </a:cubicBezTo>
                <a:cubicBezTo>
                  <a:pt x="70462" y="40234"/>
                  <a:pt x="80176" y="48502"/>
                  <a:pt x="91777" y="48502"/>
                </a:cubicBezTo>
                <a:cubicBezTo>
                  <a:pt x="98366" y="48502"/>
                  <a:pt x="105563" y="45836"/>
                  <a:pt x="114738" y="39155"/>
                </a:cubicBezTo>
                <a:cubicBezTo>
                  <a:pt x="122916" y="33205"/>
                  <a:pt x="129075" y="31386"/>
                  <a:pt x="134351" y="31386"/>
                </a:cubicBezTo>
                <a:cubicBezTo>
                  <a:pt x="142654" y="31386"/>
                  <a:pt x="148772" y="35892"/>
                  <a:pt x="157136" y="35892"/>
                </a:cubicBezTo>
                <a:cubicBezTo>
                  <a:pt x="163427" y="35892"/>
                  <a:pt x="170988" y="33343"/>
                  <a:pt x="181706" y="24412"/>
                </a:cubicBezTo>
                <a:cubicBezTo>
                  <a:pt x="184794" y="21838"/>
                  <a:pt x="187774" y="20762"/>
                  <a:pt x="190680" y="20762"/>
                </a:cubicBezTo>
                <a:cubicBezTo>
                  <a:pt x="205031" y="20762"/>
                  <a:pt x="217584" y="46994"/>
                  <a:pt x="232473" y="48634"/>
                </a:cubicBezTo>
                <a:cubicBezTo>
                  <a:pt x="233525" y="48749"/>
                  <a:pt x="234513" y="48803"/>
                  <a:pt x="235446" y="48803"/>
                </a:cubicBezTo>
                <a:cubicBezTo>
                  <a:pt x="246713" y="48803"/>
                  <a:pt x="250150" y="40916"/>
                  <a:pt x="264364" y="38048"/>
                </a:cubicBezTo>
                <a:lnTo>
                  <a:pt x="2643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41"/>
          <p:cNvSpPr/>
          <p:nvPr/>
        </p:nvSpPr>
        <p:spPr>
          <a:xfrm>
            <a:off x="5289100" y="-380553"/>
            <a:ext cx="4306711" cy="1283653"/>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41"/>
          <p:cNvSpPr/>
          <p:nvPr/>
        </p:nvSpPr>
        <p:spPr>
          <a:xfrm rot="855605">
            <a:off x="-610970" y="4000688"/>
            <a:ext cx="4923475" cy="1631508"/>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1"/>
          <p:cNvSpPr/>
          <p:nvPr/>
        </p:nvSpPr>
        <p:spPr>
          <a:xfrm rot="5400000">
            <a:off x="2493669" y="4094519"/>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1"/>
          <p:cNvSpPr/>
          <p:nvPr/>
        </p:nvSpPr>
        <p:spPr>
          <a:xfrm rot="5400000">
            <a:off x="1141481" y="3994456"/>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41"/>
          <p:cNvSpPr/>
          <p:nvPr/>
        </p:nvSpPr>
        <p:spPr>
          <a:xfrm rot="-5400000">
            <a:off x="1836844" y="3941831"/>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41"/>
          <p:cNvSpPr/>
          <p:nvPr/>
        </p:nvSpPr>
        <p:spPr>
          <a:xfrm rot="5400000">
            <a:off x="485269" y="3359694"/>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1"/>
          <p:cNvSpPr/>
          <p:nvPr/>
        </p:nvSpPr>
        <p:spPr>
          <a:xfrm rot="5400000">
            <a:off x="7169406" y="9648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41"/>
          <p:cNvSpPr/>
          <p:nvPr/>
        </p:nvSpPr>
        <p:spPr>
          <a:xfrm rot="5400000">
            <a:off x="5817219" y="8647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1"/>
          <p:cNvSpPr/>
          <p:nvPr/>
        </p:nvSpPr>
        <p:spPr>
          <a:xfrm rot="-5400000">
            <a:off x="6512581" y="8121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1"/>
          <p:cNvSpPr/>
          <p:nvPr/>
        </p:nvSpPr>
        <p:spPr>
          <a:xfrm rot="5400000">
            <a:off x="5161006" y="2299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ection header 2">
  <p:cSld name="CUSTOM_5">
    <p:spTree>
      <p:nvGrpSpPr>
        <p:cNvPr id="1" name="Shape 563"/>
        <p:cNvGrpSpPr/>
        <p:nvPr/>
      </p:nvGrpSpPr>
      <p:grpSpPr>
        <a:xfrm>
          <a:off x="0" y="0"/>
          <a:ext cx="0" cy="0"/>
          <a:chOff x="0" y="0"/>
          <a:chExt cx="0" cy="0"/>
        </a:xfrm>
      </p:grpSpPr>
      <p:sp>
        <p:nvSpPr>
          <p:cNvPr id="564" name="Google Shape;564;p42"/>
          <p:cNvSpPr txBox="1">
            <a:spLocks noGrp="1"/>
          </p:cNvSpPr>
          <p:nvPr>
            <p:ph type="title"/>
          </p:nvPr>
        </p:nvSpPr>
        <p:spPr>
          <a:xfrm>
            <a:off x="2141950" y="1922950"/>
            <a:ext cx="4860000" cy="822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65" name="Google Shape;565;p42"/>
          <p:cNvSpPr txBox="1">
            <a:spLocks noGrp="1"/>
          </p:cNvSpPr>
          <p:nvPr>
            <p:ph type="subTitle" idx="1"/>
          </p:nvPr>
        </p:nvSpPr>
        <p:spPr>
          <a:xfrm>
            <a:off x="2142050" y="2757125"/>
            <a:ext cx="4860000" cy="491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solidFill>
                  <a:schemeClr val="dk1"/>
                </a:solidFill>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566" name="Google Shape;566;p42"/>
          <p:cNvSpPr/>
          <p:nvPr/>
        </p:nvSpPr>
        <p:spPr>
          <a:xfrm rot="-5400000">
            <a:off x="-1029861" y="815281"/>
            <a:ext cx="4058317" cy="1729782"/>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2"/>
          <p:cNvSpPr/>
          <p:nvPr/>
        </p:nvSpPr>
        <p:spPr>
          <a:xfrm rot="-5400000">
            <a:off x="-1888219" y="1592238"/>
            <a:ext cx="4130269" cy="1085168"/>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42"/>
          <p:cNvSpPr/>
          <p:nvPr/>
        </p:nvSpPr>
        <p:spPr>
          <a:xfrm rot="5400000">
            <a:off x="387256" y="3610781"/>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42"/>
          <p:cNvSpPr/>
          <p:nvPr/>
        </p:nvSpPr>
        <p:spPr>
          <a:xfrm rot="5400000">
            <a:off x="603369" y="1722219"/>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2"/>
          <p:cNvSpPr/>
          <p:nvPr/>
        </p:nvSpPr>
        <p:spPr>
          <a:xfrm rot="5400000">
            <a:off x="-751978" y="255224"/>
            <a:ext cx="2874201" cy="1521816"/>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42"/>
          <p:cNvSpPr/>
          <p:nvPr/>
        </p:nvSpPr>
        <p:spPr>
          <a:xfrm rot="5400000">
            <a:off x="1033906" y="1143081"/>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2"/>
          <p:cNvSpPr/>
          <p:nvPr/>
        </p:nvSpPr>
        <p:spPr>
          <a:xfrm rot="5400000">
            <a:off x="1978444" y="20094"/>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42"/>
          <p:cNvSpPr/>
          <p:nvPr/>
        </p:nvSpPr>
        <p:spPr>
          <a:xfrm rot="5400000">
            <a:off x="6115544" y="2556136"/>
            <a:ext cx="4058317" cy="1729782"/>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42"/>
          <p:cNvSpPr/>
          <p:nvPr/>
        </p:nvSpPr>
        <p:spPr>
          <a:xfrm rot="5400000">
            <a:off x="6901950" y="2423794"/>
            <a:ext cx="4130269" cy="1085168"/>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2"/>
          <p:cNvSpPr/>
          <p:nvPr/>
        </p:nvSpPr>
        <p:spPr>
          <a:xfrm rot="-5400000">
            <a:off x="8658344" y="13917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2"/>
          <p:cNvSpPr/>
          <p:nvPr/>
        </p:nvSpPr>
        <p:spPr>
          <a:xfrm rot="-5400000">
            <a:off x="8377131" y="32154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2"/>
          <p:cNvSpPr/>
          <p:nvPr/>
        </p:nvSpPr>
        <p:spPr>
          <a:xfrm rot="-5400000">
            <a:off x="7021777" y="3324160"/>
            <a:ext cx="2874201" cy="1521816"/>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2"/>
          <p:cNvSpPr/>
          <p:nvPr/>
        </p:nvSpPr>
        <p:spPr>
          <a:xfrm rot="-5400000">
            <a:off x="8011694" y="38594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42"/>
          <p:cNvSpPr/>
          <p:nvPr/>
        </p:nvSpPr>
        <p:spPr>
          <a:xfrm rot="-5400000">
            <a:off x="7002056" y="49176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six columns">
  <p:cSld name="CUSTOM_6">
    <p:spTree>
      <p:nvGrpSpPr>
        <p:cNvPr id="1" name="Shape 580"/>
        <p:cNvGrpSpPr/>
        <p:nvPr/>
      </p:nvGrpSpPr>
      <p:grpSpPr>
        <a:xfrm>
          <a:off x="0" y="0"/>
          <a:ext cx="0" cy="0"/>
          <a:chOff x="0" y="0"/>
          <a:chExt cx="0" cy="0"/>
        </a:xfrm>
      </p:grpSpPr>
      <p:sp>
        <p:nvSpPr>
          <p:cNvPr id="581" name="Google Shape;581;p43"/>
          <p:cNvSpPr txBox="1">
            <a:spLocks noGrp="1"/>
          </p:cNvSpPr>
          <p:nvPr>
            <p:ph type="title"/>
          </p:nvPr>
        </p:nvSpPr>
        <p:spPr>
          <a:xfrm>
            <a:off x="3145775" y="363275"/>
            <a:ext cx="28524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582" name="Google Shape;582;p43"/>
          <p:cNvSpPr txBox="1">
            <a:spLocks noGrp="1"/>
          </p:cNvSpPr>
          <p:nvPr>
            <p:ph type="subTitle" idx="1"/>
          </p:nvPr>
        </p:nvSpPr>
        <p:spPr>
          <a:xfrm>
            <a:off x="3328941" y="190447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583" name="Google Shape;583;p43"/>
          <p:cNvSpPr txBox="1">
            <a:spLocks noGrp="1"/>
          </p:cNvSpPr>
          <p:nvPr>
            <p:ph type="subTitle" idx="2"/>
          </p:nvPr>
        </p:nvSpPr>
        <p:spPr>
          <a:xfrm>
            <a:off x="3610941" y="2223600"/>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584" name="Google Shape;584;p43"/>
          <p:cNvSpPr txBox="1">
            <a:spLocks noGrp="1"/>
          </p:cNvSpPr>
          <p:nvPr>
            <p:ph type="subTitle" idx="3"/>
          </p:nvPr>
        </p:nvSpPr>
        <p:spPr>
          <a:xfrm>
            <a:off x="659663" y="190447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585" name="Google Shape;585;p43"/>
          <p:cNvSpPr txBox="1">
            <a:spLocks noGrp="1"/>
          </p:cNvSpPr>
          <p:nvPr>
            <p:ph type="subTitle" idx="4"/>
          </p:nvPr>
        </p:nvSpPr>
        <p:spPr>
          <a:xfrm>
            <a:off x="941663" y="2223600"/>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586" name="Google Shape;586;p43"/>
          <p:cNvSpPr txBox="1">
            <a:spLocks noGrp="1"/>
          </p:cNvSpPr>
          <p:nvPr>
            <p:ph type="subTitle" idx="5"/>
          </p:nvPr>
        </p:nvSpPr>
        <p:spPr>
          <a:xfrm>
            <a:off x="3328941" y="381450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587" name="Google Shape;587;p43"/>
          <p:cNvSpPr txBox="1">
            <a:spLocks noGrp="1"/>
          </p:cNvSpPr>
          <p:nvPr>
            <p:ph type="subTitle" idx="6"/>
          </p:nvPr>
        </p:nvSpPr>
        <p:spPr>
          <a:xfrm>
            <a:off x="3610941" y="4133628"/>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588" name="Google Shape;588;p43"/>
          <p:cNvSpPr txBox="1">
            <a:spLocks noGrp="1"/>
          </p:cNvSpPr>
          <p:nvPr>
            <p:ph type="subTitle" idx="7"/>
          </p:nvPr>
        </p:nvSpPr>
        <p:spPr>
          <a:xfrm>
            <a:off x="659663" y="381450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589" name="Google Shape;589;p43"/>
          <p:cNvSpPr txBox="1">
            <a:spLocks noGrp="1"/>
          </p:cNvSpPr>
          <p:nvPr>
            <p:ph type="subTitle" idx="8"/>
          </p:nvPr>
        </p:nvSpPr>
        <p:spPr>
          <a:xfrm>
            <a:off x="941663" y="4133628"/>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590" name="Google Shape;590;p43"/>
          <p:cNvSpPr txBox="1">
            <a:spLocks noGrp="1"/>
          </p:cNvSpPr>
          <p:nvPr>
            <p:ph type="subTitle" idx="9"/>
          </p:nvPr>
        </p:nvSpPr>
        <p:spPr>
          <a:xfrm>
            <a:off x="5998216" y="190447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591" name="Google Shape;591;p43"/>
          <p:cNvSpPr txBox="1">
            <a:spLocks noGrp="1"/>
          </p:cNvSpPr>
          <p:nvPr>
            <p:ph type="subTitle" idx="13"/>
          </p:nvPr>
        </p:nvSpPr>
        <p:spPr>
          <a:xfrm>
            <a:off x="6280216" y="2223600"/>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592" name="Google Shape;592;p43"/>
          <p:cNvSpPr txBox="1">
            <a:spLocks noGrp="1"/>
          </p:cNvSpPr>
          <p:nvPr>
            <p:ph type="subTitle" idx="14"/>
          </p:nvPr>
        </p:nvSpPr>
        <p:spPr>
          <a:xfrm>
            <a:off x="5998216" y="381450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593" name="Google Shape;593;p43"/>
          <p:cNvSpPr txBox="1">
            <a:spLocks noGrp="1"/>
          </p:cNvSpPr>
          <p:nvPr>
            <p:ph type="subTitle" idx="15"/>
          </p:nvPr>
        </p:nvSpPr>
        <p:spPr>
          <a:xfrm>
            <a:off x="6280216" y="4133628"/>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594" name="Google Shape;594;p43"/>
          <p:cNvSpPr/>
          <p:nvPr/>
        </p:nvSpPr>
        <p:spPr>
          <a:xfrm>
            <a:off x="5587299" y="-209550"/>
            <a:ext cx="6890071" cy="880003"/>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3"/>
          <p:cNvSpPr/>
          <p:nvPr/>
        </p:nvSpPr>
        <p:spPr>
          <a:xfrm rot="10800000" flipH="1">
            <a:off x="6906325" y="-525151"/>
            <a:ext cx="2379314" cy="972101"/>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3"/>
          <p:cNvSpPr/>
          <p:nvPr/>
        </p:nvSpPr>
        <p:spPr>
          <a:xfrm rot="-3279262">
            <a:off x="7901589" y="-973008"/>
            <a:ext cx="1404819" cy="2093810"/>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3"/>
          <p:cNvSpPr/>
          <p:nvPr/>
        </p:nvSpPr>
        <p:spPr>
          <a:xfrm rot="10800000">
            <a:off x="6406991" y="113593"/>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3"/>
          <p:cNvSpPr/>
          <p:nvPr/>
        </p:nvSpPr>
        <p:spPr>
          <a:xfrm rot="10800000">
            <a:off x="8154416" y="349868"/>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3"/>
          <p:cNvSpPr/>
          <p:nvPr/>
        </p:nvSpPr>
        <p:spPr>
          <a:xfrm rot="10800000">
            <a:off x="7681066" y="739068"/>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3"/>
          <p:cNvSpPr/>
          <p:nvPr/>
        </p:nvSpPr>
        <p:spPr>
          <a:xfrm flipH="1">
            <a:off x="-3333926" y="-210750"/>
            <a:ext cx="6890071" cy="880003"/>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3"/>
          <p:cNvSpPr/>
          <p:nvPr/>
        </p:nvSpPr>
        <p:spPr>
          <a:xfrm rot="10800000">
            <a:off x="-142195" y="-526351"/>
            <a:ext cx="2379314" cy="972101"/>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3"/>
          <p:cNvSpPr/>
          <p:nvPr/>
        </p:nvSpPr>
        <p:spPr>
          <a:xfrm rot="3279262" flipH="1">
            <a:off x="-162965" y="-974208"/>
            <a:ext cx="1404819" cy="2093810"/>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3"/>
          <p:cNvSpPr/>
          <p:nvPr/>
        </p:nvSpPr>
        <p:spPr>
          <a:xfrm rot="10800000" flipH="1">
            <a:off x="2572953" y="112393"/>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3"/>
          <p:cNvSpPr/>
          <p:nvPr/>
        </p:nvSpPr>
        <p:spPr>
          <a:xfrm rot="10800000" flipH="1">
            <a:off x="890628" y="348668"/>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3"/>
          <p:cNvSpPr/>
          <p:nvPr/>
        </p:nvSpPr>
        <p:spPr>
          <a:xfrm rot="10800000" flipH="1">
            <a:off x="201303" y="1052743"/>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3"/>
          <p:cNvSpPr/>
          <p:nvPr/>
        </p:nvSpPr>
        <p:spPr>
          <a:xfrm rot="10800000" flipH="1">
            <a:off x="1363978" y="737868"/>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3"/>
          <p:cNvSpPr/>
          <p:nvPr/>
        </p:nvSpPr>
        <p:spPr>
          <a:xfrm rot="10800000">
            <a:off x="8843741" y="1053943"/>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six columns 1">
  <p:cSld name="CUSTOM_20">
    <p:spTree>
      <p:nvGrpSpPr>
        <p:cNvPr id="1" name="Shape 608"/>
        <p:cNvGrpSpPr/>
        <p:nvPr/>
      </p:nvGrpSpPr>
      <p:grpSpPr>
        <a:xfrm>
          <a:off x="0" y="0"/>
          <a:ext cx="0" cy="0"/>
          <a:chOff x="0" y="0"/>
          <a:chExt cx="0" cy="0"/>
        </a:xfrm>
      </p:grpSpPr>
      <p:sp>
        <p:nvSpPr>
          <p:cNvPr id="609" name="Google Shape;609;p44"/>
          <p:cNvSpPr/>
          <p:nvPr/>
        </p:nvSpPr>
        <p:spPr>
          <a:xfrm rot="-5400000" flipH="1">
            <a:off x="7394663" y="2761041"/>
            <a:ext cx="2443246" cy="56873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4"/>
          <p:cNvSpPr/>
          <p:nvPr/>
        </p:nvSpPr>
        <p:spPr>
          <a:xfrm rot="-5399497">
            <a:off x="6547057" y="1922604"/>
            <a:ext cx="4515337" cy="678344"/>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4"/>
          <p:cNvSpPr/>
          <p:nvPr/>
        </p:nvSpPr>
        <p:spPr>
          <a:xfrm rot="-5400440" flipH="1">
            <a:off x="6201606" y="2210242"/>
            <a:ext cx="5161707" cy="722922"/>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4"/>
          <p:cNvSpPr txBox="1">
            <a:spLocks noGrp="1"/>
          </p:cNvSpPr>
          <p:nvPr>
            <p:ph type="subTitle" idx="1"/>
          </p:nvPr>
        </p:nvSpPr>
        <p:spPr>
          <a:xfrm>
            <a:off x="3328941" y="190447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613" name="Google Shape;613;p44"/>
          <p:cNvSpPr txBox="1">
            <a:spLocks noGrp="1"/>
          </p:cNvSpPr>
          <p:nvPr>
            <p:ph type="subTitle" idx="2"/>
          </p:nvPr>
        </p:nvSpPr>
        <p:spPr>
          <a:xfrm>
            <a:off x="3610941" y="2223600"/>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614" name="Google Shape;614;p44"/>
          <p:cNvSpPr txBox="1">
            <a:spLocks noGrp="1"/>
          </p:cNvSpPr>
          <p:nvPr>
            <p:ph type="subTitle" idx="3"/>
          </p:nvPr>
        </p:nvSpPr>
        <p:spPr>
          <a:xfrm>
            <a:off x="812063" y="190447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615" name="Google Shape;615;p44"/>
          <p:cNvSpPr txBox="1">
            <a:spLocks noGrp="1"/>
          </p:cNvSpPr>
          <p:nvPr>
            <p:ph type="subTitle" idx="4"/>
          </p:nvPr>
        </p:nvSpPr>
        <p:spPr>
          <a:xfrm>
            <a:off x="1094063" y="2223600"/>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616" name="Google Shape;616;p44"/>
          <p:cNvSpPr txBox="1">
            <a:spLocks noGrp="1"/>
          </p:cNvSpPr>
          <p:nvPr>
            <p:ph type="subTitle" idx="5"/>
          </p:nvPr>
        </p:nvSpPr>
        <p:spPr>
          <a:xfrm>
            <a:off x="3328941" y="350970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617" name="Google Shape;617;p44"/>
          <p:cNvSpPr txBox="1">
            <a:spLocks noGrp="1"/>
          </p:cNvSpPr>
          <p:nvPr>
            <p:ph type="subTitle" idx="6"/>
          </p:nvPr>
        </p:nvSpPr>
        <p:spPr>
          <a:xfrm>
            <a:off x="3610941" y="3828828"/>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618" name="Google Shape;618;p44"/>
          <p:cNvSpPr txBox="1">
            <a:spLocks noGrp="1"/>
          </p:cNvSpPr>
          <p:nvPr>
            <p:ph type="subTitle" idx="7"/>
          </p:nvPr>
        </p:nvSpPr>
        <p:spPr>
          <a:xfrm>
            <a:off x="812063" y="350970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619" name="Google Shape;619;p44"/>
          <p:cNvSpPr txBox="1">
            <a:spLocks noGrp="1"/>
          </p:cNvSpPr>
          <p:nvPr>
            <p:ph type="subTitle" idx="8"/>
          </p:nvPr>
        </p:nvSpPr>
        <p:spPr>
          <a:xfrm>
            <a:off x="1094063" y="3828828"/>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620" name="Google Shape;620;p44"/>
          <p:cNvSpPr txBox="1">
            <a:spLocks noGrp="1"/>
          </p:cNvSpPr>
          <p:nvPr>
            <p:ph type="subTitle" idx="9"/>
          </p:nvPr>
        </p:nvSpPr>
        <p:spPr>
          <a:xfrm>
            <a:off x="5845816" y="190447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621" name="Google Shape;621;p44"/>
          <p:cNvSpPr txBox="1">
            <a:spLocks noGrp="1"/>
          </p:cNvSpPr>
          <p:nvPr>
            <p:ph type="subTitle" idx="13"/>
          </p:nvPr>
        </p:nvSpPr>
        <p:spPr>
          <a:xfrm>
            <a:off x="6127816" y="2223600"/>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622" name="Google Shape;622;p44"/>
          <p:cNvSpPr txBox="1">
            <a:spLocks noGrp="1"/>
          </p:cNvSpPr>
          <p:nvPr>
            <p:ph type="subTitle" idx="14"/>
          </p:nvPr>
        </p:nvSpPr>
        <p:spPr>
          <a:xfrm>
            <a:off x="5845816" y="350970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623" name="Google Shape;623;p44"/>
          <p:cNvSpPr txBox="1">
            <a:spLocks noGrp="1"/>
          </p:cNvSpPr>
          <p:nvPr>
            <p:ph type="subTitle" idx="15"/>
          </p:nvPr>
        </p:nvSpPr>
        <p:spPr>
          <a:xfrm>
            <a:off x="6127816" y="3828828"/>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624" name="Google Shape;624;p44"/>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atin typeface="Open Sans"/>
                <a:ea typeface="Open Sans"/>
                <a:cs typeface="Open Sans"/>
                <a:sym typeface="Open Sans"/>
              </a:defRPr>
            </a:lvl1pPr>
            <a:lvl2pPr lvl="1" rtl="0">
              <a:spcBef>
                <a:spcPts val="0"/>
              </a:spcBef>
              <a:spcAft>
                <a:spcPts val="0"/>
              </a:spcAft>
              <a:buSzPts val="3000"/>
              <a:buNone/>
              <a:defRPr>
                <a:latin typeface="Open Sans"/>
                <a:ea typeface="Open Sans"/>
                <a:cs typeface="Open Sans"/>
                <a:sym typeface="Open Sans"/>
              </a:defRPr>
            </a:lvl2pPr>
            <a:lvl3pPr lvl="2" rtl="0">
              <a:spcBef>
                <a:spcPts val="0"/>
              </a:spcBef>
              <a:spcAft>
                <a:spcPts val="0"/>
              </a:spcAft>
              <a:buSzPts val="3000"/>
              <a:buNone/>
              <a:defRPr>
                <a:latin typeface="Open Sans"/>
                <a:ea typeface="Open Sans"/>
                <a:cs typeface="Open Sans"/>
                <a:sym typeface="Open Sans"/>
              </a:defRPr>
            </a:lvl3pPr>
            <a:lvl4pPr lvl="3" rtl="0">
              <a:spcBef>
                <a:spcPts val="0"/>
              </a:spcBef>
              <a:spcAft>
                <a:spcPts val="0"/>
              </a:spcAft>
              <a:buSzPts val="3000"/>
              <a:buNone/>
              <a:defRPr>
                <a:latin typeface="Open Sans"/>
                <a:ea typeface="Open Sans"/>
                <a:cs typeface="Open Sans"/>
                <a:sym typeface="Open Sans"/>
              </a:defRPr>
            </a:lvl4pPr>
            <a:lvl5pPr lvl="4" rtl="0">
              <a:spcBef>
                <a:spcPts val="0"/>
              </a:spcBef>
              <a:spcAft>
                <a:spcPts val="0"/>
              </a:spcAft>
              <a:buSzPts val="3000"/>
              <a:buNone/>
              <a:defRPr>
                <a:latin typeface="Open Sans"/>
                <a:ea typeface="Open Sans"/>
                <a:cs typeface="Open Sans"/>
                <a:sym typeface="Open Sans"/>
              </a:defRPr>
            </a:lvl5pPr>
            <a:lvl6pPr lvl="5" rtl="0">
              <a:spcBef>
                <a:spcPts val="0"/>
              </a:spcBef>
              <a:spcAft>
                <a:spcPts val="0"/>
              </a:spcAft>
              <a:buSzPts val="3000"/>
              <a:buNone/>
              <a:defRPr>
                <a:latin typeface="Open Sans"/>
                <a:ea typeface="Open Sans"/>
                <a:cs typeface="Open Sans"/>
                <a:sym typeface="Open Sans"/>
              </a:defRPr>
            </a:lvl6pPr>
            <a:lvl7pPr lvl="6" rtl="0">
              <a:spcBef>
                <a:spcPts val="0"/>
              </a:spcBef>
              <a:spcAft>
                <a:spcPts val="0"/>
              </a:spcAft>
              <a:buSzPts val="3000"/>
              <a:buNone/>
              <a:defRPr>
                <a:latin typeface="Open Sans"/>
                <a:ea typeface="Open Sans"/>
                <a:cs typeface="Open Sans"/>
                <a:sym typeface="Open Sans"/>
              </a:defRPr>
            </a:lvl7pPr>
            <a:lvl8pPr lvl="7" rtl="0">
              <a:spcBef>
                <a:spcPts val="0"/>
              </a:spcBef>
              <a:spcAft>
                <a:spcPts val="0"/>
              </a:spcAft>
              <a:buSzPts val="3000"/>
              <a:buNone/>
              <a:defRPr>
                <a:latin typeface="Open Sans"/>
                <a:ea typeface="Open Sans"/>
                <a:cs typeface="Open Sans"/>
                <a:sym typeface="Open Sans"/>
              </a:defRPr>
            </a:lvl8pPr>
            <a:lvl9pPr lvl="8" rtl="0">
              <a:spcBef>
                <a:spcPts val="0"/>
              </a:spcBef>
              <a:spcAft>
                <a:spcPts val="0"/>
              </a:spcAft>
              <a:buSzPts val="3000"/>
              <a:buNone/>
              <a:defRPr>
                <a:latin typeface="Open Sans"/>
                <a:ea typeface="Open Sans"/>
                <a:cs typeface="Open Sans"/>
                <a:sym typeface="Open Sans"/>
              </a:defRPr>
            </a:lvl9pPr>
          </a:lstStyle>
          <a:p>
            <a:endParaRPr/>
          </a:p>
        </p:txBody>
      </p:sp>
      <p:sp>
        <p:nvSpPr>
          <p:cNvPr id="625" name="Google Shape;625;p44"/>
          <p:cNvSpPr/>
          <p:nvPr/>
        </p:nvSpPr>
        <p:spPr>
          <a:xfrm>
            <a:off x="8351719" y="168844"/>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4"/>
          <p:cNvSpPr/>
          <p:nvPr/>
        </p:nvSpPr>
        <p:spPr>
          <a:xfrm>
            <a:off x="8364481" y="4808256"/>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4"/>
          <p:cNvSpPr/>
          <p:nvPr/>
        </p:nvSpPr>
        <p:spPr>
          <a:xfrm rot="10800000">
            <a:off x="8515231" y="149059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4"/>
          <p:cNvSpPr/>
          <p:nvPr/>
        </p:nvSpPr>
        <p:spPr>
          <a:xfrm>
            <a:off x="7940944" y="2997244"/>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4"/>
          <p:cNvSpPr/>
          <p:nvPr/>
        </p:nvSpPr>
        <p:spPr>
          <a:xfrm rot="5400000">
            <a:off x="-1539825" y="1069929"/>
            <a:ext cx="3336529" cy="605972"/>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4"/>
          <p:cNvSpPr/>
          <p:nvPr/>
        </p:nvSpPr>
        <p:spPr>
          <a:xfrm rot="6392579" flipH="1">
            <a:off x="-2086596" y="339210"/>
            <a:ext cx="4108425" cy="1125528"/>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4"/>
          <p:cNvSpPr/>
          <p:nvPr/>
        </p:nvSpPr>
        <p:spPr>
          <a:xfrm rot="5980549">
            <a:off x="-2375690" y="502831"/>
            <a:ext cx="4840630" cy="1134631"/>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4"/>
          <p:cNvSpPr/>
          <p:nvPr/>
        </p:nvSpPr>
        <p:spPr>
          <a:xfrm rot="10800000">
            <a:off x="115388" y="2097978"/>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4"/>
          <p:cNvSpPr/>
          <p:nvPr/>
        </p:nvSpPr>
        <p:spPr>
          <a:xfrm rot="10800000">
            <a:off x="361275" y="422066"/>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4"/>
          <p:cNvSpPr/>
          <p:nvPr/>
        </p:nvSpPr>
        <p:spPr>
          <a:xfrm>
            <a:off x="333025" y="1441003"/>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4"/>
          <p:cNvSpPr/>
          <p:nvPr/>
        </p:nvSpPr>
        <p:spPr>
          <a:xfrm rot="10800000">
            <a:off x="1593613" y="-330622"/>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five columns 1">
  <p:cSld name="CUSTOM_19">
    <p:spTree>
      <p:nvGrpSpPr>
        <p:cNvPr id="1" name="Shape 636"/>
        <p:cNvGrpSpPr/>
        <p:nvPr/>
      </p:nvGrpSpPr>
      <p:grpSpPr>
        <a:xfrm>
          <a:off x="0" y="0"/>
          <a:ext cx="0" cy="0"/>
          <a:chOff x="0" y="0"/>
          <a:chExt cx="0" cy="0"/>
        </a:xfrm>
      </p:grpSpPr>
      <p:sp>
        <p:nvSpPr>
          <p:cNvPr id="637" name="Google Shape;637;p45"/>
          <p:cNvSpPr txBox="1">
            <a:spLocks noGrp="1"/>
          </p:cNvSpPr>
          <p:nvPr>
            <p:ph type="title"/>
          </p:nvPr>
        </p:nvSpPr>
        <p:spPr>
          <a:xfrm>
            <a:off x="1098938" y="1256925"/>
            <a:ext cx="2022300" cy="38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700"/>
              <a:buNone/>
              <a:defRPr sz="2700"/>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638" name="Google Shape;638;p45"/>
          <p:cNvSpPr txBox="1">
            <a:spLocks noGrp="1"/>
          </p:cNvSpPr>
          <p:nvPr>
            <p:ph type="subTitle" idx="1"/>
          </p:nvPr>
        </p:nvSpPr>
        <p:spPr>
          <a:xfrm>
            <a:off x="1098938" y="1574098"/>
            <a:ext cx="20223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39" name="Google Shape;639;p45"/>
          <p:cNvSpPr txBox="1">
            <a:spLocks noGrp="1"/>
          </p:cNvSpPr>
          <p:nvPr>
            <p:ph type="title" idx="2"/>
          </p:nvPr>
        </p:nvSpPr>
        <p:spPr>
          <a:xfrm>
            <a:off x="6001463" y="1256925"/>
            <a:ext cx="2022300" cy="38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700"/>
              <a:buNone/>
              <a:defRPr sz="2700"/>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640" name="Google Shape;640;p45"/>
          <p:cNvSpPr txBox="1">
            <a:spLocks noGrp="1"/>
          </p:cNvSpPr>
          <p:nvPr>
            <p:ph type="subTitle" idx="3"/>
          </p:nvPr>
        </p:nvSpPr>
        <p:spPr>
          <a:xfrm>
            <a:off x="6001463" y="1574098"/>
            <a:ext cx="20223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41" name="Google Shape;641;p45"/>
          <p:cNvSpPr txBox="1">
            <a:spLocks noGrp="1"/>
          </p:cNvSpPr>
          <p:nvPr>
            <p:ph type="title" idx="4"/>
          </p:nvPr>
        </p:nvSpPr>
        <p:spPr>
          <a:xfrm>
            <a:off x="1120238" y="3403200"/>
            <a:ext cx="2022300" cy="38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700"/>
              <a:buNone/>
              <a:defRPr sz="2700"/>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642" name="Google Shape;642;p45"/>
          <p:cNvSpPr txBox="1">
            <a:spLocks noGrp="1"/>
          </p:cNvSpPr>
          <p:nvPr>
            <p:ph type="subTitle" idx="5"/>
          </p:nvPr>
        </p:nvSpPr>
        <p:spPr>
          <a:xfrm>
            <a:off x="1120238" y="3720373"/>
            <a:ext cx="20223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43" name="Google Shape;643;p45"/>
          <p:cNvSpPr txBox="1">
            <a:spLocks noGrp="1"/>
          </p:cNvSpPr>
          <p:nvPr>
            <p:ph type="title" idx="6"/>
          </p:nvPr>
        </p:nvSpPr>
        <p:spPr>
          <a:xfrm>
            <a:off x="6022763" y="3403200"/>
            <a:ext cx="2022300" cy="38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700"/>
              <a:buNone/>
              <a:defRPr sz="2700"/>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644" name="Google Shape;644;p45"/>
          <p:cNvSpPr txBox="1">
            <a:spLocks noGrp="1"/>
          </p:cNvSpPr>
          <p:nvPr>
            <p:ph type="subTitle" idx="7"/>
          </p:nvPr>
        </p:nvSpPr>
        <p:spPr>
          <a:xfrm>
            <a:off x="6022763" y="3720373"/>
            <a:ext cx="20223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45" name="Google Shape;645;p45"/>
          <p:cNvSpPr txBox="1">
            <a:spLocks noGrp="1"/>
          </p:cNvSpPr>
          <p:nvPr>
            <p:ph type="title" idx="8"/>
          </p:nvPr>
        </p:nvSpPr>
        <p:spPr>
          <a:xfrm>
            <a:off x="3550200" y="2330063"/>
            <a:ext cx="2022300" cy="38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700"/>
              <a:buNone/>
              <a:defRPr sz="2700"/>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646" name="Google Shape;646;p45"/>
          <p:cNvSpPr txBox="1">
            <a:spLocks noGrp="1"/>
          </p:cNvSpPr>
          <p:nvPr>
            <p:ph type="subTitle" idx="9"/>
          </p:nvPr>
        </p:nvSpPr>
        <p:spPr>
          <a:xfrm>
            <a:off x="3550200" y="2647235"/>
            <a:ext cx="20223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47" name="Google Shape;647;p45"/>
          <p:cNvSpPr/>
          <p:nvPr/>
        </p:nvSpPr>
        <p:spPr>
          <a:xfrm rot="-1518785" flipH="1">
            <a:off x="108221" y="-13636"/>
            <a:ext cx="2228124" cy="918929"/>
          </a:xfrm>
          <a:custGeom>
            <a:avLst/>
            <a:gdLst/>
            <a:ahLst/>
            <a:cxnLst/>
            <a:rect l="l" t="t" r="r" b="b"/>
            <a:pathLst>
              <a:path w="246008" h="61867" extrusionOk="0">
                <a:moveTo>
                  <a:pt x="1" y="0"/>
                </a:moveTo>
                <a:cubicBezTo>
                  <a:pt x="1" y="0"/>
                  <a:pt x="3900" y="44992"/>
                  <a:pt x="39194" y="57840"/>
                </a:cubicBezTo>
                <a:cubicBezTo>
                  <a:pt x="46974" y="60669"/>
                  <a:pt x="53930" y="61867"/>
                  <a:pt x="60240" y="61867"/>
                </a:cubicBezTo>
                <a:cubicBezTo>
                  <a:pt x="95172" y="61867"/>
                  <a:pt x="110319" y="25159"/>
                  <a:pt x="135837" y="25159"/>
                </a:cubicBezTo>
                <a:cubicBezTo>
                  <a:pt x="138295" y="25159"/>
                  <a:pt x="140849" y="25499"/>
                  <a:pt x="143526" y="26246"/>
                </a:cubicBezTo>
                <a:cubicBezTo>
                  <a:pt x="159260" y="30639"/>
                  <a:pt x="172714" y="32419"/>
                  <a:pt x="184185" y="32419"/>
                </a:cubicBezTo>
                <a:cubicBezTo>
                  <a:pt x="233145" y="32419"/>
                  <a:pt x="246008" y="0"/>
                  <a:pt x="246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5"/>
          <p:cNvSpPr/>
          <p:nvPr/>
        </p:nvSpPr>
        <p:spPr>
          <a:xfrm rot="-1519228" flipH="1">
            <a:off x="-502377" y="-716362"/>
            <a:ext cx="3782980" cy="1428824"/>
          </a:xfrm>
          <a:custGeom>
            <a:avLst/>
            <a:gdLst/>
            <a:ahLst/>
            <a:cxnLst/>
            <a:rect l="l" t="t" r="r" b="b"/>
            <a:pathLst>
              <a:path w="264364" h="61984" extrusionOk="0">
                <a:moveTo>
                  <a:pt x="0" y="0"/>
                </a:moveTo>
                <a:lnTo>
                  <a:pt x="0" y="60406"/>
                </a:lnTo>
                <a:cubicBezTo>
                  <a:pt x="2845" y="61497"/>
                  <a:pt x="5907" y="61983"/>
                  <a:pt x="9094" y="61983"/>
                </a:cubicBezTo>
                <a:cubicBezTo>
                  <a:pt x="26664" y="61983"/>
                  <a:pt x="48053" y="47209"/>
                  <a:pt x="57950" y="37427"/>
                </a:cubicBezTo>
                <a:cubicBezTo>
                  <a:pt x="64434" y="31013"/>
                  <a:pt x="70724" y="28611"/>
                  <a:pt x="76592" y="28611"/>
                </a:cubicBezTo>
                <a:cubicBezTo>
                  <a:pt x="86364" y="28611"/>
                  <a:pt x="94966" y="35275"/>
                  <a:pt x="101344" y="41180"/>
                </a:cubicBezTo>
                <a:cubicBezTo>
                  <a:pt x="109706" y="48911"/>
                  <a:pt x="119411" y="51657"/>
                  <a:pt x="128732" y="51657"/>
                </a:cubicBezTo>
                <a:cubicBezTo>
                  <a:pt x="140963" y="51657"/>
                  <a:pt x="152533" y="46928"/>
                  <a:pt x="159536" y="42530"/>
                </a:cubicBezTo>
                <a:cubicBezTo>
                  <a:pt x="163971" y="39737"/>
                  <a:pt x="167611" y="38614"/>
                  <a:pt x="170732" y="38614"/>
                </a:cubicBezTo>
                <a:cubicBezTo>
                  <a:pt x="183490" y="38614"/>
                  <a:pt x="187572" y="57371"/>
                  <a:pt x="201829" y="57371"/>
                </a:cubicBezTo>
                <a:cubicBezTo>
                  <a:pt x="204682" y="57371"/>
                  <a:pt x="207942" y="56619"/>
                  <a:pt x="211761" y="54817"/>
                </a:cubicBezTo>
                <a:cubicBezTo>
                  <a:pt x="216023" y="52806"/>
                  <a:pt x="220035" y="52096"/>
                  <a:pt x="223864" y="52096"/>
                </a:cubicBezTo>
                <a:cubicBezTo>
                  <a:pt x="233065" y="52096"/>
                  <a:pt x="241204" y="56197"/>
                  <a:pt x="249202" y="56197"/>
                </a:cubicBezTo>
                <a:cubicBezTo>
                  <a:pt x="254235" y="56197"/>
                  <a:pt x="259212" y="54573"/>
                  <a:pt x="264364" y="49281"/>
                </a:cubicBezTo>
                <a:lnTo>
                  <a:pt x="2643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5"/>
          <p:cNvSpPr/>
          <p:nvPr/>
        </p:nvSpPr>
        <p:spPr>
          <a:xfrm rot="-1518617">
            <a:off x="-978642" y="-633617"/>
            <a:ext cx="4264746" cy="1843807"/>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5"/>
          <p:cNvSpPr/>
          <p:nvPr/>
        </p:nvSpPr>
        <p:spPr>
          <a:xfrm>
            <a:off x="-727683" y="4105400"/>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5"/>
          <p:cNvSpPr/>
          <p:nvPr/>
        </p:nvSpPr>
        <p:spPr>
          <a:xfrm rot="1432117" flipH="1">
            <a:off x="-994133" y="4325918"/>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5"/>
          <p:cNvSpPr/>
          <p:nvPr/>
        </p:nvSpPr>
        <p:spPr>
          <a:xfrm rot="855778">
            <a:off x="-1530463" y="4208916"/>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5"/>
          <p:cNvSpPr txBox="1">
            <a:spLocks noGrp="1"/>
          </p:cNvSpPr>
          <p:nvPr>
            <p:ph type="title" idx="13"/>
          </p:nvPr>
        </p:nvSpPr>
        <p:spPr>
          <a:xfrm>
            <a:off x="540000" y="363275"/>
            <a:ext cx="806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atin typeface="Open Sans"/>
                <a:ea typeface="Open Sans"/>
                <a:cs typeface="Open Sans"/>
                <a:sym typeface="Open Sans"/>
              </a:defRPr>
            </a:lvl1pPr>
            <a:lvl2pPr lvl="1" rtl="0">
              <a:spcBef>
                <a:spcPts val="0"/>
              </a:spcBef>
              <a:spcAft>
                <a:spcPts val="0"/>
              </a:spcAft>
              <a:buSzPts val="3000"/>
              <a:buNone/>
              <a:defRPr>
                <a:latin typeface="Open Sans"/>
                <a:ea typeface="Open Sans"/>
                <a:cs typeface="Open Sans"/>
                <a:sym typeface="Open Sans"/>
              </a:defRPr>
            </a:lvl2pPr>
            <a:lvl3pPr lvl="2" rtl="0">
              <a:spcBef>
                <a:spcPts val="0"/>
              </a:spcBef>
              <a:spcAft>
                <a:spcPts val="0"/>
              </a:spcAft>
              <a:buSzPts val="3000"/>
              <a:buNone/>
              <a:defRPr>
                <a:latin typeface="Open Sans"/>
                <a:ea typeface="Open Sans"/>
                <a:cs typeface="Open Sans"/>
                <a:sym typeface="Open Sans"/>
              </a:defRPr>
            </a:lvl3pPr>
            <a:lvl4pPr lvl="3" rtl="0">
              <a:spcBef>
                <a:spcPts val="0"/>
              </a:spcBef>
              <a:spcAft>
                <a:spcPts val="0"/>
              </a:spcAft>
              <a:buSzPts val="3000"/>
              <a:buNone/>
              <a:defRPr>
                <a:latin typeface="Open Sans"/>
                <a:ea typeface="Open Sans"/>
                <a:cs typeface="Open Sans"/>
                <a:sym typeface="Open Sans"/>
              </a:defRPr>
            </a:lvl4pPr>
            <a:lvl5pPr lvl="4" rtl="0">
              <a:spcBef>
                <a:spcPts val="0"/>
              </a:spcBef>
              <a:spcAft>
                <a:spcPts val="0"/>
              </a:spcAft>
              <a:buSzPts val="3000"/>
              <a:buNone/>
              <a:defRPr>
                <a:latin typeface="Open Sans"/>
                <a:ea typeface="Open Sans"/>
                <a:cs typeface="Open Sans"/>
                <a:sym typeface="Open Sans"/>
              </a:defRPr>
            </a:lvl5pPr>
            <a:lvl6pPr lvl="5" rtl="0">
              <a:spcBef>
                <a:spcPts val="0"/>
              </a:spcBef>
              <a:spcAft>
                <a:spcPts val="0"/>
              </a:spcAft>
              <a:buSzPts val="3000"/>
              <a:buNone/>
              <a:defRPr>
                <a:latin typeface="Open Sans"/>
                <a:ea typeface="Open Sans"/>
                <a:cs typeface="Open Sans"/>
                <a:sym typeface="Open Sans"/>
              </a:defRPr>
            </a:lvl6pPr>
            <a:lvl7pPr lvl="6" rtl="0">
              <a:spcBef>
                <a:spcPts val="0"/>
              </a:spcBef>
              <a:spcAft>
                <a:spcPts val="0"/>
              </a:spcAft>
              <a:buSzPts val="3000"/>
              <a:buNone/>
              <a:defRPr>
                <a:latin typeface="Open Sans"/>
                <a:ea typeface="Open Sans"/>
                <a:cs typeface="Open Sans"/>
                <a:sym typeface="Open Sans"/>
              </a:defRPr>
            </a:lvl7pPr>
            <a:lvl8pPr lvl="7" rtl="0">
              <a:spcBef>
                <a:spcPts val="0"/>
              </a:spcBef>
              <a:spcAft>
                <a:spcPts val="0"/>
              </a:spcAft>
              <a:buSzPts val="3000"/>
              <a:buNone/>
              <a:defRPr>
                <a:latin typeface="Open Sans"/>
                <a:ea typeface="Open Sans"/>
                <a:cs typeface="Open Sans"/>
                <a:sym typeface="Open Sans"/>
              </a:defRPr>
            </a:lvl8pPr>
            <a:lvl9pPr lvl="8" rtl="0">
              <a:spcBef>
                <a:spcPts val="0"/>
              </a:spcBef>
              <a:spcAft>
                <a:spcPts val="0"/>
              </a:spcAft>
              <a:buSzPts val="3000"/>
              <a:buNone/>
              <a:defRPr>
                <a:latin typeface="Open Sans"/>
                <a:ea typeface="Open Sans"/>
                <a:cs typeface="Open Sans"/>
                <a:sym typeface="Open Sans"/>
              </a:defRPr>
            </a:lvl9pPr>
          </a:lstStyle>
          <a:p>
            <a:endParaRPr/>
          </a:p>
        </p:txBody>
      </p:sp>
      <p:sp>
        <p:nvSpPr>
          <p:cNvPr id="654" name="Google Shape;654;p45"/>
          <p:cNvSpPr/>
          <p:nvPr/>
        </p:nvSpPr>
        <p:spPr>
          <a:xfrm rot="5400000">
            <a:off x="2668844" y="1525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5"/>
          <p:cNvSpPr/>
          <p:nvPr/>
        </p:nvSpPr>
        <p:spPr>
          <a:xfrm rot="5400000">
            <a:off x="1006581" y="44671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45"/>
          <p:cNvSpPr/>
          <p:nvPr/>
        </p:nvSpPr>
        <p:spPr>
          <a:xfrm rot="-5400000">
            <a:off x="2012019" y="-156"/>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45"/>
          <p:cNvSpPr/>
          <p:nvPr/>
        </p:nvSpPr>
        <p:spPr>
          <a:xfrm rot="5400000">
            <a:off x="350369" y="38324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five columns">
  <p:cSld name="CUSTOM_23">
    <p:spTree>
      <p:nvGrpSpPr>
        <p:cNvPr id="1" name="Shape 658"/>
        <p:cNvGrpSpPr/>
        <p:nvPr/>
      </p:nvGrpSpPr>
      <p:grpSpPr>
        <a:xfrm>
          <a:off x="0" y="0"/>
          <a:ext cx="0" cy="0"/>
          <a:chOff x="0" y="0"/>
          <a:chExt cx="0" cy="0"/>
        </a:xfrm>
      </p:grpSpPr>
      <p:sp>
        <p:nvSpPr>
          <p:cNvPr id="659" name="Google Shape;659;p46"/>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660" name="Google Shape;660;p46"/>
          <p:cNvSpPr txBox="1">
            <a:spLocks noGrp="1"/>
          </p:cNvSpPr>
          <p:nvPr>
            <p:ph type="title" idx="2"/>
          </p:nvPr>
        </p:nvSpPr>
        <p:spPr>
          <a:xfrm>
            <a:off x="990875" y="1530450"/>
            <a:ext cx="2034600" cy="45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661" name="Google Shape;661;p46"/>
          <p:cNvSpPr txBox="1">
            <a:spLocks noGrp="1"/>
          </p:cNvSpPr>
          <p:nvPr>
            <p:ph type="subTitle" idx="1"/>
          </p:nvPr>
        </p:nvSpPr>
        <p:spPr>
          <a:xfrm>
            <a:off x="990875" y="1984050"/>
            <a:ext cx="2034600" cy="63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62" name="Google Shape;662;p46"/>
          <p:cNvSpPr txBox="1">
            <a:spLocks noGrp="1"/>
          </p:cNvSpPr>
          <p:nvPr>
            <p:ph type="title" idx="3"/>
          </p:nvPr>
        </p:nvSpPr>
        <p:spPr>
          <a:xfrm>
            <a:off x="2272775" y="2963850"/>
            <a:ext cx="2034600" cy="45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663" name="Google Shape;663;p46"/>
          <p:cNvSpPr txBox="1">
            <a:spLocks noGrp="1"/>
          </p:cNvSpPr>
          <p:nvPr>
            <p:ph type="subTitle" idx="4"/>
          </p:nvPr>
        </p:nvSpPr>
        <p:spPr>
          <a:xfrm>
            <a:off x="2272775" y="3417450"/>
            <a:ext cx="2034600" cy="63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64" name="Google Shape;664;p46"/>
          <p:cNvSpPr txBox="1">
            <a:spLocks noGrp="1"/>
          </p:cNvSpPr>
          <p:nvPr>
            <p:ph type="title" idx="5"/>
          </p:nvPr>
        </p:nvSpPr>
        <p:spPr>
          <a:xfrm>
            <a:off x="6118525" y="1530450"/>
            <a:ext cx="2034600" cy="45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665" name="Google Shape;665;p46"/>
          <p:cNvSpPr txBox="1">
            <a:spLocks noGrp="1"/>
          </p:cNvSpPr>
          <p:nvPr>
            <p:ph type="subTitle" idx="6"/>
          </p:nvPr>
        </p:nvSpPr>
        <p:spPr>
          <a:xfrm>
            <a:off x="6118525" y="1984050"/>
            <a:ext cx="2034600" cy="63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66" name="Google Shape;666;p46"/>
          <p:cNvSpPr txBox="1">
            <a:spLocks noGrp="1"/>
          </p:cNvSpPr>
          <p:nvPr>
            <p:ph type="title" idx="7"/>
          </p:nvPr>
        </p:nvSpPr>
        <p:spPr>
          <a:xfrm>
            <a:off x="4836600" y="2963850"/>
            <a:ext cx="2034600" cy="45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667" name="Google Shape;667;p46"/>
          <p:cNvSpPr txBox="1">
            <a:spLocks noGrp="1"/>
          </p:cNvSpPr>
          <p:nvPr>
            <p:ph type="subTitle" idx="8"/>
          </p:nvPr>
        </p:nvSpPr>
        <p:spPr>
          <a:xfrm>
            <a:off x="4836600" y="3417450"/>
            <a:ext cx="2034600" cy="63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68" name="Google Shape;668;p46"/>
          <p:cNvSpPr txBox="1">
            <a:spLocks noGrp="1"/>
          </p:cNvSpPr>
          <p:nvPr>
            <p:ph type="title" idx="9"/>
          </p:nvPr>
        </p:nvSpPr>
        <p:spPr>
          <a:xfrm>
            <a:off x="3554675" y="1530450"/>
            <a:ext cx="2034600" cy="45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sz="2700"/>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669" name="Google Shape;669;p46"/>
          <p:cNvSpPr txBox="1">
            <a:spLocks noGrp="1"/>
          </p:cNvSpPr>
          <p:nvPr>
            <p:ph type="subTitle" idx="13"/>
          </p:nvPr>
        </p:nvSpPr>
        <p:spPr>
          <a:xfrm>
            <a:off x="3554675" y="1984050"/>
            <a:ext cx="2034600" cy="63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70" name="Google Shape;670;p46"/>
          <p:cNvSpPr/>
          <p:nvPr/>
        </p:nvSpPr>
        <p:spPr>
          <a:xfrm>
            <a:off x="-614789" y="4059903"/>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46"/>
          <p:cNvSpPr/>
          <p:nvPr/>
        </p:nvSpPr>
        <p:spPr>
          <a:xfrm rot="1432117" flipH="1">
            <a:off x="-881240" y="4280420"/>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6"/>
          <p:cNvSpPr/>
          <p:nvPr/>
        </p:nvSpPr>
        <p:spPr>
          <a:xfrm rot="855778">
            <a:off x="-1417570" y="4163418"/>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46"/>
          <p:cNvSpPr/>
          <p:nvPr/>
        </p:nvSpPr>
        <p:spPr>
          <a:xfrm rot="5027361" flipH="1">
            <a:off x="8598824" y="4042096"/>
            <a:ext cx="1671004" cy="1597787"/>
          </a:xfrm>
          <a:custGeom>
            <a:avLst/>
            <a:gdLst/>
            <a:ahLst/>
            <a:cxnLst/>
            <a:rect l="l" t="t" r="r" b="b"/>
            <a:pathLst>
              <a:path w="184937" h="139852" extrusionOk="0">
                <a:moveTo>
                  <a:pt x="59024" y="1"/>
                </a:moveTo>
                <a:cubicBezTo>
                  <a:pt x="37702" y="1"/>
                  <a:pt x="17942" y="12858"/>
                  <a:pt x="11925" y="32587"/>
                </a:cubicBezTo>
                <a:cubicBezTo>
                  <a:pt x="1" y="71595"/>
                  <a:pt x="35681" y="113191"/>
                  <a:pt x="79310" y="130384"/>
                </a:cubicBezTo>
                <a:cubicBezTo>
                  <a:pt x="95983" y="136984"/>
                  <a:pt x="112612" y="139851"/>
                  <a:pt x="127490" y="139851"/>
                </a:cubicBezTo>
                <a:cubicBezTo>
                  <a:pt x="160532" y="139851"/>
                  <a:pt x="184937" y="125708"/>
                  <a:pt x="182005" y="106905"/>
                </a:cubicBezTo>
                <a:cubicBezTo>
                  <a:pt x="175997" y="67251"/>
                  <a:pt x="140409" y="105334"/>
                  <a:pt x="114805" y="42848"/>
                </a:cubicBezTo>
                <a:cubicBezTo>
                  <a:pt x="102395" y="12395"/>
                  <a:pt x="79957" y="1"/>
                  <a:pt x="5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6"/>
          <p:cNvSpPr/>
          <p:nvPr/>
        </p:nvSpPr>
        <p:spPr>
          <a:xfrm rot="10093095" flipH="1">
            <a:off x="7020027" y="4448297"/>
            <a:ext cx="3557278" cy="966682"/>
          </a:xfrm>
          <a:custGeom>
            <a:avLst/>
            <a:gdLst/>
            <a:ahLst/>
            <a:cxnLst/>
            <a:rect l="l" t="t" r="r" b="b"/>
            <a:pathLst>
              <a:path w="264364" h="48804" extrusionOk="0">
                <a:moveTo>
                  <a:pt x="0" y="1"/>
                </a:moveTo>
                <a:lnTo>
                  <a:pt x="0" y="34052"/>
                </a:lnTo>
                <a:cubicBezTo>
                  <a:pt x="3219" y="35165"/>
                  <a:pt x="6028" y="35625"/>
                  <a:pt x="8547" y="35625"/>
                </a:cubicBezTo>
                <a:cubicBezTo>
                  <a:pt x="20567" y="35625"/>
                  <a:pt x="25980" y="25146"/>
                  <a:pt x="37813" y="25146"/>
                </a:cubicBezTo>
                <a:cubicBezTo>
                  <a:pt x="42388" y="25146"/>
                  <a:pt x="47922" y="26712"/>
                  <a:pt x="55168" y="31055"/>
                </a:cubicBezTo>
                <a:cubicBezTo>
                  <a:pt x="70462" y="40234"/>
                  <a:pt x="80176" y="48502"/>
                  <a:pt x="91777" y="48502"/>
                </a:cubicBezTo>
                <a:cubicBezTo>
                  <a:pt x="98366" y="48502"/>
                  <a:pt x="105563" y="45836"/>
                  <a:pt x="114738" y="39155"/>
                </a:cubicBezTo>
                <a:cubicBezTo>
                  <a:pt x="122916" y="33205"/>
                  <a:pt x="129075" y="31386"/>
                  <a:pt x="134351" y="31386"/>
                </a:cubicBezTo>
                <a:cubicBezTo>
                  <a:pt x="142654" y="31386"/>
                  <a:pt x="148772" y="35892"/>
                  <a:pt x="157136" y="35892"/>
                </a:cubicBezTo>
                <a:cubicBezTo>
                  <a:pt x="163427" y="35892"/>
                  <a:pt x="170988" y="33343"/>
                  <a:pt x="181706" y="24412"/>
                </a:cubicBezTo>
                <a:cubicBezTo>
                  <a:pt x="184794" y="21838"/>
                  <a:pt x="187774" y="20762"/>
                  <a:pt x="190680" y="20762"/>
                </a:cubicBezTo>
                <a:cubicBezTo>
                  <a:pt x="205031" y="20762"/>
                  <a:pt x="217584" y="46994"/>
                  <a:pt x="232473" y="48634"/>
                </a:cubicBezTo>
                <a:cubicBezTo>
                  <a:pt x="233525" y="48749"/>
                  <a:pt x="234513" y="48803"/>
                  <a:pt x="235446" y="48803"/>
                </a:cubicBezTo>
                <a:cubicBezTo>
                  <a:pt x="246713" y="48803"/>
                  <a:pt x="250150" y="40916"/>
                  <a:pt x="264364" y="38048"/>
                </a:cubicBezTo>
                <a:lnTo>
                  <a:pt x="2643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6"/>
          <p:cNvSpPr/>
          <p:nvPr/>
        </p:nvSpPr>
        <p:spPr>
          <a:xfrm rot="10800000" flipH="1">
            <a:off x="7020070" y="4354984"/>
            <a:ext cx="3556654" cy="1060078"/>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6"/>
          <p:cNvSpPr/>
          <p:nvPr/>
        </p:nvSpPr>
        <p:spPr>
          <a:xfrm rot="5400000">
            <a:off x="8594081" y="42478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6"/>
          <p:cNvSpPr/>
          <p:nvPr/>
        </p:nvSpPr>
        <p:spPr>
          <a:xfrm rot="5400000">
            <a:off x="810844" y="43237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6"/>
          <p:cNvSpPr/>
          <p:nvPr/>
        </p:nvSpPr>
        <p:spPr>
          <a:xfrm rot="-5400000">
            <a:off x="7937256" y="40951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6"/>
          <p:cNvSpPr/>
          <p:nvPr/>
        </p:nvSpPr>
        <p:spPr>
          <a:xfrm rot="5400000">
            <a:off x="154631" y="36889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four columns">
  <p:cSld name="CUSTOM_7">
    <p:spTree>
      <p:nvGrpSpPr>
        <p:cNvPr id="1" name="Shape 680"/>
        <p:cNvGrpSpPr/>
        <p:nvPr/>
      </p:nvGrpSpPr>
      <p:grpSpPr>
        <a:xfrm>
          <a:off x="0" y="0"/>
          <a:ext cx="0" cy="0"/>
          <a:chOff x="0" y="0"/>
          <a:chExt cx="0" cy="0"/>
        </a:xfrm>
      </p:grpSpPr>
      <p:sp>
        <p:nvSpPr>
          <p:cNvPr id="681" name="Google Shape;681;p47"/>
          <p:cNvSpPr txBox="1">
            <a:spLocks noGrp="1"/>
          </p:cNvSpPr>
          <p:nvPr>
            <p:ph type="title"/>
          </p:nvPr>
        </p:nvSpPr>
        <p:spPr>
          <a:xfrm>
            <a:off x="1543350" y="363275"/>
            <a:ext cx="60573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682" name="Google Shape;682;p47"/>
          <p:cNvSpPr txBox="1">
            <a:spLocks noGrp="1"/>
          </p:cNvSpPr>
          <p:nvPr>
            <p:ph type="subTitle" idx="1"/>
          </p:nvPr>
        </p:nvSpPr>
        <p:spPr>
          <a:xfrm>
            <a:off x="4875632" y="190447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683" name="Google Shape;683;p47"/>
          <p:cNvSpPr txBox="1">
            <a:spLocks noGrp="1"/>
          </p:cNvSpPr>
          <p:nvPr>
            <p:ph type="subTitle" idx="2"/>
          </p:nvPr>
        </p:nvSpPr>
        <p:spPr>
          <a:xfrm>
            <a:off x="5157563" y="2223600"/>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684" name="Google Shape;684;p47"/>
          <p:cNvSpPr txBox="1">
            <a:spLocks noGrp="1"/>
          </p:cNvSpPr>
          <p:nvPr>
            <p:ph type="subTitle" idx="3"/>
          </p:nvPr>
        </p:nvSpPr>
        <p:spPr>
          <a:xfrm>
            <a:off x="1782263" y="1904475"/>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685" name="Google Shape;685;p47"/>
          <p:cNvSpPr txBox="1">
            <a:spLocks noGrp="1"/>
          </p:cNvSpPr>
          <p:nvPr>
            <p:ph type="subTitle" idx="4"/>
          </p:nvPr>
        </p:nvSpPr>
        <p:spPr>
          <a:xfrm>
            <a:off x="2064375" y="2223600"/>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686" name="Google Shape;686;p47"/>
          <p:cNvSpPr txBox="1">
            <a:spLocks noGrp="1"/>
          </p:cNvSpPr>
          <p:nvPr>
            <p:ph type="subTitle" idx="5"/>
          </p:nvPr>
        </p:nvSpPr>
        <p:spPr>
          <a:xfrm>
            <a:off x="4875600" y="381450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687" name="Google Shape;687;p47"/>
          <p:cNvSpPr txBox="1">
            <a:spLocks noGrp="1"/>
          </p:cNvSpPr>
          <p:nvPr>
            <p:ph type="subTitle" idx="6"/>
          </p:nvPr>
        </p:nvSpPr>
        <p:spPr>
          <a:xfrm>
            <a:off x="5157563" y="4133628"/>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688" name="Google Shape;688;p47"/>
          <p:cNvSpPr txBox="1">
            <a:spLocks noGrp="1"/>
          </p:cNvSpPr>
          <p:nvPr>
            <p:ph type="subTitle" idx="7"/>
          </p:nvPr>
        </p:nvSpPr>
        <p:spPr>
          <a:xfrm>
            <a:off x="1782263" y="381450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689" name="Google Shape;689;p47"/>
          <p:cNvSpPr txBox="1">
            <a:spLocks noGrp="1"/>
          </p:cNvSpPr>
          <p:nvPr>
            <p:ph type="subTitle" idx="8"/>
          </p:nvPr>
        </p:nvSpPr>
        <p:spPr>
          <a:xfrm>
            <a:off x="2064375" y="4133628"/>
            <a:ext cx="19221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690" name="Google Shape;690;p47"/>
          <p:cNvSpPr/>
          <p:nvPr/>
        </p:nvSpPr>
        <p:spPr>
          <a:xfrm rot="-5400000" flipH="1">
            <a:off x="-3096997" y="2192121"/>
            <a:ext cx="6890071" cy="880003"/>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7"/>
          <p:cNvSpPr/>
          <p:nvPr/>
        </p:nvSpPr>
        <p:spPr>
          <a:xfrm rot="5400000">
            <a:off x="-1921300" y="3098438"/>
            <a:ext cx="4271825" cy="1177450"/>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7"/>
          <p:cNvSpPr/>
          <p:nvPr/>
        </p:nvSpPr>
        <p:spPr>
          <a:xfrm rot="147" flipH="1">
            <a:off x="-401896" y="3180097"/>
            <a:ext cx="1404839" cy="2093848"/>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7"/>
          <p:cNvSpPr/>
          <p:nvPr/>
        </p:nvSpPr>
        <p:spPr>
          <a:xfrm rot="-5400000" flipH="1">
            <a:off x="839461" y="3864564"/>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7"/>
          <p:cNvSpPr/>
          <p:nvPr/>
        </p:nvSpPr>
        <p:spPr>
          <a:xfrm rot="-5400000" flipH="1">
            <a:off x="376511" y="1084989"/>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7"/>
          <p:cNvSpPr/>
          <p:nvPr/>
        </p:nvSpPr>
        <p:spPr>
          <a:xfrm rot="-5400000" flipH="1">
            <a:off x="948986" y="173088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7"/>
          <p:cNvSpPr/>
          <p:nvPr/>
        </p:nvSpPr>
        <p:spPr>
          <a:xfrm rot="5400000" flipH="1">
            <a:off x="5330692" y="2192121"/>
            <a:ext cx="6890071" cy="880003"/>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7"/>
          <p:cNvSpPr/>
          <p:nvPr/>
        </p:nvSpPr>
        <p:spPr>
          <a:xfrm rot="-5400000">
            <a:off x="6773240" y="988358"/>
            <a:ext cx="4271825" cy="1177450"/>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7"/>
          <p:cNvSpPr/>
          <p:nvPr/>
        </p:nvSpPr>
        <p:spPr>
          <a:xfrm rot="-10799853" flipH="1">
            <a:off x="8120822" y="-9700"/>
            <a:ext cx="1404839" cy="2093848"/>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7"/>
          <p:cNvSpPr/>
          <p:nvPr/>
        </p:nvSpPr>
        <p:spPr>
          <a:xfrm rot="5400000" flipH="1">
            <a:off x="7855079" y="511882"/>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7"/>
          <p:cNvSpPr/>
          <p:nvPr/>
        </p:nvSpPr>
        <p:spPr>
          <a:xfrm rot="5400000" flipH="1">
            <a:off x="8120804" y="1236182"/>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7"/>
          <p:cNvSpPr/>
          <p:nvPr/>
        </p:nvSpPr>
        <p:spPr>
          <a:xfrm rot="5400000" flipH="1">
            <a:off x="8583754" y="4015757"/>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7"/>
          <p:cNvSpPr/>
          <p:nvPr/>
        </p:nvSpPr>
        <p:spPr>
          <a:xfrm rot="5400000" flipH="1">
            <a:off x="8076379" y="3434657"/>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7"/>
          <p:cNvSpPr/>
          <p:nvPr/>
        </p:nvSpPr>
        <p:spPr>
          <a:xfrm rot="-5400000" flipH="1">
            <a:off x="1170286" y="465366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ext">
  <p:cSld name="CUSTOM_8">
    <p:spTree>
      <p:nvGrpSpPr>
        <p:cNvPr id="1" name="Shape 704"/>
        <p:cNvGrpSpPr/>
        <p:nvPr/>
      </p:nvGrpSpPr>
      <p:grpSpPr>
        <a:xfrm>
          <a:off x="0" y="0"/>
          <a:ext cx="0" cy="0"/>
          <a:chOff x="0" y="0"/>
          <a:chExt cx="0" cy="0"/>
        </a:xfrm>
      </p:grpSpPr>
      <p:sp>
        <p:nvSpPr>
          <p:cNvPr id="705" name="Google Shape;705;p48"/>
          <p:cNvSpPr txBox="1">
            <a:spLocks noGrp="1"/>
          </p:cNvSpPr>
          <p:nvPr>
            <p:ph type="title"/>
          </p:nvPr>
        </p:nvSpPr>
        <p:spPr>
          <a:xfrm flipH="1">
            <a:off x="959002" y="2019725"/>
            <a:ext cx="3931200" cy="6570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a:endParaRPr/>
          </a:p>
        </p:txBody>
      </p:sp>
      <p:sp>
        <p:nvSpPr>
          <p:cNvPr id="706" name="Google Shape;706;p48"/>
          <p:cNvSpPr txBox="1">
            <a:spLocks noGrp="1"/>
          </p:cNvSpPr>
          <p:nvPr>
            <p:ph type="subTitle" idx="1"/>
          </p:nvPr>
        </p:nvSpPr>
        <p:spPr>
          <a:xfrm flipH="1">
            <a:off x="959090" y="2565775"/>
            <a:ext cx="2998800" cy="55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500"/>
              <a:buFont typeface="Josefin Sans"/>
              <a:buNone/>
              <a:defRPr sz="15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707" name="Google Shape;707;p48"/>
          <p:cNvSpPr/>
          <p:nvPr/>
        </p:nvSpPr>
        <p:spPr>
          <a:xfrm rot="-132439" flipH="1">
            <a:off x="305871" y="-39916"/>
            <a:ext cx="4818716" cy="780968"/>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8"/>
          <p:cNvSpPr/>
          <p:nvPr/>
        </p:nvSpPr>
        <p:spPr>
          <a:xfrm flipH="1">
            <a:off x="402459" y="-132676"/>
            <a:ext cx="2393629" cy="966464"/>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8"/>
          <p:cNvSpPr/>
          <p:nvPr/>
        </p:nvSpPr>
        <p:spPr>
          <a:xfrm rot="10800000" flipH="1">
            <a:off x="-272112" y="-10878"/>
            <a:ext cx="2096898" cy="989152"/>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8"/>
          <p:cNvSpPr/>
          <p:nvPr/>
        </p:nvSpPr>
        <p:spPr>
          <a:xfrm rot="10800000" flipH="1">
            <a:off x="402451" y="1086487"/>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8"/>
          <p:cNvSpPr/>
          <p:nvPr/>
        </p:nvSpPr>
        <p:spPr>
          <a:xfrm rot="10800000" flipH="1">
            <a:off x="1153051" y="648062"/>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8"/>
          <p:cNvSpPr/>
          <p:nvPr/>
        </p:nvSpPr>
        <p:spPr>
          <a:xfrm rot="10800000" flipH="1">
            <a:off x="2859751" y="301212"/>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8"/>
          <p:cNvSpPr/>
          <p:nvPr/>
        </p:nvSpPr>
        <p:spPr>
          <a:xfrm rot="-10667561">
            <a:off x="305871" y="4393835"/>
            <a:ext cx="4818716" cy="780968"/>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8"/>
          <p:cNvSpPr/>
          <p:nvPr/>
        </p:nvSpPr>
        <p:spPr>
          <a:xfrm rot="10800000">
            <a:off x="402459" y="4301097"/>
            <a:ext cx="2393629" cy="966464"/>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8"/>
          <p:cNvSpPr/>
          <p:nvPr/>
        </p:nvSpPr>
        <p:spPr>
          <a:xfrm>
            <a:off x="-272112" y="4156612"/>
            <a:ext cx="2096898" cy="989152"/>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8"/>
          <p:cNvSpPr/>
          <p:nvPr/>
        </p:nvSpPr>
        <p:spPr>
          <a:xfrm>
            <a:off x="402451" y="3949699"/>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8"/>
          <p:cNvSpPr/>
          <p:nvPr/>
        </p:nvSpPr>
        <p:spPr>
          <a:xfrm>
            <a:off x="1153051" y="438812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8"/>
          <p:cNvSpPr/>
          <p:nvPr/>
        </p:nvSpPr>
        <p:spPr>
          <a:xfrm>
            <a:off x="2859751" y="4734974"/>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48"/>
          <p:cNvSpPr/>
          <p:nvPr/>
        </p:nvSpPr>
        <p:spPr>
          <a:xfrm>
            <a:off x="5246676" y="4818274"/>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8"/>
          <p:cNvSpPr/>
          <p:nvPr/>
        </p:nvSpPr>
        <p:spPr>
          <a:xfrm rot="10800000" flipH="1">
            <a:off x="5246676" y="153112"/>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ext 1">
  <p:cSld name="CUSTOM_24">
    <p:spTree>
      <p:nvGrpSpPr>
        <p:cNvPr id="1" name="Shape 721"/>
        <p:cNvGrpSpPr/>
        <p:nvPr/>
      </p:nvGrpSpPr>
      <p:grpSpPr>
        <a:xfrm>
          <a:off x="0" y="0"/>
          <a:ext cx="0" cy="0"/>
          <a:chOff x="0" y="0"/>
          <a:chExt cx="0" cy="0"/>
        </a:xfrm>
      </p:grpSpPr>
      <p:sp>
        <p:nvSpPr>
          <p:cNvPr id="722" name="Google Shape;722;p49"/>
          <p:cNvSpPr txBox="1">
            <a:spLocks noGrp="1"/>
          </p:cNvSpPr>
          <p:nvPr>
            <p:ph type="title"/>
          </p:nvPr>
        </p:nvSpPr>
        <p:spPr>
          <a:xfrm flipH="1">
            <a:off x="1031425" y="1334306"/>
            <a:ext cx="3201000" cy="1298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algn="r" rtl="0">
              <a:spcBef>
                <a:spcPts val="0"/>
              </a:spcBef>
              <a:spcAft>
                <a:spcPts val="0"/>
              </a:spcAft>
              <a:buSzPts val="3000"/>
              <a:buNone/>
              <a:defRPr/>
            </a:lvl2pPr>
            <a:lvl3pPr lvl="2" algn="r" rtl="0">
              <a:spcBef>
                <a:spcPts val="0"/>
              </a:spcBef>
              <a:spcAft>
                <a:spcPts val="0"/>
              </a:spcAft>
              <a:buSzPts val="3000"/>
              <a:buNone/>
              <a:defRPr/>
            </a:lvl3pPr>
            <a:lvl4pPr lvl="3" algn="r" rtl="0">
              <a:spcBef>
                <a:spcPts val="0"/>
              </a:spcBef>
              <a:spcAft>
                <a:spcPts val="0"/>
              </a:spcAft>
              <a:buSzPts val="3000"/>
              <a:buNone/>
              <a:defRPr/>
            </a:lvl4pPr>
            <a:lvl5pPr lvl="4" algn="r" rtl="0">
              <a:spcBef>
                <a:spcPts val="0"/>
              </a:spcBef>
              <a:spcAft>
                <a:spcPts val="0"/>
              </a:spcAft>
              <a:buSzPts val="3000"/>
              <a:buNone/>
              <a:defRPr/>
            </a:lvl5pPr>
            <a:lvl6pPr lvl="5" algn="r" rtl="0">
              <a:spcBef>
                <a:spcPts val="0"/>
              </a:spcBef>
              <a:spcAft>
                <a:spcPts val="0"/>
              </a:spcAft>
              <a:buSzPts val="3000"/>
              <a:buNone/>
              <a:defRPr/>
            </a:lvl6pPr>
            <a:lvl7pPr lvl="6" algn="r" rtl="0">
              <a:spcBef>
                <a:spcPts val="0"/>
              </a:spcBef>
              <a:spcAft>
                <a:spcPts val="0"/>
              </a:spcAft>
              <a:buSzPts val="3000"/>
              <a:buNone/>
              <a:defRPr/>
            </a:lvl7pPr>
            <a:lvl8pPr lvl="7" algn="r" rtl="0">
              <a:spcBef>
                <a:spcPts val="0"/>
              </a:spcBef>
              <a:spcAft>
                <a:spcPts val="0"/>
              </a:spcAft>
              <a:buSzPts val="3000"/>
              <a:buNone/>
              <a:defRPr/>
            </a:lvl8pPr>
            <a:lvl9pPr lvl="8" algn="r" rtl="0">
              <a:spcBef>
                <a:spcPts val="0"/>
              </a:spcBef>
              <a:spcAft>
                <a:spcPts val="0"/>
              </a:spcAft>
              <a:buSzPts val="3000"/>
              <a:buNone/>
              <a:defRPr/>
            </a:lvl9pPr>
          </a:lstStyle>
          <a:p>
            <a:endParaRPr/>
          </a:p>
        </p:txBody>
      </p:sp>
      <p:sp>
        <p:nvSpPr>
          <p:cNvPr id="723" name="Google Shape;723;p49"/>
          <p:cNvSpPr txBox="1">
            <a:spLocks noGrp="1"/>
          </p:cNvSpPr>
          <p:nvPr>
            <p:ph type="subTitle" idx="1"/>
          </p:nvPr>
        </p:nvSpPr>
        <p:spPr>
          <a:xfrm flipH="1">
            <a:off x="1212018" y="2794294"/>
            <a:ext cx="3020400" cy="1167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r" rtl="0">
              <a:lnSpc>
                <a:spcPct val="100000"/>
              </a:lnSpc>
              <a:spcBef>
                <a:spcPts val="160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724" name="Google Shape;724;p49"/>
          <p:cNvSpPr/>
          <p:nvPr/>
        </p:nvSpPr>
        <p:spPr>
          <a:xfrm>
            <a:off x="0" y="0"/>
            <a:ext cx="444900" cy="444900"/>
          </a:xfrm>
          <a:prstGeom prst="ellipse">
            <a:avLst/>
          </a:prstGeom>
          <a:solidFill>
            <a:srgbClr val="FF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9"/>
          <p:cNvSpPr/>
          <p:nvPr/>
        </p:nvSpPr>
        <p:spPr>
          <a:xfrm rot="-9281215">
            <a:off x="165301" y="4203731"/>
            <a:ext cx="2228124" cy="918929"/>
          </a:xfrm>
          <a:custGeom>
            <a:avLst/>
            <a:gdLst/>
            <a:ahLst/>
            <a:cxnLst/>
            <a:rect l="l" t="t" r="r" b="b"/>
            <a:pathLst>
              <a:path w="246008" h="61867" extrusionOk="0">
                <a:moveTo>
                  <a:pt x="1" y="0"/>
                </a:moveTo>
                <a:cubicBezTo>
                  <a:pt x="1" y="0"/>
                  <a:pt x="3900" y="44992"/>
                  <a:pt x="39194" y="57840"/>
                </a:cubicBezTo>
                <a:cubicBezTo>
                  <a:pt x="46974" y="60669"/>
                  <a:pt x="53930" y="61867"/>
                  <a:pt x="60240" y="61867"/>
                </a:cubicBezTo>
                <a:cubicBezTo>
                  <a:pt x="95172" y="61867"/>
                  <a:pt x="110319" y="25159"/>
                  <a:pt x="135837" y="25159"/>
                </a:cubicBezTo>
                <a:cubicBezTo>
                  <a:pt x="138295" y="25159"/>
                  <a:pt x="140849" y="25499"/>
                  <a:pt x="143526" y="26246"/>
                </a:cubicBezTo>
                <a:cubicBezTo>
                  <a:pt x="159260" y="30639"/>
                  <a:pt x="172714" y="32419"/>
                  <a:pt x="184185" y="32419"/>
                </a:cubicBezTo>
                <a:cubicBezTo>
                  <a:pt x="233145" y="32419"/>
                  <a:pt x="246008" y="0"/>
                  <a:pt x="246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49"/>
          <p:cNvSpPr/>
          <p:nvPr/>
        </p:nvSpPr>
        <p:spPr>
          <a:xfrm rot="-9280772">
            <a:off x="-445297" y="4396562"/>
            <a:ext cx="3782980" cy="1428824"/>
          </a:xfrm>
          <a:custGeom>
            <a:avLst/>
            <a:gdLst/>
            <a:ahLst/>
            <a:cxnLst/>
            <a:rect l="l" t="t" r="r" b="b"/>
            <a:pathLst>
              <a:path w="264364" h="61984" extrusionOk="0">
                <a:moveTo>
                  <a:pt x="0" y="0"/>
                </a:moveTo>
                <a:lnTo>
                  <a:pt x="0" y="60406"/>
                </a:lnTo>
                <a:cubicBezTo>
                  <a:pt x="2845" y="61497"/>
                  <a:pt x="5907" y="61983"/>
                  <a:pt x="9094" y="61983"/>
                </a:cubicBezTo>
                <a:cubicBezTo>
                  <a:pt x="26664" y="61983"/>
                  <a:pt x="48053" y="47209"/>
                  <a:pt x="57950" y="37427"/>
                </a:cubicBezTo>
                <a:cubicBezTo>
                  <a:pt x="64434" y="31013"/>
                  <a:pt x="70724" y="28611"/>
                  <a:pt x="76592" y="28611"/>
                </a:cubicBezTo>
                <a:cubicBezTo>
                  <a:pt x="86364" y="28611"/>
                  <a:pt x="94966" y="35275"/>
                  <a:pt x="101344" y="41180"/>
                </a:cubicBezTo>
                <a:cubicBezTo>
                  <a:pt x="109706" y="48911"/>
                  <a:pt x="119411" y="51657"/>
                  <a:pt x="128732" y="51657"/>
                </a:cubicBezTo>
                <a:cubicBezTo>
                  <a:pt x="140963" y="51657"/>
                  <a:pt x="152533" y="46928"/>
                  <a:pt x="159536" y="42530"/>
                </a:cubicBezTo>
                <a:cubicBezTo>
                  <a:pt x="163971" y="39737"/>
                  <a:pt x="167611" y="38614"/>
                  <a:pt x="170732" y="38614"/>
                </a:cubicBezTo>
                <a:cubicBezTo>
                  <a:pt x="183490" y="38614"/>
                  <a:pt x="187572" y="57371"/>
                  <a:pt x="201829" y="57371"/>
                </a:cubicBezTo>
                <a:cubicBezTo>
                  <a:pt x="204682" y="57371"/>
                  <a:pt x="207942" y="56619"/>
                  <a:pt x="211761" y="54817"/>
                </a:cubicBezTo>
                <a:cubicBezTo>
                  <a:pt x="216023" y="52806"/>
                  <a:pt x="220035" y="52096"/>
                  <a:pt x="223864" y="52096"/>
                </a:cubicBezTo>
                <a:cubicBezTo>
                  <a:pt x="233065" y="52096"/>
                  <a:pt x="241204" y="56197"/>
                  <a:pt x="249202" y="56197"/>
                </a:cubicBezTo>
                <a:cubicBezTo>
                  <a:pt x="254235" y="56197"/>
                  <a:pt x="259212" y="54573"/>
                  <a:pt x="264364" y="49281"/>
                </a:cubicBezTo>
                <a:lnTo>
                  <a:pt x="2643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9"/>
          <p:cNvSpPr/>
          <p:nvPr/>
        </p:nvSpPr>
        <p:spPr>
          <a:xfrm rot="-9281383" flipH="1">
            <a:off x="-921562" y="3898835"/>
            <a:ext cx="4264746" cy="1843807"/>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9"/>
          <p:cNvSpPr/>
          <p:nvPr/>
        </p:nvSpPr>
        <p:spPr>
          <a:xfrm rot="10800000" flipH="1">
            <a:off x="-670603" y="7"/>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9"/>
          <p:cNvSpPr/>
          <p:nvPr/>
        </p:nvSpPr>
        <p:spPr>
          <a:xfrm rot="9367883">
            <a:off x="-937053" y="-338044"/>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9"/>
          <p:cNvSpPr/>
          <p:nvPr/>
        </p:nvSpPr>
        <p:spPr>
          <a:xfrm rot="-1518617">
            <a:off x="-992817" y="-870267"/>
            <a:ext cx="4264746" cy="1843807"/>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9"/>
          <p:cNvSpPr/>
          <p:nvPr/>
        </p:nvSpPr>
        <p:spPr>
          <a:xfrm rot="5400000">
            <a:off x="1221931" y="9753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9"/>
          <p:cNvSpPr/>
          <p:nvPr/>
        </p:nvSpPr>
        <p:spPr>
          <a:xfrm rot="5400000">
            <a:off x="2202194" y="45963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9"/>
          <p:cNvSpPr/>
          <p:nvPr/>
        </p:nvSpPr>
        <p:spPr>
          <a:xfrm rot="-5400000">
            <a:off x="565106" y="8226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9"/>
          <p:cNvSpPr/>
          <p:nvPr/>
        </p:nvSpPr>
        <p:spPr>
          <a:xfrm rot="5400000">
            <a:off x="1545981" y="39616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text 3">
  <p:cSld name="CUSTOM_25">
    <p:spTree>
      <p:nvGrpSpPr>
        <p:cNvPr id="1" name="Shape 735"/>
        <p:cNvGrpSpPr/>
        <p:nvPr/>
      </p:nvGrpSpPr>
      <p:grpSpPr>
        <a:xfrm>
          <a:off x="0" y="0"/>
          <a:ext cx="0" cy="0"/>
          <a:chOff x="0" y="0"/>
          <a:chExt cx="0" cy="0"/>
        </a:xfrm>
      </p:grpSpPr>
      <p:sp>
        <p:nvSpPr>
          <p:cNvPr id="736" name="Google Shape;736;p50"/>
          <p:cNvSpPr txBox="1">
            <a:spLocks noGrp="1"/>
          </p:cNvSpPr>
          <p:nvPr>
            <p:ph type="title"/>
          </p:nvPr>
        </p:nvSpPr>
        <p:spPr>
          <a:xfrm>
            <a:off x="4253800" y="2019725"/>
            <a:ext cx="3931200" cy="657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a:lvl1pPr>
            <a:lvl2pPr lvl="1" algn="r" rtl="0">
              <a:spcBef>
                <a:spcPts val="0"/>
              </a:spcBef>
              <a:spcAft>
                <a:spcPts val="0"/>
              </a:spcAft>
              <a:buSzPts val="3000"/>
              <a:buNone/>
              <a:defRPr>
                <a:latin typeface="Open Sans SemiBold"/>
                <a:ea typeface="Open Sans SemiBold"/>
                <a:cs typeface="Open Sans SemiBold"/>
                <a:sym typeface="Open Sans SemiBold"/>
              </a:defRPr>
            </a:lvl2pPr>
            <a:lvl3pPr lvl="2" algn="r" rtl="0">
              <a:spcBef>
                <a:spcPts val="0"/>
              </a:spcBef>
              <a:spcAft>
                <a:spcPts val="0"/>
              </a:spcAft>
              <a:buSzPts val="3000"/>
              <a:buNone/>
              <a:defRPr>
                <a:latin typeface="Open Sans SemiBold"/>
                <a:ea typeface="Open Sans SemiBold"/>
                <a:cs typeface="Open Sans SemiBold"/>
                <a:sym typeface="Open Sans SemiBold"/>
              </a:defRPr>
            </a:lvl3pPr>
            <a:lvl4pPr lvl="3" algn="r" rtl="0">
              <a:spcBef>
                <a:spcPts val="0"/>
              </a:spcBef>
              <a:spcAft>
                <a:spcPts val="0"/>
              </a:spcAft>
              <a:buSzPts val="3000"/>
              <a:buNone/>
              <a:defRPr>
                <a:latin typeface="Open Sans SemiBold"/>
                <a:ea typeface="Open Sans SemiBold"/>
                <a:cs typeface="Open Sans SemiBold"/>
                <a:sym typeface="Open Sans SemiBold"/>
              </a:defRPr>
            </a:lvl4pPr>
            <a:lvl5pPr lvl="4" algn="r" rtl="0">
              <a:spcBef>
                <a:spcPts val="0"/>
              </a:spcBef>
              <a:spcAft>
                <a:spcPts val="0"/>
              </a:spcAft>
              <a:buSzPts val="3000"/>
              <a:buNone/>
              <a:defRPr>
                <a:latin typeface="Open Sans SemiBold"/>
                <a:ea typeface="Open Sans SemiBold"/>
                <a:cs typeface="Open Sans SemiBold"/>
                <a:sym typeface="Open Sans SemiBold"/>
              </a:defRPr>
            </a:lvl5pPr>
            <a:lvl6pPr lvl="5" algn="r" rtl="0">
              <a:spcBef>
                <a:spcPts val="0"/>
              </a:spcBef>
              <a:spcAft>
                <a:spcPts val="0"/>
              </a:spcAft>
              <a:buSzPts val="3000"/>
              <a:buNone/>
              <a:defRPr>
                <a:latin typeface="Open Sans SemiBold"/>
                <a:ea typeface="Open Sans SemiBold"/>
                <a:cs typeface="Open Sans SemiBold"/>
                <a:sym typeface="Open Sans SemiBold"/>
              </a:defRPr>
            </a:lvl6pPr>
            <a:lvl7pPr lvl="6" algn="r" rtl="0">
              <a:spcBef>
                <a:spcPts val="0"/>
              </a:spcBef>
              <a:spcAft>
                <a:spcPts val="0"/>
              </a:spcAft>
              <a:buSzPts val="3000"/>
              <a:buNone/>
              <a:defRPr>
                <a:latin typeface="Open Sans SemiBold"/>
                <a:ea typeface="Open Sans SemiBold"/>
                <a:cs typeface="Open Sans SemiBold"/>
                <a:sym typeface="Open Sans SemiBold"/>
              </a:defRPr>
            </a:lvl7pPr>
            <a:lvl8pPr lvl="7" algn="r" rtl="0">
              <a:spcBef>
                <a:spcPts val="0"/>
              </a:spcBef>
              <a:spcAft>
                <a:spcPts val="0"/>
              </a:spcAft>
              <a:buSzPts val="3000"/>
              <a:buNone/>
              <a:defRPr>
                <a:latin typeface="Open Sans SemiBold"/>
                <a:ea typeface="Open Sans SemiBold"/>
                <a:cs typeface="Open Sans SemiBold"/>
                <a:sym typeface="Open Sans SemiBold"/>
              </a:defRPr>
            </a:lvl8pPr>
            <a:lvl9pPr lvl="8" algn="r" rtl="0">
              <a:spcBef>
                <a:spcPts val="0"/>
              </a:spcBef>
              <a:spcAft>
                <a:spcPts val="0"/>
              </a:spcAft>
              <a:buSzPts val="3000"/>
              <a:buNone/>
              <a:defRPr>
                <a:latin typeface="Open Sans SemiBold"/>
                <a:ea typeface="Open Sans SemiBold"/>
                <a:cs typeface="Open Sans SemiBold"/>
                <a:sym typeface="Open Sans SemiBold"/>
              </a:defRPr>
            </a:lvl9pPr>
          </a:lstStyle>
          <a:p>
            <a:endParaRPr/>
          </a:p>
        </p:txBody>
      </p:sp>
      <p:sp>
        <p:nvSpPr>
          <p:cNvPr id="737" name="Google Shape;737;p50"/>
          <p:cNvSpPr txBox="1">
            <a:spLocks noGrp="1"/>
          </p:cNvSpPr>
          <p:nvPr>
            <p:ph type="subTitle" idx="1"/>
          </p:nvPr>
        </p:nvSpPr>
        <p:spPr>
          <a:xfrm>
            <a:off x="5186112" y="2565775"/>
            <a:ext cx="2998800" cy="558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500"/>
              <a:buFont typeface="Josefin Sans"/>
              <a:buNone/>
              <a:defRPr sz="1500"/>
            </a:lvl1pPr>
            <a:lvl2pPr lvl="1" algn="r" rtl="0">
              <a:spcBef>
                <a:spcPts val="160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738" name="Google Shape;738;p50"/>
          <p:cNvSpPr/>
          <p:nvPr/>
        </p:nvSpPr>
        <p:spPr>
          <a:xfrm rot="10800000">
            <a:off x="3937512" y="4410874"/>
            <a:ext cx="3936983" cy="732774"/>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50"/>
          <p:cNvSpPr/>
          <p:nvPr/>
        </p:nvSpPr>
        <p:spPr>
          <a:xfrm flipH="1">
            <a:off x="3939637" y="98"/>
            <a:ext cx="5126677" cy="1295929"/>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50"/>
          <p:cNvSpPr/>
          <p:nvPr/>
        </p:nvSpPr>
        <p:spPr>
          <a:xfrm rot="10800000" flipH="1">
            <a:off x="4720014" y="4141676"/>
            <a:ext cx="5735030" cy="1001972"/>
          </a:xfrm>
          <a:custGeom>
            <a:avLst/>
            <a:gdLst/>
            <a:ahLst/>
            <a:cxnLst/>
            <a:rect l="l" t="t" r="r" b="b"/>
            <a:pathLst>
              <a:path w="295582" h="107710" extrusionOk="0">
                <a:moveTo>
                  <a:pt x="3890" y="648"/>
                </a:moveTo>
                <a:cubicBezTo>
                  <a:pt x="3890" y="648"/>
                  <a:pt x="1" y="60607"/>
                  <a:pt x="64065" y="49263"/>
                </a:cubicBezTo>
                <a:cubicBezTo>
                  <a:pt x="132883" y="37164"/>
                  <a:pt x="123484" y="107710"/>
                  <a:pt x="183551" y="107710"/>
                </a:cubicBezTo>
                <a:cubicBezTo>
                  <a:pt x="232814" y="107710"/>
                  <a:pt x="209155" y="40513"/>
                  <a:pt x="252368" y="34787"/>
                </a:cubicBezTo>
                <a:cubicBezTo>
                  <a:pt x="295582" y="29061"/>
                  <a:pt x="285751" y="0"/>
                  <a:pt x="2857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50"/>
          <p:cNvSpPr/>
          <p:nvPr/>
        </p:nvSpPr>
        <p:spPr>
          <a:xfrm rot="10800000" flipH="1">
            <a:off x="5013459" y="204"/>
            <a:ext cx="4130832" cy="1472837"/>
          </a:xfrm>
          <a:custGeom>
            <a:avLst/>
            <a:gdLst/>
            <a:ahLst/>
            <a:cxnLst/>
            <a:rect l="l" t="t" r="r" b="b"/>
            <a:pathLst>
              <a:path w="285673" h="154588" extrusionOk="0">
                <a:moveTo>
                  <a:pt x="2715" y="154588"/>
                </a:moveTo>
                <a:cubicBezTo>
                  <a:pt x="2715" y="154588"/>
                  <a:pt x="0" y="113633"/>
                  <a:pt x="45298" y="113633"/>
                </a:cubicBezTo>
                <a:cubicBezTo>
                  <a:pt x="90596" y="113633"/>
                  <a:pt x="125888" y="112160"/>
                  <a:pt x="135972" y="50651"/>
                </a:cubicBezTo>
                <a:cubicBezTo>
                  <a:pt x="144194" y="621"/>
                  <a:pt x="221914" y="1"/>
                  <a:pt x="238978" y="40955"/>
                </a:cubicBezTo>
                <a:cubicBezTo>
                  <a:pt x="255965" y="81987"/>
                  <a:pt x="285673" y="81987"/>
                  <a:pt x="285673" y="81987"/>
                </a:cubicBezTo>
                <a:lnTo>
                  <a:pt x="285673" y="15458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50"/>
          <p:cNvSpPr/>
          <p:nvPr/>
        </p:nvSpPr>
        <p:spPr>
          <a:xfrm rot="10800000">
            <a:off x="5628786" y="490"/>
            <a:ext cx="3515148" cy="1472658"/>
          </a:xfrm>
          <a:custGeom>
            <a:avLst/>
            <a:gdLst/>
            <a:ahLst/>
            <a:cxnLst/>
            <a:rect l="l" t="t" r="r" b="b"/>
            <a:pathLst>
              <a:path w="305002" h="196093" extrusionOk="0">
                <a:moveTo>
                  <a:pt x="0" y="27686"/>
                </a:moveTo>
                <a:cubicBezTo>
                  <a:pt x="0" y="27686"/>
                  <a:pt x="68206" y="0"/>
                  <a:pt x="88558" y="59039"/>
                </a:cubicBezTo>
                <a:cubicBezTo>
                  <a:pt x="108910" y="118077"/>
                  <a:pt x="211769" y="29244"/>
                  <a:pt x="211769" y="120186"/>
                </a:cubicBezTo>
                <a:cubicBezTo>
                  <a:pt x="211769" y="172257"/>
                  <a:pt x="305002" y="135404"/>
                  <a:pt x="280800" y="196092"/>
                </a:cubicBezTo>
                <a:lnTo>
                  <a:pt x="0" y="19609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50"/>
          <p:cNvSpPr/>
          <p:nvPr/>
        </p:nvSpPr>
        <p:spPr>
          <a:xfrm rot="10800000">
            <a:off x="5220582" y="4263470"/>
            <a:ext cx="3937105" cy="880179"/>
          </a:xfrm>
          <a:custGeom>
            <a:avLst/>
            <a:gdLst/>
            <a:ahLst/>
            <a:cxnLst/>
            <a:rect l="l" t="t" r="r" b="b"/>
            <a:pathLst>
              <a:path w="294198" h="130204" extrusionOk="0">
                <a:moveTo>
                  <a:pt x="283570" y="0"/>
                </a:moveTo>
                <a:cubicBezTo>
                  <a:pt x="283570" y="0"/>
                  <a:pt x="294198" y="57826"/>
                  <a:pt x="203889" y="45181"/>
                </a:cubicBezTo>
                <a:cubicBezTo>
                  <a:pt x="141812" y="36461"/>
                  <a:pt x="157999" y="89109"/>
                  <a:pt x="113581" y="109929"/>
                </a:cubicBezTo>
                <a:cubicBezTo>
                  <a:pt x="70252" y="130203"/>
                  <a:pt x="37442" y="67963"/>
                  <a:pt x="0" y="114071"/>
                </a:cubicBezTo>
                <a:lnTo>
                  <a:pt x="0" y="43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50"/>
          <p:cNvSpPr/>
          <p:nvPr/>
        </p:nvSpPr>
        <p:spPr>
          <a:xfrm rot="5400000">
            <a:off x="6527856" y="44833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50"/>
          <p:cNvSpPr/>
          <p:nvPr/>
        </p:nvSpPr>
        <p:spPr>
          <a:xfrm rot="5400000">
            <a:off x="5530219" y="9452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0"/>
          <p:cNvSpPr/>
          <p:nvPr/>
        </p:nvSpPr>
        <p:spPr>
          <a:xfrm rot="-5400000">
            <a:off x="5871031" y="43306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50"/>
          <p:cNvSpPr/>
          <p:nvPr/>
        </p:nvSpPr>
        <p:spPr>
          <a:xfrm rot="5400000">
            <a:off x="4874006" y="3104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ext 4">
  <p:cSld name="CUSTOM_26">
    <p:spTree>
      <p:nvGrpSpPr>
        <p:cNvPr id="1" name="Shape 748"/>
        <p:cNvGrpSpPr/>
        <p:nvPr/>
      </p:nvGrpSpPr>
      <p:grpSpPr>
        <a:xfrm>
          <a:off x="0" y="0"/>
          <a:ext cx="0" cy="0"/>
          <a:chOff x="0" y="0"/>
          <a:chExt cx="0" cy="0"/>
        </a:xfrm>
      </p:grpSpPr>
      <p:sp>
        <p:nvSpPr>
          <p:cNvPr id="749" name="Google Shape;749;p51"/>
          <p:cNvSpPr txBox="1">
            <a:spLocks noGrp="1"/>
          </p:cNvSpPr>
          <p:nvPr>
            <p:ph type="title"/>
          </p:nvPr>
        </p:nvSpPr>
        <p:spPr>
          <a:xfrm flipH="1">
            <a:off x="959002" y="2019725"/>
            <a:ext cx="3931200" cy="6570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a:endParaRPr/>
          </a:p>
        </p:txBody>
      </p:sp>
      <p:sp>
        <p:nvSpPr>
          <p:cNvPr id="750" name="Google Shape;750;p51"/>
          <p:cNvSpPr txBox="1">
            <a:spLocks noGrp="1"/>
          </p:cNvSpPr>
          <p:nvPr>
            <p:ph type="subTitle" idx="1"/>
          </p:nvPr>
        </p:nvSpPr>
        <p:spPr>
          <a:xfrm flipH="1">
            <a:off x="959090" y="2565775"/>
            <a:ext cx="2998800" cy="55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500"/>
              <a:buFont typeface="Josefin Sans"/>
              <a:buNone/>
              <a:defRPr sz="15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751" name="Google Shape;751;p51"/>
          <p:cNvSpPr/>
          <p:nvPr/>
        </p:nvSpPr>
        <p:spPr>
          <a:xfrm rot="-5911893" flipH="1">
            <a:off x="312525" y="-757650"/>
            <a:ext cx="1679785" cy="2039064"/>
          </a:xfrm>
          <a:custGeom>
            <a:avLst/>
            <a:gdLst/>
            <a:ahLst/>
            <a:cxnLst/>
            <a:rect l="l" t="t" r="r" b="b"/>
            <a:pathLst>
              <a:path w="184937" h="139852" extrusionOk="0">
                <a:moveTo>
                  <a:pt x="59024" y="1"/>
                </a:moveTo>
                <a:cubicBezTo>
                  <a:pt x="37702" y="1"/>
                  <a:pt x="17942" y="12858"/>
                  <a:pt x="11925" y="32587"/>
                </a:cubicBezTo>
                <a:cubicBezTo>
                  <a:pt x="1" y="71595"/>
                  <a:pt x="35681" y="113191"/>
                  <a:pt x="79310" y="130384"/>
                </a:cubicBezTo>
                <a:cubicBezTo>
                  <a:pt x="95983" y="136984"/>
                  <a:pt x="112612" y="139851"/>
                  <a:pt x="127490" y="139851"/>
                </a:cubicBezTo>
                <a:cubicBezTo>
                  <a:pt x="160532" y="139851"/>
                  <a:pt x="184937" y="125708"/>
                  <a:pt x="182005" y="106905"/>
                </a:cubicBezTo>
                <a:cubicBezTo>
                  <a:pt x="175997" y="67251"/>
                  <a:pt x="140409" y="105334"/>
                  <a:pt x="114805" y="42848"/>
                </a:cubicBezTo>
                <a:cubicBezTo>
                  <a:pt x="102395" y="12395"/>
                  <a:pt x="79957" y="1"/>
                  <a:pt x="5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51"/>
          <p:cNvSpPr/>
          <p:nvPr/>
        </p:nvSpPr>
        <p:spPr>
          <a:xfrm rot="-515846" flipH="1">
            <a:off x="-399995" y="-321140"/>
            <a:ext cx="4858752" cy="984749"/>
          </a:xfrm>
          <a:custGeom>
            <a:avLst/>
            <a:gdLst/>
            <a:ahLst/>
            <a:cxnLst/>
            <a:rect l="l" t="t" r="r" b="b"/>
            <a:pathLst>
              <a:path w="264364" h="48804" extrusionOk="0">
                <a:moveTo>
                  <a:pt x="0" y="1"/>
                </a:moveTo>
                <a:lnTo>
                  <a:pt x="0" y="34052"/>
                </a:lnTo>
                <a:cubicBezTo>
                  <a:pt x="3219" y="35165"/>
                  <a:pt x="6028" y="35625"/>
                  <a:pt x="8547" y="35625"/>
                </a:cubicBezTo>
                <a:cubicBezTo>
                  <a:pt x="20567" y="35625"/>
                  <a:pt x="25980" y="25146"/>
                  <a:pt x="37813" y="25146"/>
                </a:cubicBezTo>
                <a:cubicBezTo>
                  <a:pt x="42388" y="25146"/>
                  <a:pt x="47922" y="26712"/>
                  <a:pt x="55168" y="31055"/>
                </a:cubicBezTo>
                <a:cubicBezTo>
                  <a:pt x="70462" y="40234"/>
                  <a:pt x="80176" y="48502"/>
                  <a:pt x="91777" y="48502"/>
                </a:cubicBezTo>
                <a:cubicBezTo>
                  <a:pt x="98366" y="48502"/>
                  <a:pt x="105563" y="45836"/>
                  <a:pt x="114738" y="39155"/>
                </a:cubicBezTo>
                <a:cubicBezTo>
                  <a:pt x="122916" y="33205"/>
                  <a:pt x="129075" y="31386"/>
                  <a:pt x="134351" y="31386"/>
                </a:cubicBezTo>
                <a:cubicBezTo>
                  <a:pt x="142654" y="31386"/>
                  <a:pt x="148772" y="35892"/>
                  <a:pt x="157136" y="35892"/>
                </a:cubicBezTo>
                <a:cubicBezTo>
                  <a:pt x="163427" y="35892"/>
                  <a:pt x="170988" y="33343"/>
                  <a:pt x="181706" y="24412"/>
                </a:cubicBezTo>
                <a:cubicBezTo>
                  <a:pt x="184794" y="21838"/>
                  <a:pt x="187774" y="20762"/>
                  <a:pt x="190680" y="20762"/>
                </a:cubicBezTo>
                <a:cubicBezTo>
                  <a:pt x="205031" y="20762"/>
                  <a:pt x="217584" y="46994"/>
                  <a:pt x="232473" y="48634"/>
                </a:cubicBezTo>
                <a:cubicBezTo>
                  <a:pt x="233525" y="48749"/>
                  <a:pt x="234513" y="48803"/>
                  <a:pt x="235446" y="48803"/>
                </a:cubicBezTo>
                <a:cubicBezTo>
                  <a:pt x="246713" y="48803"/>
                  <a:pt x="250150" y="40916"/>
                  <a:pt x="264364" y="38048"/>
                </a:cubicBezTo>
                <a:lnTo>
                  <a:pt x="2643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51"/>
          <p:cNvSpPr/>
          <p:nvPr/>
        </p:nvSpPr>
        <p:spPr>
          <a:xfrm flipH="1">
            <a:off x="-423061" y="-312190"/>
            <a:ext cx="4906095" cy="1060078"/>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51"/>
          <p:cNvSpPr/>
          <p:nvPr/>
        </p:nvSpPr>
        <p:spPr>
          <a:xfrm>
            <a:off x="-275372" y="4138788"/>
            <a:ext cx="3370532"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1"/>
          <p:cNvSpPr/>
          <p:nvPr/>
        </p:nvSpPr>
        <p:spPr>
          <a:xfrm rot="1067063" flipH="1">
            <a:off x="-556554" y="4319279"/>
            <a:ext cx="4178350" cy="1201199"/>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51"/>
          <p:cNvSpPr/>
          <p:nvPr/>
        </p:nvSpPr>
        <p:spPr>
          <a:xfrm rot="626416">
            <a:off x="-1346735" y="4226168"/>
            <a:ext cx="4901831" cy="1227025"/>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1"/>
          <p:cNvSpPr/>
          <p:nvPr/>
        </p:nvSpPr>
        <p:spPr>
          <a:xfrm rot="5400000">
            <a:off x="2074869" y="43515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51"/>
          <p:cNvSpPr/>
          <p:nvPr/>
        </p:nvSpPr>
        <p:spPr>
          <a:xfrm rot="1364436">
            <a:off x="2082771" y="538417"/>
            <a:ext cx="98562" cy="98839"/>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51"/>
          <p:cNvSpPr/>
          <p:nvPr/>
        </p:nvSpPr>
        <p:spPr>
          <a:xfrm rot="-5400000">
            <a:off x="1418044" y="41988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51"/>
          <p:cNvSpPr/>
          <p:nvPr/>
        </p:nvSpPr>
        <p:spPr>
          <a:xfrm rot="1359618">
            <a:off x="1253917" y="848767"/>
            <a:ext cx="163523" cy="163523"/>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text 5">
  <p:cSld name="CUSTOM_32">
    <p:spTree>
      <p:nvGrpSpPr>
        <p:cNvPr id="1" name="Shape 761"/>
        <p:cNvGrpSpPr/>
        <p:nvPr/>
      </p:nvGrpSpPr>
      <p:grpSpPr>
        <a:xfrm>
          <a:off x="0" y="0"/>
          <a:ext cx="0" cy="0"/>
          <a:chOff x="0" y="0"/>
          <a:chExt cx="0" cy="0"/>
        </a:xfrm>
      </p:grpSpPr>
      <p:sp>
        <p:nvSpPr>
          <p:cNvPr id="762" name="Google Shape;762;p52"/>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763" name="Google Shape;763;p52"/>
          <p:cNvSpPr txBox="1">
            <a:spLocks noGrp="1"/>
          </p:cNvSpPr>
          <p:nvPr>
            <p:ph type="subTitle" idx="1"/>
          </p:nvPr>
        </p:nvSpPr>
        <p:spPr>
          <a:xfrm>
            <a:off x="5134925" y="1772525"/>
            <a:ext cx="3225000" cy="239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400"/>
            </a:lvl1pPr>
            <a:lvl2pPr lvl="1" rtl="0">
              <a:lnSpc>
                <a:spcPct val="100000"/>
              </a:lnSpc>
              <a:spcBef>
                <a:spcPts val="1600"/>
              </a:spcBef>
              <a:spcAft>
                <a:spcPts val="0"/>
              </a:spcAft>
              <a:buSzPts val="2100"/>
              <a:buChar char="○"/>
              <a:defRPr/>
            </a:lvl2pPr>
            <a:lvl3pPr lvl="2" rtl="0">
              <a:lnSpc>
                <a:spcPct val="100000"/>
              </a:lnSpc>
              <a:spcBef>
                <a:spcPts val="0"/>
              </a:spcBef>
              <a:spcAft>
                <a:spcPts val="0"/>
              </a:spcAft>
              <a:buSzPts val="2100"/>
              <a:buChar char="■"/>
              <a:defRPr/>
            </a:lvl3pPr>
            <a:lvl4pPr lvl="3" rtl="0">
              <a:lnSpc>
                <a:spcPct val="100000"/>
              </a:lnSpc>
              <a:spcBef>
                <a:spcPts val="0"/>
              </a:spcBef>
              <a:spcAft>
                <a:spcPts val="0"/>
              </a:spcAft>
              <a:buSzPts val="2100"/>
              <a:buChar char="●"/>
              <a:defRPr/>
            </a:lvl4pPr>
            <a:lvl5pPr lvl="4" rtl="0">
              <a:lnSpc>
                <a:spcPct val="100000"/>
              </a:lnSpc>
              <a:spcBef>
                <a:spcPts val="0"/>
              </a:spcBef>
              <a:spcAft>
                <a:spcPts val="0"/>
              </a:spcAft>
              <a:buSzPts val="2100"/>
              <a:buChar char="○"/>
              <a:defRPr/>
            </a:lvl5pPr>
            <a:lvl6pPr lvl="5" rtl="0">
              <a:lnSpc>
                <a:spcPct val="100000"/>
              </a:lnSpc>
              <a:spcBef>
                <a:spcPts val="0"/>
              </a:spcBef>
              <a:spcAft>
                <a:spcPts val="0"/>
              </a:spcAft>
              <a:buSzPts val="2100"/>
              <a:buChar char="■"/>
              <a:defRPr/>
            </a:lvl6pPr>
            <a:lvl7pPr lvl="6" rtl="0">
              <a:lnSpc>
                <a:spcPct val="100000"/>
              </a:lnSpc>
              <a:spcBef>
                <a:spcPts val="0"/>
              </a:spcBef>
              <a:spcAft>
                <a:spcPts val="0"/>
              </a:spcAft>
              <a:buSzPts val="2100"/>
              <a:buChar char="●"/>
              <a:defRPr/>
            </a:lvl7pPr>
            <a:lvl8pPr lvl="7" rtl="0">
              <a:lnSpc>
                <a:spcPct val="100000"/>
              </a:lnSpc>
              <a:spcBef>
                <a:spcPts val="0"/>
              </a:spcBef>
              <a:spcAft>
                <a:spcPts val="0"/>
              </a:spcAft>
              <a:buSzPts val="2100"/>
              <a:buChar char="○"/>
              <a:defRPr/>
            </a:lvl8pPr>
            <a:lvl9pPr lvl="8" rtl="0">
              <a:lnSpc>
                <a:spcPct val="100000"/>
              </a:lnSpc>
              <a:spcBef>
                <a:spcPts val="0"/>
              </a:spcBef>
              <a:spcAft>
                <a:spcPts val="0"/>
              </a:spcAft>
              <a:buSzPts val="2100"/>
              <a:buChar char="■"/>
              <a:defRPr/>
            </a:lvl9pPr>
          </a:lstStyle>
          <a:p>
            <a:endParaRPr/>
          </a:p>
        </p:txBody>
      </p:sp>
      <p:sp>
        <p:nvSpPr>
          <p:cNvPr id="764" name="Google Shape;764;p52"/>
          <p:cNvSpPr/>
          <p:nvPr/>
        </p:nvSpPr>
        <p:spPr>
          <a:xfrm rot="10800000" flipH="1">
            <a:off x="-394184" y="-47562"/>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52"/>
          <p:cNvSpPr/>
          <p:nvPr/>
        </p:nvSpPr>
        <p:spPr>
          <a:xfrm rot="9367883">
            <a:off x="-660634" y="-449239"/>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52"/>
          <p:cNvSpPr/>
          <p:nvPr/>
        </p:nvSpPr>
        <p:spPr>
          <a:xfrm rot="9944222" flipH="1">
            <a:off x="-1196964" y="-405839"/>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52"/>
          <p:cNvSpPr/>
          <p:nvPr/>
        </p:nvSpPr>
        <p:spPr>
          <a:xfrm rot="3327864">
            <a:off x="2723221" y="251912"/>
            <a:ext cx="163516" cy="163516"/>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52"/>
          <p:cNvSpPr/>
          <p:nvPr/>
        </p:nvSpPr>
        <p:spPr>
          <a:xfrm rot="3326249">
            <a:off x="1540673" y="961357"/>
            <a:ext cx="98360" cy="98777"/>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52"/>
          <p:cNvSpPr/>
          <p:nvPr/>
        </p:nvSpPr>
        <p:spPr>
          <a:xfrm rot="-7473751">
            <a:off x="2083361" y="523229"/>
            <a:ext cx="98360" cy="98777"/>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2"/>
          <p:cNvSpPr/>
          <p:nvPr/>
        </p:nvSpPr>
        <p:spPr>
          <a:xfrm rot="3327864">
            <a:off x="652661" y="787093"/>
            <a:ext cx="163516" cy="163516"/>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text 6">
  <p:cSld name="CUSTOM_35">
    <p:spTree>
      <p:nvGrpSpPr>
        <p:cNvPr id="1" name="Shape 771"/>
        <p:cNvGrpSpPr/>
        <p:nvPr/>
      </p:nvGrpSpPr>
      <p:grpSpPr>
        <a:xfrm>
          <a:off x="0" y="0"/>
          <a:ext cx="0" cy="0"/>
          <a:chOff x="0" y="0"/>
          <a:chExt cx="0" cy="0"/>
        </a:xfrm>
      </p:grpSpPr>
      <p:sp>
        <p:nvSpPr>
          <p:cNvPr id="772" name="Google Shape;772;p53"/>
          <p:cNvSpPr txBox="1">
            <a:spLocks noGrp="1"/>
          </p:cNvSpPr>
          <p:nvPr>
            <p:ph type="title"/>
          </p:nvPr>
        </p:nvSpPr>
        <p:spPr>
          <a:xfrm flipH="1">
            <a:off x="1993200" y="1404463"/>
            <a:ext cx="5157600" cy="106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6500"/>
              <a:buNone/>
              <a:defRPr sz="6500"/>
            </a:lvl1pPr>
            <a:lvl2pPr lvl="1" algn="ctr" rtl="0">
              <a:lnSpc>
                <a:spcPct val="100000"/>
              </a:lnSpc>
              <a:spcBef>
                <a:spcPts val="0"/>
              </a:spcBef>
              <a:spcAft>
                <a:spcPts val="0"/>
              </a:spcAft>
              <a:buSzPts val="6500"/>
              <a:buNone/>
              <a:defRPr sz="6500"/>
            </a:lvl2pPr>
            <a:lvl3pPr lvl="2" algn="ctr" rtl="0">
              <a:lnSpc>
                <a:spcPct val="100000"/>
              </a:lnSpc>
              <a:spcBef>
                <a:spcPts val="0"/>
              </a:spcBef>
              <a:spcAft>
                <a:spcPts val="0"/>
              </a:spcAft>
              <a:buSzPts val="6500"/>
              <a:buNone/>
              <a:defRPr sz="6500"/>
            </a:lvl3pPr>
            <a:lvl4pPr lvl="3" algn="ctr" rtl="0">
              <a:lnSpc>
                <a:spcPct val="100000"/>
              </a:lnSpc>
              <a:spcBef>
                <a:spcPts val="0"/>
              </a:spcBef>
              <a:spcAft>
                <a:spcPts val="0"/>
              </a:spcAft>
              <a:buSzPts val="6500"/>
              <a:buNone/>
              <a:defRPr sz="6500"/>
            </a:lvl4pPr>
            <a:lvl5pPr lvl="4" algn="ctr" rtl="0">
              <a:lnSpc>
                <a:spcPct val="100000"/>
              </a:lnSpc>
              <a:spcBef>
                <a:spcPts val="0"/>
              </a:spcBef>
              <a:spcAft>
                <a:spcPts val="0"/>
              </a:spcAft>
              <a:buSzPts val="6500"/>
              <a:buNone/>
              <a:defRPr sz="6500"/>
            </a:lvl5pPr>
            <a:lvl6pPr lvl="5" algn="ctr" rtl="0">
              <a:lnSpc>
                <a:spcPct val="100000"/>
              </a:lnSpc>
              <a:spcBef>
                <a:spcPts val="0"/>
              </a:spcBef>
              <a:spcAft>
                <a:spcPts val="0"/>
              </a:spcAft>
              <a:buSzPts val="6500"/>
              <a:buNone/>
              <a:defRPr sz="6500"/>
            </a:lvl6pPr>
            <a:lvl7pPr lvl="6" algn="ctr" rtl="0">
              <a:lnSpc>
                <a:spcPct val="100000"/>
              </a:lnSpc>
              <a:spcBef>
                <a:spcPts val="0"/>
              </a:spcBef>
              <a:spcAft>
                <a:spcPts val="0"/>
              </a:spcAft>
              <a:buSzPts val="6500"/>
              <a:buNone/>
              <a:defRPr sz="6500"/>
            </a:lvl7pPr>
            <a:lvl8pPr lvl="7" algn="ctr" rtl="0">
              <a:lnSpc>
                <a:spcPct val="100000"/>
              </a:lnSpc>
              <a:spcBef>
                <a:spcPts val="0"/>
              </a:spcBef>
              <a:spcAft>
                <a:spcPts val="0"/>
              </a:spcAft>
              <a:buSzPts val="6500"/>
              <a:buNone/>
              <a:defRPr sz="6500"/>
            </a:lvl8pPr>
            <a:lvl9pPr lvl="8" algn="ctr" rtl="0">
              <a:lnSpc>
                <a:spcPct val="100000"/>
              </a:lnSpc>
              <a:spcBef>
                <a:spcPts val="0"/>
              </a:spcBef>
              <a:spcAft>
                <a:spcPts val="0"/>
              </a:spcAft>
              <a:buSzPts val="6500"/>
              <a:buNone/>
              <a:defRPr sz="6500"/>
            </a:lvl9pPr>
          </a:lstStyle>
          <a:p>
            <a:endParaRPr/>
          </a:p>
        </p:txBody>
      </p:sp>
      <p:sp>
        <p:nvSpPr>
          <p:cNvPr id="773" name="Google Shape;773;p53"/>
          <p:cNvSpPr txBox="1">
            <a:spLocks noGrp="1"/>
          </p:cNvSpPr>
          <p:nvPr>
            <p:ph type="body" idx="1"/>
          </p:nvPr>
        </p:nvSpPr>
        <p:spPr>
          <a:xfrm flipH="1">
            <a:off x="2997600" y="2388037"/>
            <a:ext cx="3148800" cy="1252200"/>
          </a:xfrm>
          <a:prstGeom prst="rect">
            <a:avLst/>
          </a:prstGeom>
        </p:spPr>
        <p:txBody>
          <a:bodyPr spcFirstLastPara="1" wrap="square" lIns="91425" tIns="91425" rIns="91425" bIns="91425" anchor="t" anchorCtr="0">
            <a:noAutofit/>
          </a:bodyPr>
          <a:lstStyle>
            <a:lvl1pPr marL="457200" lvl="0" indent="-355600" algn="ctr" rtl="0">
              <a:lnSpc>
                <a:spcPct val="100000"/>
              </a:lnSpc>
              <a:spcBef>
                <a:spcPts val="0"/>
              </a:spcBef>
              <a:spcAft>
                <a:spcPts val="0"/>
              </a:spcAft>
              <a:buSzPts val="2000"/>
              <a:buChar char="●"/>
              <a:defRPr sz="2000"/>
            </a:lvl1pPr>
            <a:lvl2pPr marL="914400" lvl="1" indent="-355600" algn="ctr" rtl="0">
              <a:lnSpc>
                <a:spcPct val="100000"/>
              </a:lnSpc>
              <a:spcBef>
                <a:spcPts val="1600"/>
              </a:spcBef>
              <a:spcAft>
                <a:spcPts val="0"/>
              </a:spcAft>
              <a:buSzPts val="2000"/>
              <a:buChar char="○"/>
              <a:defRPr sz="2000"/>
            </a:lvl2pPr>
            <a:lvl3pPr marL="1371600" lvl="2" indent="-355600" algn="ctr" rtl="0">
              <a:lnSpc>
                <a:spcPct val="100000"/>
              </a:lnSpc>
              <a:spcBef>
                <a:spcPts val="1600"/>
              </a:spcBef>
              <a:spcAft>
                <a:spcPts val="0"/>
              </a:spcAft>
              <a:buSzPts val="2000"/>
              <a:buChar char="■"/>
              <a:defRPr sz="2000"/>
            </a:lvl3pPr>
            <a:lvl4pPr marL="1828800" lvl="3" indent="-355600" algn="ctr" rtl="0">
              <a:lnSpc>
                <a:spcPct val="100000"/>
              </a:lnSpc>
              <a:spcBef>
                <a:spcPts val="1600"/>
              </a:spcBef>
              <a:spcAft>
                <a:spcPts val="0"/>
              </a:spcAft>
              <a:buSzPts val="2000"/>
              <a:buChar char="●"/>
              <a:defRPr sz="2000"/>
            </a:lvl4pPr>
            <a:lvl5pPr marL="2286000" lvl="4" indent="-355600" algn="ctr" rtl="0">
              <a:lnSpc>
                <a:spcPct val="100000"/>
              </a:lnSpc>
              <a:spcBef>
                <a:spcPts val="1600"/>
              </a:spcBef>
              <a:spcAft>
                <a:spcPts val="0"/>
              </a:spcAft>
              <a:buSzPts val="2000"/>
              <a:buChar char="○"/>
              <a:defRPr sz="2000"/>
            </a:lvl5pPr>
            <a:lvl6pPr marL="2743200" lvl="5" indent="-355600" algn="ctr" rtl="0">
              <a:lnSpc>
                <a:spcPct val="100000"/>
              </a:lnSpc>
              <a:spcBef>
                <a:spcPts val="1600"/>
              </a:spcBef>
              <a:spcAft>
                <a:spcPts val="0"/>
              </a:spcAft>
              <a:buSzPts val="2000"/>
              <a:buChar char="■"/>
              <a:defRPr sz="2000"/>
            </a:lvl6pPr>
            <a:lvl7pPr marL="3200400" lvl="6" indent="-355600" algn="ctr" rtl="0">
              <a:lnSpc>
                <a:spcPct val="100000"/>
              </a:lnSpc>
              <a:spcBef>
                <a:spcPts val="1600"/>
              </a:spcBef>
              <a:spcAft>
                <a:spcPts val="0"/>
              </a:spcAft>
              <a:buSzPts val="2000"/>
              <a:buChar char="●"/>
              <a:defRPr sz="2000"/>
            </a:lvl7pPr>
            <a:lvl8pPr marL="3657600" lvl="7" indent="-355600" algn="ctr" rtl="0">
              <a:lnSpc>
                <a:spcPct val="100000"/>
              </a:lnSpc>
              <a:spcBef>
                <a:spcPts val="1600"/>
              </a:spcBef>
              <a:spcAft>
                <a:spcPts val="0"/>
              </a:spcAft>
              <a:buSzPts val="2000"/>
              <a:buChar char="○"/>
              <a:defRPr sz="2000"/>
            </a:lvl8pPr>
            <a:lvl9pPr marL="4114800" lvl="8" indent="-355600" algn="ctr" rtl="0">
              <a:lnSpc>
                <a:spcPct val="100000"/>
              </a:lnSpc>
              <a:spcBef>
                <a:spcPts val="1600"/>
              </a:spcBef>
              <a:spcAft>
                <a:spcPts val="1600"/>
              </a:spcAft>
              <a:buSzPts val="2000"/>
              <a:buChar char="■"/>
              <a:defRPr sz="2000"/>
            </a:lvl9pPr>
          </a:lstStyle>
          <a:p>
            <a:endParaRPr/>
          </a:p>
        </p:txBody>
      </p:sp>
      <p:sp>
        <p:nvSpPr>
          <p:cNvPr id="774" name="Google Shape;774;p53"/>
          <p:cNvSpPr/>
          <p:nvPr/>
        </p:nvSpPr>
        <p:spPr>
          <a:xfrm>
            <a:off x="1030225" y="3960176"/>
            <a:ext cx="7083925" cy="1183297"/>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3"/>
          <p:cNvSpPr/>
          <p:nvPr/>
        </p:nvSpPr>
        <p:spPr>
          <a:xfrm flipH="1">
            <a:off x="-1" y="4362499"/>
            <a:ext cx="9144351" cy="782105"/>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53"/>
          <p:cNvSpPr/>
          <p:nvPr/>
        </p:nvSpPr>
        <p:spPr>
          <a:xfrm rot="6479671">
            <a:off x="5455589" y="-1428985"/>
            <a:ext cx="1502599" cy="3510848"/>
          </a:xfrm>
          <a:custGeom>
            <a:avLst/>
            <a:gdLst/>
            <a:ahLst/>
            <a:cxnLst/>
            <a:rect l="l" t="t" r="r" b="b"/>
            <a:pathLst>
              <a:path w="184937" h="139852" extrusionOk="0">
                <a:moveTo>
                  <a:pt x="59024" y="1"/>
                </a:moveTo>
                <a:cubicBezTo>
                  <a:pt x="37702" y="1"/>
                  <a:pt x="17942" y="12858"/>
                  <a:pt x="11925" y="32587"/>
                </a:cubicBezTo>
                <a:cubicBezTo>
                  <a:pt x="1" y="71595"/>
                  <a:pt x="35681" y="113191"/>
                  <a:pt x="79310" y="130384"/>
                </a:cubicBezTo>
                <a:cubicBezTo>
                  <a:pt x="95983" y="136984"/>
                  <a:pt x="112612" y="139851"/>
                  <a:pt x="127490" y="139851"/>
                </a:cubicBezTo>
                <a:cubicBezTo>
                  <a:pt x="160532" y="139851"/>
                  <a:pt x="184937" y="125708"/>
                  <a:pt x="182005" y="106905"/>
                </a:cubicBezTo>
                <a:cubicBezTo>
                  <a:pt x="175997" y="67251"/>
                  <a:pt x="140409" y="105334"/>
                  <a:pt x="114805" y="42848"/>
                </a:cubicBezTo>
                <a:cubicBezTo>
                  <a:pt x="102395" y="12395"/>
                  <a:pt x="79957" y="1"/>
                  <a:pt x="5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53"/>
          <p:cNvSpPr/>
          <p:nvPr/>
        </p:nvSpPr>
        <p:spPr>
          <a:xfrm>
            <a:off x="0" y="-167425"/>
            <a:ext cx="9144351" cy="831498"/>
          </a:xfrm>
          <a:custGeom>
            <a:avLst/>
            <a:gdLst/>
            <a:ahLst/>
            <a:cxnLst/>
            <a:rect l="l" t="t" r="r" b="b"/>
            <a:pathLst>
              <a:path w="264364" h="48804" extrusionOk="0">
                <a:moveTo>
                  <a:pt x="0" y="1"/>
                </a:moveTo>
                <a:lnTo>
                  <a:pt x="0" y="34052"/>
                </a:lnTo>
                <a:cubicBezTo>
                  <a:pt x="3219" y="35165"/>
                  <a:pt x="6028" y="35625"/>
                  <a:pt x="8547" y="35625"/>
                </a:cubicBezTo>
                <a:cubicBezTo>
                  <a:pt x="20567" y="35625"/>
                  <a:pt x="25980" y="25146"/>
                  <a:pt x="37813" y="25146"/>
                </a:cubicBezTo>
                <a:cubicBezTo>
                  <a:pt x="42388" y="25146"/>
                  <a:pt x="47922" y="26712"/>
                  <a:pt x="55168" y="31055"/>
                </a:cubicBezTo>
                <a:cubicBezTo>
                  <a:pt x="70462" y="40234"/>
                  <a:pt x="80176" y="48502"/>
                  <a:pt x="91777" y="48502"/>
                </a:cubicBezTo>
                <a:cubicBezTo>
                  <a:pt x="98366" y="48502"/>
                  <a:pt x="105563" y="45836"/>
                  <a:pt x="114738" y="39155"/>
                </a:cubicBezTo>
                <a:cubicBezTo>
                  <a:pt x="122916" y="33205"/>
                  <a:pt x="129075" y="31386"/>
                  <a:pt x="134351" y="31386"/>
                </a:cubicBezTo>
                <a:cubicBezTo>
                  <a:pt x="142654" y="31386"/>
                  <a:pt x="148772" y="35892"/>
                  <a:pt x="157136" y="35892"/>
                </a:cubicBezTo>
                <a:cubicBezTo>
                  <a:pt x="163427" y="35892"/>
                  <a:pt x="170988" y="33343"/>
                  <a:pt x="181706" y="24412"/>
                </a:cubicBezTo>
                <a:cubicBezTo>
                  <a:pt x="184794" y="21838"/>
                  <a:pt x="187774" y="20762"/>
                  <a:pt x="190680" y="20762"/>
                </a:cubicBezTo>
                <a:cubicBezTo>
                  <a:pt x="205031" y="20762"/>
                  <a:pt x="217584" y="46994"/>
                  <a:pt x="232473" y="48634"/>
                </a:cubicBezTo>
                <a:cubicBezTo>
                  <a:pt x="233525" y="48749"/>
                  <a:pt x="234513" y="48803"/>
                  <a:pt x="235446" y="48803"/>
                </a:cubicBezTo>
                <a:cubicBezTo>
                  <a:pt x="246713" y="48803"/>
                  <a:pt x="250150" y="40916"/>
                  <a:pt x="264364" y="38048"/>
                </a:cubicBezTo>
                <a:lnTo>
                  <a:pt x="2643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53"/>
          <p:cNvSpPr/>
          <p:nvPr/>
        </p:nvSpPr>
        <p:spPr>
          <a:xfrm>
            <a:off x="0" y="-167425"/>
            <a:ext cx="9144078" cy="911830"/>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53"/>
          <p:cNvSpPr/>
          <p:nvPr/>
        </p:nvSpPr>
        <p:spPr>
          <a:xfrm>
            <a:off x="1" y="4416936"/>
            <a:ext cx="9143690" cy="726902"/>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53"/>
          <p:cNvSpPr/>
          <p:nvPr/>
        </p:nvSpPr>
        <p:spPr>
          <a:xfrm rot="5400000">
            <a:off x="8226781" y="42534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53"/>
          <p:cNvSpPr/>
          <p:nvPr/>
        </p:nvSpPr>
        <p:spPr>
          <a:xfrm rot="5400000">
            <a:off x="2775969" y="43758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53"/>
          <p:cNvSpPr/>
          <p:nvPr/>
        </p:nvSpPr>
        <p:spPr>
          <a:xfrm rot="-5400000">
            <a:off x="6531806" y="41548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53"/>
          <p:cNvSpPr/>
          <p:nvPr/>
        </p:nvSpPr>
        <p:spPr>
          <a:xfrm rot="5400000">
            <a:off x="420981" y="39133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3"/>
          <p:cNvSpPr/>
          <p:nvPr/>
        </p:nvSpPr>
        <p:spPr>
          <a:xfrm rot="5400000">
            <a:off x="7233206" y="8166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3"/>
          <p:cNvSpPr/>
          <p:nvPr/>
        </p:nvSpPr>
        <p:spPr>
          <a:xfrm rot="5400000">
            <a:off x="5881019" y="7165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3"/>
          <p:cNvSpPr/>
          <p:nvPr/>
        </p:nvSpPr>
        <p:spPr>
          <a:xfrm rot="5400000">
            <a:off x="2521581" y="6640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ext 7">
  <p:cSld name="CUSTOM_41">
    <p:spTree>
      <p:nvGrpSpPr>
        <p:cNvPr id="1" name="Shape 787"/>
        <p:cNvGrpSpPr/>
        <p:nvPr/>
      </p:nvGrpSpPr>
      <p:grpSpPr>
        <a:xfrm>
          <a:off x="0" y="0"/>
          <a:ext cx="0" cy="0"/>
          <a:chOff x="0" y="0"/>
          <a:chExt cx="0" cy="0"/>
        </a:xfrm>
      </p:grpSpPr>
      <p:sp>
        <p:nvSpPr>
          <p:cNvPr id="788" name="Google Shape;788;p54"/>
          <p:cNvSpPr/>
          <p:nvPr/>
        </p:nvSpPr>
        <p:spPr>
          <a:xfrm rot="10800000">
            <a:off x="7300975" y="63548"/>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54"/>
          <p:cNvSpPr/>
          <p:nvPr/>
        </p:nvSpPr>
        <p:spPr>
          <a:xfrm rot="-9367883" flipH="1">
            <a:off x="6856721" y="-338129"/>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54"/>
          <p:cNvSpPr/>
          <p:nvPr/>
        </p:nvSpPr>
        <p:spPr>
          <a:xfrm rot="-9944222">
            <a:off x="6941636" y="-294729"/>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54"/>
          <p:cNvSpPr/>
          <p:nvPr/>
        </p:nvSpPr>
        <p:spPr>
          <a:xfrm rot="5027361" flipH="1">
            <a:off x="7738224" y="4014283"/>
            <a:ext cx="1671004" cy="1597787"/>
          </a:xfrm>
          <a:custGeom>
            <a:avLst/>
            <a:gdLst/>
            <a:ahLst/>
            <a:cxnLst/>
            <a:rect l="l" t="t" r="r" b="b"/>
            <a:pathLst>
              <a:path w="184937" h="139852" extrusionOk="0">
                <a:moveTo>
                  <a:pt x="59024" y="1"/>
                </a:moveTo>
                <a:cubicBezTo>
                  <a:pt x="37702" y="1"/>
                  <a:pt x="17942" y="12858"/>
                  <a:pt x="11925" y="32587"/>
                </a:cubicBezTo>
                <a:cubicBezTo>
                  <a:pt x="1" y="71595"/>
                  <a:pt x="35681" y="113191"/>
                  <a:pt x="79310" y="130384"/>
                </a:cubicBezTo>
                <a:cubicBezTo>
                  <a:pt x="95983" y="136984"/>
                  <a:pt x="112612" y="139851"/>
                  <a:pt x="127490" y="139851"/>
                </a:cubicBezTo>
                <a:cubicBezTo>
                  <a:pt x="160532" y="139851"/>
                  <a:pt x="184937" y="125708"/>
                  <a:pt x="182005" y="106905"/>
                </a:cubicBezTo>
                <a:cubicBezTo>
                  <a:pt x="175997" y="67251"/>
                  <a:pt x="140409" y="105334"/>
                  <a:pt x="114805" y="42848"/>
                </a:cubicBezTo>
                <a:cubicBezTo>
                  <a:pt x="102395" y="12395"/>
                  <a:pt x="79957" y="1"/>
                  <a:pt x="5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54"/>
          <p:cNvSpPr/>
          <p:nvPr/>
        </p:nvSpPr>
        <p:spPr>
          <a:xfrm rot="10093095" flipH="1">
            <a:off x="6159427" y="4420485"/>
            <a:ext cx="3557278" cy="966682"/>
          </a:xfrm>
          <a:custGeom>
            <a:avLst/>
            <a:gdLst/>
            <a:ahLst/>
            <a:cxnLst/>
            <a:rect l="l" t="t" r="r" b="b"/>
            <a:pathLst>
              <a:path w="264364" h="48804" extrusionOk="0">
                <a:moveTo>
                  <a:pt x="0" y="1"/>
                </a:moveTo>
                <a:lnTo>
                  <a:pt x="0" y="34052"/>
                </a:lnTo>
                <a:cubicBezTo>
                  <a:pt x="3219" y="35165"/>
                  <a:pt x="6028" y="35625"/>
                  <a:pt x="8547" y="35625"/>
                </a:cubicBezTo>
                <a:cubicBezTo>
                  <a:pt x="20567" y="35625"/>
                  <a:pt x="25980" y="25146"/>
                  <a:pt x="37813" y="25146"/>
                </a:cubicBezTo>
                <a:cubicBezTo>
                  <a:pt x="42388" y="25146"/>
                  <a:pt x="47922" y="26712"/>
                  <a:pt x="55168" y="31055"/>
                </a:cubicBezTo>
                <a:cubicBezTo>
                  <a:pt x="70462" y="40234"/>
                  <a:pt x="80176" y="48502"/>
                  <a:pt x="91777" y="48502"/>
                </a:cubicBezTo>
                <a:cubicBezTo>
                  <a:pt x="98366" y="48502"/>
                  <a:pt x="105563" y="45836"/>
                  <a:pt x="114738" y="39155"/>
                </a:cubicBezTo>
                <a:cubicBezTo>
                  <a:pt x="122916" y="33205"/>
                  <a:pt x="129075" y="31386"/>
                  <a:pt x="134351" y="31386"/>
                </a:cubicBezTo>
                <a:cubicBezTo>
                  <a:pt x="142654" y="31386"/>
                  <a:pt x="148772" y="35892"/>
                  <a:pt x="157136" y="35892"/>
                </a:cubicBezTo>
                <a:cubicBezTo>
                  <a:pt x="163427" y="35892"/>
                  <a:pt x="170988" y="33343"/>
                  <a:pt x="181706" y="24412"/>
                </a:cubicBezTo>
                <a:cubicBezTo>
                  <a:pt x="184794" y="21838"/>
                  <a:pt x="187774" y="20762"/>
                  <a:pt x="190680" y="20762"/>
                </a:cubicBezTo>
                <a:cubicBezTo>
                  <a:pt x="205031" y="20762"/>
                  <a:pt x="217584" y="46994"/>
                  <a:pt x="232473" y="48634"/>
                </a:cubicBezTo>
                <a:cubicBezTo>
                  <a:pt x="233525" y="48749"/>
                  <a:pt x="234513" y="48803"/>
                  <a:pt x="235446" y="48803"/>
                </a:cubicBezTo>
                <a:cubicBezTo>
                  <a:pt x="246713" y="48803"/>
                  <a:pt x="250150" y="40916"/>
                  <a:pt x="264364" y="38048"/>
                </a:cubicBezTo>
                <a:lnTo>
                  <a:pt x="2643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54"/>
          <p:cNvSpPr/>
          <p:nvPr/>
        </p:nvSpPr>
        <p:spPr>
          <a:xfrm rot="10800000" flipH="1">
            <a:off x="6159470" y="4327171"/>
            <a:ext cx="3556654" cy="1060078"/>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54"/>
          <p:cNvSpPr txBox="1">
            <a:spLocks noGrp="1"/>
          </p:cNvSpPr>
          <p:nvPr>
            <p:ph type="title"/>
          </p:nvPr>
        </p:nvSpPr>
        <p:spPr>
          <a:xfrm>
            <a:off x="4911600" y="1334300"/>
            <a:ext cx="3201000" cy="14601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95" name="Google Shape;795;p54"/>
          <p:cNvSpPr txBox="1">
            <a:spLocks noGrp="1"/>
          </p:cNvSpPr>
          <p:nvPr>
            <p:ph type="subTitle" idx="1"/>
          </p:nvPr>
        </p:nvSpPr>
        <p:spPr>
          <a:xfrm>
            <a:off x="4911607" y="2794294"/>
            <a:ext cx="3020400" cy="1167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160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96" name="Google Shape;796;p54"/>
          <p:cNvSpPr/>
          <p:nvPr/>
        </p:nvSpPr>
        <p:spPr>
          <a:xfrm rot="5400000">
            <a:off x="7721131" y="43245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54"/>
          <p:cNvSpPr/>
          <p:nvPr/>
        </p:nvSpPr>
        <p:spPr>
          <a:xfrm rot="5400000">
            <a:off x="7319469" y="801656"/>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54"/>
          <p:cNvSpPr/>
          <p:nvPr/>
        </p:nvSpPr>
        <p:spPr>
          <a:xfrm rot="-5400000">
            <a:off x="7064306" y="41718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54"/>
          <p:cNvSpPr/>
          <p:nvPr/>
        </p:nvSpPr>
        <p:spPr>
          <a:xfrm rot="5400000">
            <a:off x="6663256" y="166894"/>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8">
  <p:cSld name="CUSTOM_37">
    <p:spTree>
      <p:nvGrpSpPr>
        <p:cNvPr id="1" name="Shape 800"/>
        <p:cNvGrpSpPr/>
        <p:nvPr/>
      </p:nvGrpSpPr>
      <p:grpSpPr>
        <a:xfrm>
          <a:off x="0" y="0"/>
          <a:ext cx="0" cy="0"/>
          <a:chOff x="0" y="0"/>
          <a:chExt cx="0" cy="0"/>
        </a:xfrm>
      </p:grpSpPr>
      <p:sp>
        <p:nvSpPr>
          <p:cNvPr id="801" name="Google Shape;801;p55"/>
          <p:cNvSpPr/>
          <p:nvPr/>
        </p:nvSpPr>
        <p:spPr>
          <a:xfrm rot="10800000">
            <a:off x="5444252" y="4036344"/>
            <a:ext cx="3644607" cy="1118421"/>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55"/>
          <p:cNvSpPr/>
          <p:nvPr/>
        </p:nvSpPr>
        <p:spPr>
          <a:xfrm>
            <a:off x="6207850" y="3883665"/>
            <a:ext cx="2936718" cy="1271100"/>
          </a:xfrm>
          <a:custGeom>
            <a:avLst/>
            <a:gdLst/>
            <a:ahLst/>
            <a:cxnLst/>
            <a:rect l="l" t="t" r="r" b="b"/>
            <a:pathLst>
              <a:path w="285673" h="154588" extrusionOk="0">
                <a:moveTo>
                  <a:pt x="2715" y="154588"/>
                </a:moveTo>
                <a:cubicBezTo>
                  <a:pt x="2715" y="154588"/>
                  <a:pt x="0" y="113633"/>
                  <a:pt x="45298" y="113633"/>
                </a:cubicBezTo>
                <a:cubicBezTo>
                  <a:pt x="90596" y="113633"/>
                  <a:pt x="125888" y="112160"/>
                  <a:pt x="135972" y="50651"/>
                </a:cubicBezTo>
                <a:cubicBezTo>
                  <a:pt x="144194" y="621"/>
                  <a:pt x="221914" y="1"/>
                  <a:pt x="238978" y="40955"/>
                </a:cubicBezTo>
                <a:cubicBezTo>
                  <a:pt x="255965" y="81987"/>
                  <a:pt x="285673" y="81987"/>
                  <a:pt x="285673" y="81987"/>
                </a:cubicBezTo>
                <a:lnTo>
                  <a:pt x="285673" y="15458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55"/>
          <p:cNvSpPr/>
          <p:nvPr/>
        </p:nvSpPr>
        <p:spPr>
          <a:xfrm flipH="1">
            <a:off x="6645307" y="3883573"/>
            <a:ext cx="2498729" cy="1271173"/>
          </a:xfrm>
          <a:custGeom>
            <a:avLst/>
            <a:gdLst/>
            <a:ahLst/>
            <a:cxnLst/>
            <a:rect l="l" t="t" r="r" b="b"/>
            <a:pathLst>
              <a:path w="305002" h="196093" extrusionOk="0">
                <a:moveTo>
                  <a:pt x="0" y="27686"/>
                </a:moveTo>
                <a:cubicBezTo>
                  <a:pt x="0" y="27686"/>
                  <a:pt x="68206" y="0"/>
                  <a:pt x="88558" y="59039"/>
                </a:cubicBezTo>
                <a:cubicBezTo>
                  <a:pt x="108910" y="118077"/>
                  <a:pt x="211769" y="29244"/>
                  <a:pt x="211769" y="120186"/>
                </a:cubicBezTo>
                <a:cubicBezTo>
                  <a:pt x="211769" y="172257"/>
                  <a:pt x="305002" y="135404"/>
                  <a:pt x="280800" y="196092"/>
                </a:cubicBezTo>
                <a:lnTo>
                  <a:pt x="0" y="19609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55"/>
          <p:cNvSpPr txBox="1">
            <a:spLocks noGrp="1"/>
          </p:cNvSpPr>
          <p:nvPr>
            <p:ph type="title"/>
          </p:nvPr>
        </p:nvSpPr>
        <p:spPr>
          <a:xfrm>
            <a:off x="4691800" y="1922950"/>
            <a:ext cx="3543300" cy="8223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5000"/>
              <a:buNone/>
              <a:defRPr sz="5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
        <p:nvSpPr>
          <p:cNvPr id="805" name="Google Shape;805;p55"/>
          <p:cNvSpPr txBox="1">
            <a:spLocks noGrp="1"/>
          </p:cNvSpPr>
          <p:nvPr>
            <p:ph type="subTitle" idx="1"/>
          </p:nvPr>
        </p:nvSpPr>
        <p:spPr>
          <a:xfrm>
            <a:off x="4691871" y="2757125"/>
            <a:ext cx="3543300" cy="491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806" name="Google Shape;806;p55"/>
          <p:cNvSpPr/>
          <p:nvPr/>
        </p:nvSpPr>
        <p:spPr>
          <a:xfrm rot="10800000">
            <a:off x="6742285" y="22388"/>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55"/>
          <p:cNvSpPr/>
          <p:nvPr/>
        </p:nvSpPr>
        <p:spPr>
          <a:xfrm rot="-9367883" flipH="1">
            <a:off x="6298030" y="-379289"/>
            <a:ext cx="3153951" cy="112115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55"/>
          <p:cNvSpPr/>
          <p:nvPr/>
        </p:nvSpPr>
        <p:spPr>
          <a:xfrm rot="-9944222">
            <a:off x="6382945" y="-335889"/>
            <a:ext cx="3605366" cy="1194753"/>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55"/>
          <p:cNvSpPr/>
          <p:nvPr/>
        </p:nvSpPr>
        <p:spPr>
          <a:xfrm rot="5400000">
            <a:off x="8071681" y="7780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55"/>
          <p:cNvSpPr/>
          <p:nvPr/>
        </p:nvSpPr>
        <p:spPr>
          <a:xfrm rot="5400000">
            <a:off x="6004944" y="48636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55"/>
          <p:cNvSpPr/>
          <p:nvPr/>
        </p:nvSpPr>
        <p:spPr>
          <a:xfrm rot="-5400000">
            <a:off x="7414856" y="6253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55"/>
          <p:cNvSpPr/>
          <p:nvPr/>
        </p:nvSpPr>
        <p:spPr>
          <a:xfrm rot="5400000">
            <a:off x="5348731" y="42289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four columns 1">
  <p:cSld name="CUSTOM_7_1">
    <p:spTree>
      <p:nvGrpSpPr>
        <p:cNvPr id="1" name="Shape 813"/>
        <p:cNvGrpSpPr/>
        <p:nvPr/>
      </p:nvGrpSpPr>
      <p:grpSpPr>
        <a:xfrm>
          <a:off x="0" y="0"/>
          <a:ext cx="0" cy="0"/>
          <a:chOff x="0" y="0"/>
          <a:chExt cx="0" cy="0"/>
        </a:xfrm>
      </p:grpSpPr>
      <p:sp>
        <p:nvSpPr>
          <p:cNvPr id="814" name="Google Shape;814;p56"/>
          <p:cNvSpPr txBox="1">
            <a:spLocks noGrp="1"/>
          </p:cNvSpPr>
          <p:nvPr>
            <p:ph type="title"/>
          </p:nvPr>
        </p:nvSpPr>
        <p:spPr>
          <a:xfrm>
            <a:off x="2693850" y="363275"/>
            <a:ext cx="3756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15" name="Google Shape;815;p56"/>
          <p:cNvSpPr txBox="1">
            <a:spLocks noGrp="1"/>
          </p:cNvSpPr>
          <p:nvPr>
            <p:ph type="subTitle" idx="1"/>
          </p:nvPr>
        </p:nvSpPr>
        <p:spPr>
          <a:xfrm>
            <a:off x="4655852" y="1414900"/>
            <a:ext cx="30453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816" name="Google Shape;816;p56"/>
          <p:cNvSpPr txBox="1">
            <a:spLocks noGrp="1"/>
          </p:cNvSpPr>
          <p:nvPr>
            <p:ph type="subTitle" idx="2"/>
          </p:nvPr>
        </p:nvSpPr>
        <p:spPr>
          <a:xfrm>
            <a:off x="4958476" y="1734025"/>
            <a:ext cx="2439900" cy="104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817" name="Google Shape;817;p56"/>
          <p:cNvSpPr txBox="1">
            <a:spLocks noGrp="1"/>
          </p:cNvSpPr>
          <p:nvPr>
            <p:ph type="subTitle" idx="3"/>
          </p:nvPr>
        </p:nvSpPr>
        <p:spPr>
          <a:xfrm>
            <a:off x="1442838" y="1414900"/>
            <a:ext cx="30453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818" name="Google Shape;818;p56"/>
          <p:cNvSpPr txBox="1">
            <a:spLocks noGrp="1"/>
          </p:cNvSpPr>
          <p:nvPr>
            <p:ph type="subTitle" idx="4"/>
          </p:nvPr>
        </p:nvSpPr>
        <p:spPr>
          <a:xfrm>
            <a:off x="1745688" y="1734025"/>
            <a:ext cx="2439900" cy="104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819" name="Google Shape;819;p56"/>
          <p:cNvSpPr txBox="1">
            <a:spLocks noGrp="1"/>
          </p:cNvSpPr>
          <p:nvPr>
            <p:ph type="subTitle" idx="5"/>
          </p:nvPr>
        </p:nvSpPr>
        <p:spPr>
          <a:xfrm>
            <a:off x="4655812" y="3160150"/>
            <a:ext cx="30453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820" name="Google Shape;820;p56"/>
          <p:cNvSpPr txBox="1">
            <a:spLocks noGrp="1"/>
          </p:cNvSpPr>
          <p:nvPr>
            <p:ph type="subTitle" idx="6"/>
          </p:nvPr>
        </p:nvSpPr>
        <p:spPr>
          <a:xfrm>
            <a:off x="4958476" y="3479274"/>
            <a:ext cx="2439900" cy="104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821" name="Google Shape;821;p56"/>
          <p:cNvSpPr txBox="1">
            <a:spLocks noGrp="1"/>
          </p:cNvSpPr>
          <p:nvPr>
            <p:ph type="subTitle" idx="7"/>
          </p:nvPr>
        </p:nvSpPr>
        <p:spPr>
          <a:xfrm>
            <a:off x="1442838" y="3160150"/>
            <a:ext cx="30453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822" name="Google Shape;822;p56"/>
          <p:cNvSpPr txBox="1">
            <a:spLocks noGrp="1"/>
          </p:cNvSpPr>
          <p:nvPr>
            <p:ph type="subTitle" idx="8"/>
          </p:nvPr>
        </p:nvSpPr>
        <p:spPr>
          <a:xfrm>
            <a:off x="1745688" y="3479274"/>
            <a:ext cx="2439900" cy="1048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823" name="Google Shape;823;p56"/>
          <p:cNvSpPr/>
          <p:nvPr/>
        </p:nvSpPr>
        <p:spPr>
          <a:xfrm rot="-5532439" flipH="1">
            <a:off x="-2045052" y="2322174"/>
            <a:ext cx="4818716" cy="780968"/>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56"/>
          <p:cNvSpPr/>
          <p:nvPr/>
        </p:nvSpPr>
        <p:spPr>
          <a:xfrm rot="-5400000" flipH="1">
            <a:off x="-832519" y="2826431"/>
            <a:ext cx="2393629" cy="966464"/>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6"/>
          <p:cNvSpPr/>
          <p:nvPr/>
        </p:nvSpPr>
        <p:spPr>
          <a:xfrm rot="5400000" flipH="1">
            <a:off x="-551012" y="3638024"/>
            <a:ext cx="2096898" cy="989152"/>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6"/>
          <p:cNvSpPr/>
          <p:nvPr/>
        </p:nvSpPr>
        <p:spPr>
          <a:xfrm rot="5400000" flipH="1">
            <a:off x="1100376" y="4407937"/>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6"/>
          <p:cNvSpPr/>
          <p:nvPr/>
        </p:nvSpPr>
        <p:spPr>
          <a:xfrm rot="5400000" flipH="1">
            <a:off x="661951" y="3657337"/>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6"/>
          <p:cNvSpPr/>
          <p:nvPr/>
        </p:nvSpPr>
        <p:spPr>
          <a:xfrm rot="5400000" flipH="1">
            <a:off x="315101" y="1950637"/>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56"/>
          <p:cNvSpPr/>
          <p:nvPr/>
        </p:nvSpPr>
        <p:spPr>
          <a:xfrm rot="5400000" flipH="1">
            <a:off x="458251" y="248212"/>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6"/>
          <p:cNvSpPr/>
          <p:nvPr/>
        </p:nvSpPr>
        <p:spPr>
          <a:xfrm rot="5267561" flipH="1">
            <a:off x="6370324" y="1912069"/>
            <a:ext cx="4818716" cy="780968"/>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6"/>
          <p:cNvSpPr/>
          <p:nvPr/>
        </p:nvSpPr>
        <p:spPr>
          <a:xfrm rot="5400000" flipH="1">
            <a:off x="7582879" y="1222315"/>
            <a:ext cx="2393629" cy="966464"/>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56"/>
          <p:cNvSpPr/>
          <p:nvPr/>
        </p:nvSpPr>
        <p:spPr>
          <a:xfrm rot="-5400000" flipH="1">
            <a:off x="7598103" y="388035"/>
            <a:ext cx="2096898" cy="989152"/>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6"/>
          <p:cNvSpPr/>
          <p:nvPr/>
        </p:nvSpPr>
        <p:spPr>
          <a:xfrm rot="-5400000" flipH="1">
            <a:off x="7945213" y="508574"/>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6"/>
          <p:cNvSpPr/>
          <p:nvPr/>
        </p:nvSpPr>
        <p:spPr>
          <a:xfrm rot="-5400000" flipH="1">
            <a:off x="8383638" y="125917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6"/>
          <p:cNvSpPr/>
          <p:nvPr/>
        </p:nvSpPr>
        <p:spPr>
          <a:xfrm rot="-5400000" flipH="1">
            <a:off x="8730488" y="2965874"/>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6"/>
          <p:cNvSpPr/>
          <p:nvPr/>
        </p:nvSpPr>
        <p:spPr>
          <a:xfrm rot="-5400000" flipH="1">
            <a:off x="8522238" y="4603499"/>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four columns 2">
  <p:cSld name="CUSTOM_36">
    <p:spTree>
      <p:nvGrpSpPr>
        <p:cNvPr id="1" name="Shape 837"/>
        <p:cNvGrpSpPr/>
        <p:nvPr/>
      </p:nvGrpSpPr>
      <p:grpSpPr>
        <a:xfrm>
          <a:off x="0" y="0"/>
          <a:ext cx="0" cy="0"/>
          <a:chOff x="0" y="0"/>
          <a:chExt cx="0" cy="0"/>
        </a:xfrm>
      </p:grpSpPr>
      <p:sp>
        <p:nvSpPr>
          <p:cNvPr id="838" name="Google Shape;838;p57"/>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atin typeface="Open Sans"/>
                <a:ea typeface="Open Sans"/>
                <a:cs typeface="Open Sans"/>
                <a:sym typeface="Open Sans"/>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839" name="Google Shape;839;p57"/>
          <p:cNvSpPr txBox="1">
            <a:spLocks noGrp="1"/>
          </p:cNvSpPr>
          <p:nvPr>
            <p:ph type="title" idx="2"/>
          </p:nvPr>
        </p:nvSpPr>
        <p:spPr>
          <a:xfrm>
            <a:off x="595875" y="1814400"/>
            <a:ext cx="2543100" cy="527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700"/>
              <a:buNone/>
              <a:defRPr sz="2700"/>
            </a:lvl1pPr>
            <a:lvl2pPr lvl="1" algn="r" rtl="0">
              <a:spcBef>
                <a:spcPts val="0"/>
              </a:spcBef>
              <a:spcAft>
                <a:spcPts val="0"/>
              </a:spcAft>
              <a:buSzPts val="2700"/>
              <a:buNone/>
              <a:defRPr sz="2700"/>
            </a:lvl2pPr>
            <a:lvl3pPr lvl="2" algn="r" rtl="0">
              <a:spcBef>
                <a:spcPts val="0"/>
              </a:spcBef>
              <a:spcAft>
                <a:spcPts val="0"/>
              </a:spcAft>
              <a:buSzPts val="2700"/>
              <a:buNone/>
              <a:defRPr sz="2700"/>
            </a:lvl3pPr>
            <a:lvl4pPr lvl="3" algn="r" rtl="0">
              <a:spcBef>
                <a:spcPts val="0"/>
              </a:spcBef>
              <a:spcAft>
                <a:spcPts val="0"/>
              </a:spcAft>
              <a:buSzPts val="2700"/>
              <a:buNone/>
              <a:defRPr sz="2700"/>
            </a:lvl4pPr>
            <a:lvl5pPr lvl="4" algn="r" rtl="0">
              <a:spcBef>
                <a:spcPts val="0"/>
              </a:spcBef>
              <a:spcAft>
                <a:spcPts val="0"/>
              </a:spcAft>
              <a:buSzPts val="2700"/>
              <a:buNone/>
              <a:defRPr sz="2700"/>
            </a:lvl5pPr>
            <a:lvl6pPr lvl="5" algn="r" rtl="0">
              <a:spcBef>
                <a:spcPts val="0"/>
              </a:spcBef>
              <a:spcAft>
                <a:spcPts val="0"/>
              </a:spcAft>
              <a:buSzPts val="2700"/>
              <a:buNone/>
              <a:defRPr sz="2700"/>
            </a:lvl6pPr>
            <a:lvl7pPr lvl="6" algn="r" rtl="0">
              <a:spcBef>
                <a:spcPts val="0"/>
              </a:spcBef>
              <a:spcAft>
                <a:spcPts val="0"/>
              </a:spcAft>
              <a:buSzPts val="2700"/>
              <a:buNone/>
              <a:defRPr sz="2700"/>
            </a:lvl7pPr>
            <a:lvl8pPr lvl="7" algn="r" rtl="0">
              <a:spcBef>
                <a:spcPts val="0"/>
              </a:spcBef>
              <a:spcAft>
                <a:spcPts val="0"/>
              </a:spcAft>
              <a:buSzPts val="2700"/>
              <a:buNone/>
              <a:defRPr sz="2700"/>
            </a:lvl8pPr>
            <a:lvl9pPr lvl="8" algn="r" rtl="0">
              <a:spcBef>
                <a:spcPts val="0"/>
              </a:spcBef>
              <a:spcAft>
                <a:spcPts val="0"/>
              </a:spcAft>
              <a:buSzPts val="2700"/>
              <a:buNone/>
              <a:defRPr sz="2700"/>
            </a:lvl9pPr>
          </a:lstStyle>
          <a:p>
            <a:endParaRPr/>
          </a:p>
        </p:txBody>
      </p:sp>
      <p:sp>
        <p:nvSpPr>
          <p:cNvPr id="840" name="Google Shape;840;p57"/>
          <p:cNvSpPr txBox="1">
            <a:spLocks noGrp="1"/>
          </p:cNvSpPr>
          <p:nvPr>
            <p:ph type="subTitle" idx="1"/>
          </p:nvPr>
        </p:nvSpPr>
        <p:spPr>
          <a:xfrm>
            <a:off x="816075" y="2282228"/>
            <a:ext cx="2322900" cy="48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dk2"/>
              </a:buClr>
              <a:buSzPts val="1400"/>
              <a:buNone/>
              <a:defRPr sz="1400">
                <a:solidFill>
                  <a:schemeClr val="dk2"/>
                </a:solidFill>
              </a:defRPr>
            </a:lvl1pPr>
            <a:lvl2pPr lvl="1" algn="r" rtl="0">
              <a:lnSpc>
                <a:spcPct val="100000"/>
              </a:lnSpc>
              <a:spcBef>
                <a:spcPts val="0"/>
              </a:spcBef>
              <a:spcAft>
                <a:spcPts val="0"/>
              </a:spcAft>
              <a:buClr>
                <a:schemeClr val="dk2"/>
              </a:buClr>
              <a:buSzPts val="1400"/>
              <a:buNone/>
              <a:defRPr>
                <a:solidFill>
                  <a:schemeClr val="dk2"/>
                </a:solidFill>
              </a:defRPr>
            </a:lvl2pPr>
            <a:lvl3pPr lvl="2" algn="r" rtl="0">
              <a:lnSpc>
                <a:spcPct val="100000"/>
              </a:lnSpc>
              <a:spcBef>
                <a:spcPts val="0"/>
              </a:spcBef>
              <a:spcAft>
                <a:spcPts val="0"/>
              </a:spcAft>
              <a:buClr>
                <a:schemeClr val="dk2"/>
              </a:buClr>
              <a:buSzPts val="1400"/>
              <a:buNone/>
              <a:defRPr>
                <a:solidFill>
                  <a:schemeClr val="dk2"/>
                </a:solidFill>
              </a:defRPr>
            </a:lvl3pPr>
            <a:lvl4pPr lvl="3" algn="r" rtl="0">
              <a:lnSpc>
                <a:spcPct val="100000"/>
              </a:lnSpc>
              <a:spcBef>
                <a:spcPts val="0"/>
              </a:spcBef>
              <a:spcAft>
                <a:spcPts val="0"/>
              </a:spcAft>
              <a:buClr>
                <a:schemeClr val="dk2"/>
              </a:buClr>
              <a:buSzPts val="1400"/>
              <a:buNone/>
              <a:defRPr>
                <a:solidFill>
                  <a:schemeClr val="dk2"/>
                </a:solidFill>
              </a:defRPr>
            </a:lvl4pPr>
            <a:lvl5pPr lvl="4" algn="r" rtl="0">
              <a:lnSpc>
                <a:spcPct val="100000"/>
              </a:lnSpc>
              <a:spcBef>
                <a:spcPts val="0"/>
              </a:spcBef>
              <a:spcAft>
                <a:spcPts val="0"/>
              </a:spcAft>
              <a:buClr>
                <a:schemeClr val="dk2"/>
              </a:buClr>
              <a:buSzPts val="1400"/>
              <a:buNone/>
              <a:defRPr>
                <a:solidFill>
                  <a:schemeClr val="dk2"/>
                </a:solidFill>
              </a:defRPr>
            </a:lvl5pPr>
            <a:lvl6pPr lvl="5" algn="r" rtl="0">
              <a:lnSpc>
                <a:spcPct val="100000"/>
              </a:lnSpc>
              <a:spcBef>
                <a:spcPts val="0"/>
              </a:spcBef>
              <a:spcAft>
                <a:spcPts val="0"/>
              </a:spcAft>
              <a:buClr>
                <a:schemeClr val="dk2"/>
              </a:buClr>
              <a:buSzPts val="1400"/>
              <a:buNone/>
              <a:defRPr>
                <a:solidFill>
                  <a:schemeClr val="dk2"/>
                </a:solidFill>
              </a:defRPr>
            </a:lvl6pPr>
            <a:lvl7pPr lvl="6" algn="r" rtl="0">
              <a:lnSpc>
                <a:spcPct val="100000"/>
              </a:lnSpc>
              <a:spcBef>
                <a:spcPts val="0"/>
              </a:spcBef>
              <a:spcAft>
                <a:spcPts val="0"/>
              </a:spcAft>
              <a:buClr>
                <a:schemeClr val="dk2"/>
              </a:buClr>
              <a:buSzPts val="1400"/>
              <a:buNone/>
              <a:defRPr>
                <a:solidFill>
                  <a:schemeClr val="dk2"/>
                </a:solidFill>
              </a:defRPr>
            </a:lvl7pPr>
            <a:lvl8pPr lvl="7" algn="r" rtl="0">
              <a:lnSpc>
                <a:spcPct val="100000"/>
              </a:lnSpc>
              <a:spcBef>
                <a:spcPts val="0"/>
              </a:spcBef>
              <a:spcAft>
                <a:spcPts val="0"/>
              </a:spcAft>
              <a:buClr>
                <a:schemeClr val="dk2"/>
              </a:buClr>
              <a:buSzPts val="1400"/>
              <a:buNone/>
              <a:defRPr>
                <a:solidFill>
                  <a:schemeClr val="dk2"/>
                </a:solidFill>
              </a:defRPr>
            </a:lvl8pPr>
            <a:lvl9pPr lvl="8" algn="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841" name="Google Shape;841;p57"/>
          <p:cNvSpPr txBox="1">
            <a:spLocks noGrp="1"/>
          </p:cNvSpPr>
          <p:nvPr>
            <p:ph type="title" idx="3"/>
          </p:nvPr>
        </p:nvSpPr>
        <p:spPr>
          <a:xfrm>
            <a:off x="5994850" y="1814400"/>
            <a:ext cx="2543100" cy="527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700"/>
              <a:buNone/>
              <a:defRPr sz="2700"/>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endParaRPr/>
          </a:p>
        </p:txBody>
      </p:sp>
      <p:sp>
        <p:nvSpPr>
          <p:cNvPr id="842" name="Google Shape;842;p57"/>
          <p:cNvSpPr txBox="1">
            <a:spLocks noGrp="1"/>
          </p:cNvSpPr>
          <p:nvPr>
            <p:ph type="subTitle" idx="4"/>
          </p:nvPr>
        </p:nvSpPr>
        <p:spPr>
          <a:xfrm>
            <a:off x="5994850" y="2282229"/>
            <a:ext cx="23229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843" name="Google Shape;843;p57"/>
          <p:cNvSpPr txBox="1">
            <a:spLocks noGrp="1"/>
          </p:cNvSpPr>
          <p:nvPr>
            <p:ph type="title" idx="5"/>
          </p:nvPr>
        </p:nvSpPr>
        <p:spPr>
          <a:xfrm>
            <a:off x="595875" y="3205300"/>
            <a:ext cx="2543100" cy="527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700"/>
              <a:buNone/>
              <a:defRPr sz="2700"/>
            </a:lvl1pPr>
            <a:lvl2pPr lvl="1" algn="r" rtl="0">
              <a:spcBef>
                <a:spcPts val="0"/>
              </a:spcBef>
              <a:spcAft>
                <a:spcPts val="0"/>
              </a:spcAft>
              <a:buSzPts val="2700"/>
              <a:buNone/>
              <a:defRPr sz="2700"/>
            </a:lvl2pPr>
            <a:lvl3pPr lvl="2" algn="r" rtl="0">
              <a:spcBef>
                <a:spcPts val="0"/>
              </a:spcBef>
              <a:spcAft>
                <a:spcPts val="0"/>
              </a:spcAft>
              <a:buSzPts val="2700"/>
              <a:buNone/>
              <a:defRPr sz="2700"/>
            </a:lvl3pPr>
            <a:lvl4pPr lvl="3" algn="r" rtl="0">
              <a:spcBef>
                <a:spcPts val="0"/>
              </a:spcBef>
              <a:spcAft>
                <a:spcPts val="0"/>
              </a:spcAft>
              <a:buSzPts val="2700"/>
              <a:buNone/>
              <a:defRPr sz="2700"/>
            </a:lvl4pPr>
            <a:lvl5pPr lvl="4" algn="r" rtl="0">
              <a:spcBef>
                <a:spcPts val="0"/>
              </a:spcBef>
              <a:spcAft>
                <a:spcPts val="0"/>
              </a:spcAft>
              <a:buSzPts val="2700"/>
              <a:buNone/>
              <a:defRPr sz="2700"/>
            </a:lvl5pPr>
            <a:lvl6pPr lvl="5" algn="r" rtl="0">
              <a:spcBef>
                <a:spcPts val="0"/>
              </a:spcBef>
              <a:spcAft>
                <a:spcPts val="0"/>
              </a:spcAft>
              <a:buSzPts val="2700"/>
              <a:buNone/>
              <a:defRPr sz="2700"/>
            </a:lvl6pPr>
            <a:lvl7pPr lvl="6" algn="r" rtl="0">
              <a:spcBef>
                <a:spcPts val="0"/>
              </a:spcBef>
              <a:spcAft>
                <a:spcPts val="0"/>
              </a:spcAft>
              <a:buSzPts val="2700"/>
              <a:buNone/>
              <a:defRPr sz="2700"/>
            </a:lvl7pPr>
            <a:lvl8pPr lvl="7" algn="r" rtl="0">
              <a:spcBef>
                <a:spcPts val="0"/>
              </a:spcBef>
              <a:spcAft>
                <a:spcPts val="0"/>
              </a:spcAft>
              <a:buSzPts val="2700"/>
              <a:buNone/>
              <a:defRPr sz="2700"/>
            </a:lvl8pPr>
            <a:lvl9pPr lvl="8" algn="r" rtl="0">
              <a:spcBef>
                <a:spcPts val="0"/>
              </a:spcBef>
              <a:spcAft>
                <a:spcPts val="0"/>
              </a:spcAft>
              <a:buSzPts val="2700"/>
              <a:buNone/>
              <a:defRPr sz="2700"/>
            </a:lvl9pPr>
          </a:lstStyle>
          <a:p>
            <a:endParaRPr/>
          </a:p>
        </p:txBody>
      </p:sp>
      <p:sp>
        <p:nvSpPr>
          <p:cNvPr id="844" name="Google Shape;844;p57"/>
          <p:cNvSpPr txBox="1">
            <a:spLocks noGrp="1"/>
          </p:cNvSpPr>
          <p:nvPr>
            <p:ph type="subTitle" idx="6"/>
          </p:nvPr>
        </p:nvSpPr>
        <p:spPr>
          <a:xfrm>
            <a:off x="816075" y="3673128"/>
            <a:ext cx="2322900" cy="48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dk2"/>
              </a:buClr>
              <a:buSzPts val="1400"/>
              <a:buNone/>
              <a:defRPr sz="1400">
                <a:solidFill>
                  <a:schemeClr val="dk2"/>
                </a:solidFill>
              </a:defRPr>
            </a:lvl1pPr>
            <a:lvl2pPr lvl="1" algn="r" rtl="0">
              <a:lnSpc>
                <a:spcPct val="100000"/>
              </a:lnSpc>
              <a:spcBef>
                <a:spcPts val="0"/>
              </a:spcBef>
              <a:spcAft>
                <a:spcPts val="0"/>
              </a:spcAft>
              <a:buClr>
                <a:schemeClr val="dk2"/>
              </a:buClr>
              <a:buSzPts val="1400"/>
              <a:buNone/>
              <a:defRPr>
                <a:solidFill>
                  <a:schemeClr val="dk2"/>
                </a:solidFill>
              </a:defRPr>
            </a:lvl2pPr>
            <a:lvl3pPr lvl="2" algn="r" rtl="0">
              <a:lnSpc>
                <a:spcPct val="100000"/>
              </a:lnSpc>
              <a:spcBef>
                <a:spcPts val="0"/>
              </a:spcBef>
              <a:spcAft>
                <a:spcPts val="0"/>
              </a:spcAft>
              <a:buClr>
                <a:schemeClr val="dk2"/>
              </a:buClr>
              <a:buSzPts val="1400"/>
              <a:buNone/>
              <a:defRPr>
                <a:solidFill>
                  <a:schemeClr val="dk2"/>
                </a:solidFill>
              </a:defRPr>
            </a:lvl3pPr>
            <a:lvl4pPr lvl="3" algn="r" rtl="0">
              <a:lnSpc>
                <a:spcPct val="100000"/>
              </a:lnSpc>
              <a:spcBef>
                <a:spcPts val="0"/>
              </a:spcBef>
              <a:spcAft>
                <a:spcPts val="0"/>
              </a:spcAft>
              <a:buClr>
                <a:schemeClr val="dk2"/>
              </a:buClr>
              <a:buSzPts val="1400"/>
              <a:buNone/>
              <a:defRPr>
                <a:solidFill>
                  <a:schemeClr val="dk2"/>
                </a:solidFill>
              </a:defRPr>
            </a:lvl4pPr>
            <a:lvl5pPr lvl="4" algn="r" rtl="0">
              <a:lnSpc>
                <a:spcPct val="100000"/>
              </a:lnSpc>
              <a:spcBef>
                <a:spcPts val="0"/>
              </a:spcBef>
              <a:spcAft>
                <a:spcPts val="0"/>
              </a:spcAft>
              <a:buClr>
                <a:schemeClr val="dk2"/>
              </a:buClr>
              <a:buSzPts val="1400"/>
              <a:buNone/>
              <a:defRPr>
                <a:solidFill>
                  <a:schemeClr val="dk2"/>
                </a:solidFill>
              </a:defRPr>
            </a:lvl5pPr>
            <a:lvl6pPr lvl="5" algn="r" rtl="0">
              <a:lnSpc>
                <a:spcPct val="100000"/>
              </a:lnSpc>
              <a:spcBef>
                <a:spcPts val="0"/>
              </a:spcBef>
              <a:spcAft>
                <a:spcPts val="0"/>
              </a:spcAft>
              <a:buClr>
                <a:schemeClr val="dk2"/>
              </a:buClr>
              <a:buSzPts val="1400"/>
              <a:buNone/>
              <a:defRPr>
                <a:solidFill>
                  <a:schemeClr val="dk2"/>
                </a:solidFill>
              </a:defRPr>
            </a:lvl6pPr>
            <a:lvl7pPr lvl="6" algn="r" rtl="0">
              <a:lnSpc>
                <a:spcPct val="100000"/>
              </a:lnSpc>
              <a:spcBef>
                <a:spcPts val="0"/>
              </a:spcBef>
              <a:spcAft>
                <a:spcPts val="0"/>
              </a:spcAft>
              <a:buClr>
                <a:schemeClr val="dk2"/>
              </a:buClr>
              <a:buSzPts val="1400"/>
              <a:buNone/>
              <a:defRPr>
                <a:solidFill>
                  <a:schemeClr val="dk2"/>
                </a:solidFill>
              </a:defRPr>
            </a:lvl7pPr>
            <a:lvl8pPr lvl="7" algn="r" rtl="0">
              <a:lnSpc>
                <a:spcPct val="100000"/>
              </a:lnSpc>
              <a:spcBef>
                <a:spcPts val="0"/>
              </a:spcBef>
              <a:spcAft>
                <a:spcPts val="0"/>
              </a:spcAft>
              <a:buClr>
                <a:schemeClr val="dk2"/>
              </a:buClr>
              <a:buSzPts val="1400"/>
              <a:buNone/>
              <a:defRPr>
                <a:solidFill>
                  <a:schemeClr val="dk2"/>
                </a:solidFill>
              </a:defRPr>
            </a:lvl8pPr>
            <a:lvl9pPr lvl="8" algn="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845" name="Google Shape;845;p57"/>
          <p:cNvSpPr txBox="1">
            <a:spLocks noGrp="1"/>
          </p:cNvSpPr>
          <p:nvPr>
            <p:ph type="title" idx="7"/>
          </p:nvPr>
        </p:nvSpPr>
        <p:spPr>
          <a:xfrm>
            <a:off x="5994850" y="3205300"/>
            <a:ext cx="2543100" cy="527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700"/>
              <a:buNone/>
              <a:defRPr sz="2700"/>
            </a:lvl1pPr>
            <a:lvl2pPr lvl="1" rtl="0">
              <a:spcBef>
                <a:spcPts val="0"/>
              </a:spcBef>
              <a:spcAft>
                <a:spcPts val="0"/>
              </a:spcAft>
              <a:buSzPts val="2700"/>
              <a:buNone/>
              <a:defRPr sz="2700"/>
            </a:lvl2pPr>
            <a:lvl3pPr lvl="2" rtl="0">
              <a:spcBef>
                <a:spcPts val="0"/>
              </a:spcBef>
              <a:spcAft>
                <a:spcPts val="0"/>
              </a:spcAft>
              <a:buSzPts val="2700"/>
              <a:buNone/>
              <a:defRPr sz="2700"/>
            </a:lvl3pPr>
            <a:lvl4pPr lvl="3" rtl="0">
              <a:spcBef>
                <a:spcPts val="0"/>
              </a:spcBef>
              <a:spcAft>
                <a:spcPts val="0"/>
              </a:spcAft>
              <a:buSzPts val="2700"/>
              <a:buNone/>
              <a:defRPr sz="2700"/>
            </a:lvl4pPr>
            <a:lvl5pPr lvl="4" rtl="0">
              <a:spcBef>
                <a:spcPts val="0"/>
              </a:spcBef>
              <a:spcAft>
                <a:spcPts val="0"/>
              </a:spcAft>
              <a:buSzPts val="2700"/>
              <a:buNone/>
              <a:defRPr sz="2700"/>
            </a:lvl5pPr>
            <a:lvl6pPr lvl="5" rtl="0">
              <a:spcBef>
                <a:spcPts val="0"/>
              </a:spcBef>
              <a:spcAft>
                <a:spcPts val="0"/>
              </a:spcAft>
              <a:buSzPts val="2700"/>
              <a:buNone/>
              <a:defRPr sz="2700"/>
            </a:lvl6pPr>
            <a:lvl7pPr lvl="6" rtl="0">
              <a:spcBef>
                <a:spcPts val="0"/>
              </a:spcBef>
              <a:spcAft>
                <a:spcPts val="0"/>
              </a:spcAft>
              <a:buSzPts val="2700"/>
              <a:buNone/>
              <a:defRPr sz="2700"/>
            </a:lvl7pPr>
            <a:lvl8pPr lvl="7" rtl="0">
              <a:spcBef>
                <a:spcPts val="0"/>
              </a:spcBef>
              <a:spcAft>
                <a:spcPts val="0"/>
              </a:spcAft>
              <a:buSzPts val="2700"/>
              <a:buNone/>
              <a:defRPr sz="2700"/>
            </a:lvl8pPr>
            <a:lvl9pPr lvl="8" rtl="0">
              <a:spcBef>
                <a:spcPts val="0"/>
              </a:spcBef>
              <a:spcAft>
                <a:spcPts val="0"/>
              </a:spcAft>
              <a:buSzPts val="2700"/>
              <a:buNone/>
              <a:defRPr sz="2700"/>
            </a:lvl9pPr>
          </a:lstStyle>
          <a:p>
            <a:endParaRPr/>
          </a:p>
        </p:txBody>
      </p:sp>
      <p:sp>
        <p:nvSpPr>
          <p:cNvPr id="846" name="Google Shape;846;p57"/>
          <p:cNvSpPr txBox="1">
            <a:spLocks noGrp="1"/>
          </p:cNvSpPr>
          <p:nvPr>
            <p:ph type="subTitle" idx="8"/>
          </p:nvPr>
        </p:nvSpPr>
        <p:spPr>
          <a:xfrm>
            <a:off x="5994850" y="3673127"/>
            <a:ext cx="23229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847" name="Google Shape;847;p57"/>
          <p:cNvSpPr/>
          <p:nvPr/>
        </p:nvSpPr>
        <p:spPr>
          <a:xfrm rot="10800000" flipH="1">
            <a:off x="37927" y="4374634"/>
            <a:ext cx="2505013" cy="768740"/>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57"/>
          <p:cNvSpPr/>
          <p:nvPr/>
        </p:nvSpPr>
        <p:spPr>
          <a:xfrm flipH="1">
            <a:off x="6142736" y="0"/>
            <a:ext cx="2594745" cy="684511"/>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57"/>
          <p:cNvSpPr/>
          <p:nvPr/>
        </p:nvSpPr>
        <p:spPr>
          <a:xfrm>
            <a:off x="6632383" y="0"/>
            <a:ext cx="3779755" cy="936000"/>
          </a:xfrm>
          <a:custGeom>
            <a:avLst/>
            <a:gdLst/>
            <a:ahLst/>
            <a:cxnLst/>
            <a:rect l="l" t="t" r="r" b="b"/>
            <a:pathLst>
              <a:path w="295582" h="107710" extrusionOk="0">
                <a:moveTo>
                  <a:pt x="3890" y="648"/>
                </a:moveTo>
                <a:cubicBezTo>
                  <a:pt x="3890" y="648"/>
                  <a:pt x="1" y="60607"/>
                  <a:pt x="64065" y="49263"/>
                </a:cubicBezTo>
                <a:cubicBezTo>
                  <a:pt x="132883" y="37164"/>
                  <a:pt x="123484" y="107710"/>
                  <a:pt x="183551" y="107710"/>
                </a:cubicBezTo>
                <a:cubicBezTo>
                  <a:pt x="232814" y="107710"/>
                  <a:pt x="209155" y="40513"/>
                  <a:pt x="252368" y="34787"/>
                </a:cubicBezTo>
                <a:cubicBezTo>
                  <a:pt x="295582" y="29061"/>
                  <a:pt x="285751" y="0"/>
                  <a:pt x="2857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57"/>
          <p:cNvSpPr/>
          <p:nvPr/>
        </p:nvSpPr>
        <p:spPr>
          <a:xfrm flipH="1">
            <a:off x="-5" y="4269850"/>
            <a:ext cx="2018280" cy="873809"/>
          </a:xfrm>
          <a:custGeom>
            <a:avLst/>
            <a:gdLst/>
            <a:ahLst/>
            <a:cxnLst/>
            <a:rect l="l" t="t" r="r" b="b"/>
            <a:pathLst>
              <a:path w="285673" h="154588" extrusionOk="0">
                <a:moveTo>
                  <a:pt x="2715" y="154588"/>
                </a:moveTo>
                <a:cubicBezTo>
                  <a:pt x="2715" y="154588"/>
                  <a:pt x="0" y="113633"/>
                  <a:pt x="45298" y="113633"/>
                </a:cubicBezTo>
                <a:cubicBezTo>
                  <a:pt x="90596" y="113633"/>
                  <a:pt x="125888" y="112160"/>
                  <a:pt x="135972" y="50651"/>
                </a:cubicBezTo>
                <a:cubicBezTo>
                  <a:pt x="144194" y="621"/>
                  <a:pt x="221914" y="1"/>
                  <a:pt x="238978" y="40955"/>
                </a:cubicBezTo>
                <a:cubicBezTo>
                  <a:pt x="255965" y="81987"/>
                  <a:pt x="285673" y="81987"/>
                  <a:pt x="285673" y="81987"/>
                </a:cubicBezTo>
                <a:lnTo>
                  <a:pt x="285673" y="15458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57"/>
          <p:cNvSpPr/>
          <p:nvPr/>
        </p:nvSpPr>
        <p:spPr>
          <a:xfrm>
            <a:off x="-1" y="4269786"/>
            <a:ext cx="1717924" cy="873594"/>
          </a:xfrm>
          <a:custGeom>
            <a:avLst/>
            <a:gdLst/>
            <a:ahLst/>
            <a:cxnLst/>
            <a:rect l="l" t="t" r="r" b="b"/>
            <a:pathLst>
              <a:path w="305002" h="196093" extrusionOk="0">
                <a:moveTo>
                  <a:pt x="0" y="27686"/>
                </a:moveTo>
                <a:cubicBezTo>
                  <a:pt x="0" y="27686"/>
                  <a:pt x="68206" y="0"/>
                  <a:pt x="88558" y="59039"/>
                </a:cubicBezTo>
                <a:cubicBezTo>
                  <a:pt x="108910" y="118077"/>
                  <a:pt x="211769" y="29244"/>
                  <a:pt x="211769" y="120186"/>
                </a:cubicBezTo>
                <a:cubicBezTo>
                  <a:pt x="211769" y="172257"/>
                  <a:pt x="305002" y="135404"/>
                  <a:pt x="280800" y="196092"/>
                </a:cubicBezTo>
                <a:lnTo>
                  <a:pt x="0" y="19609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57"/>
          <p:cNvSpPr/>
          <p:nvPr/>
        </p:nvSpPr>
        <p:spPr>
          <a:xfrm flipH="1">
            <a:off x="6962402" y="0"/>
            <a:ext cx="2594826" cy="822238"/>
          </a:xfrm>
          <a:custGeom>
            <a:avLst/>
            <a:gdLst/>
            <a:ahLst/>
            <a:cxnLst/>
            <a:rect l="l" t="t" r="r" b="b"/>
            <a:pathLst>
              <a:path w="294198" h="130204" extrusionOk="0">
                <a:moveTo>
                  <a:pt x="283570" y="0"/>
                </a:moveTo>
                <a:cubicBezTo>
                  <a:pt x="283570" y="0"/>
                  <a:pt x="294198" y="57826"/>
                  <a:pt x="203889" y="45181"/>
                </a:cubicBezTo>
                <a:cubicBezTo>
                  <a:pt x="141812" y="36461"/>
                  <a:pt x="157999" y="89109"/>
                  <a:pt x="113581" y="109929"/>
                </a:cubicBezTo>
                <a:cubicBezTo>
                  <a:pt x="70252" y="130203"/>
                  <a:pt x="37442" y="67963"/>
                  <a:pt x="0" y="114071"/>
                </a:cubicBezTo>
                <a:lnTo>
                  <a:pt x="0" y="43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57"/>
          <p:cNvSpPr/>
          <p:nvPr/>
        </p:nvSpPr>
        <p:spPr>
          <a:xfrm rot="5400000">
            <a:off x="8873931" y="10286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57"/>
          <p:cNvSpPr/>
          <p:nvPr/>
        </p:nvSpPr>
        <p:spPr>
          <a:xfrm rot="5400000">
            <a:off x="989544" y="47098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57"/>
          <p:cNvSpPr/>
          <p:nvPr/>
        </p:nvSpPr>
        <p:spPr>
          <a:xfrm rot="-5400000">
            <a:off x="8183406" y="8048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57"/>
          <p:cNvSpPr/>
          <p:nvPr/>
        </p:nvSpPr>
        <p:spPr>
          <a:xfrm rot="5400000">
            <a:off x="333331" y="40750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three columns ">
  <p:cSld name="CUSTOM_9">
    <p:spTree>
      <p:nvGrpSpPr>
        <p:cNvPr id="1" name="Shape 857"/>
        <p:cNvGrpSpPr/>
        <p:nvPr/>
      </p:nvGrpSpPr>
      <p:grpSpPr>
        <a:xfrm>
          <a:off x="0" y="0"/>
          <a:ext cx="0" cy="0"/>
          <a:chOff x="0" y="0"/>
          <a:chExt cx="0" cy="0"/>
        </a:xfrm>
      </p:grpSpPr>
      <p:sp>
        <p:nvSpPr>
          <p:cNvPr id="858" name="Google Shape;858;p58"/>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859" name="Google Shape;859;p58"/>
          <p:cNvSpPr txBox="1">
            <a:spLocks noGrp="1"/>
          </p:cNvSpPr>
          <p:nvPr>
            <p:ph type="subTitle" idx="1"/>
          </p:nvPr>
        </p:nvSpPr>
        <p:spPr>
          <a:xfrm>
            <a:off x="3328957" y="23435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860" name="Google Shape;860;p58"/>
          <p:cNvSpPr txBox="1">
            <a:spLocks noGrp="1"/>
          </p:cNvSpPr>
          <p:nvPr>
            <p:ph type="subTitle" idx="2"/>
          </p:nvPr>
        </p:nvSpPr>
        <p:spPr>
          <a:xfrm>
            <a:off x="3482707" y="2662675"/>
            <a:ext cx="21786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861" name="Google Shape;861;p58"/>
          <p:cNvSpPr txBox="1">
            <a:spLocks noGrp="1"/>
          </p:cNvSpPr>
          <p:nvPr>
            <p:ph type="subTitle" idx="3"/>
          </p:nvPr>
        </p:nvSpPr>
        <p:spPr>
          <a:xfrm>
            <a:off x="791813" y="23435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862" name="Google Shape;862;p58"/>
          <p:cNvSpPr txBox="1">
            <a:spLocks noGrp="1"/>
          </p:cNvSpPr>
          <p:nvPr>
            <p:ph type="subTitle" idx="4"/>
          </p:nvPr>
        </p:nvSpPr>
        <p:spPr>
          <a:xfrm>
            <a:off x="945563" y="2662675"/>
            <a:ext cx="21786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863" name="Google Shape;863;p58"/>
          <p:cNvSpPr txBox="1">
            <a:spLocks noGrp="1"/>
          </p:cNvSpPr>
          <p:nvPr>
            <p:ph type="subTitle" idx="5"/>
          </p:nvPr>
        </p:nvSpPr>
        <p:spPr>
          <a:xfrm>
            <a:off x="5866075" y="2343550"/>
            <a:ext cx="2486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864" name="Google Shape;864;p58"/>
          <p:cNvSpPr txBox="1">
            <a:spLocks noGrp="1"/>
          </p:cNvSpPr>
          <p:nvPr>
            <p:ph type="subTitle" idx="6"/>
          </p:nvPr>
        </p:nvSpPr>
        <p:spPr>
          <a:xfrm>
            <a:off x="6019825" y="2662675"/>
            <a:ext cx="2178600" cy="618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865" name="Google Shape;865;p58"/>
          <p:cNvSpPr/>
          <p:nvPr/>
        </p:nvSpPr>
        <p:spPr>
          <a:xfrm rot="10800000">
            <a:off x="2531291" y="4235323"/>
            <a:ext cx="5428956" cy="1009852"/>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8"/>
          <p:cNvSpPr/>
          <p:nvPr/>
        </p:nvSpPr>
        <p:spPr>
          <a:xfrm rot="5400000">
            <a:off x="3108924" y="2854084"/>
            <a:ext cx="1442280" cy="3563817"/>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58"/>
          <p:cNvSpPr/>
          <p:nvPr/>
        </p:nvSpPr>
        <p:spPr>
          <a:xfrm>
            <a:off x="3682950" y="4420625"/>
            <a:ext cx="2132100" cy="12342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58"/>
          <p:cNvSpPr/>
          <p:nvPr/>
        </p:nvSpPr>
        <p:spPr>
          <a:xfrm rot="10800000" flipH="1">
            <a:off x="3968688" y="407182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8"/>
          <p:cNvSpPr/>
          <p:nvPr/>
        </p:nvSpPr>
        <p:spPr>
          <a:xfrm rot="10800000" flipH="1">
            <a:off x="5921426" y="455415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58"/>
          <p:cNvSpPr/>
          <p:nvPr/>
        </p:nvSpPr>
        <p:spPr>
          <a:xfrm rot="10800000" flipH="1">
            <a:off x="1267213" y="452174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58"/>
          <p:cNvSpPr/>
          <p:nvPr/>
        </p:nvSpPr>
        <p:spPr>
          <a:xfrm rot="10800000" flipH="1">
            <a:off x="8100026" y="475290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58"/>
          <p:cNvSpPr/>
          <p:nvPr/>
        </p:nvSpPr>
        <p:spPr>
          <a:xfrm rot="10800000" flipH="1">
            <a:off x="6505813" y="485159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58"/>
          <p:cNvSpPr/>
          <p:nvPr/>
        </p:nvSpPr>
        <p:spPr>
          <a:xfrm rot="10800000" flipH="1">
            <a:off x="1985676" y="410423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hree columns 1">
  <p:cSld name="CUSTOM_29">
    <p:spTree>
      <p:nvGrpSpPr>
        <p:cNvPr id="1" name="Shape 874"/>
        <p:cNvGrpSpPr/>
        <p:nvPr/>
      </p:nvGrpSpPr>
      <p:grpSpPr>
        <a:xfrm>
          <a:off x="0" y="0"/>
          <a:ext cx="0" cy="0"/>
          <a:chOff x="0" y="0"/>
          <a:chExt cx="0" cy="0"/>
        </a:xfrm>
      </p:grpSpPr>
      <p:sp>
        <p:nvSpPr>
          <p:cNvPr id="875" name="Google Shape;875;p59"/>
          <p:cNvSpPr/>
          <p:nvPr/>
        </p:nvSpPr>
        <p:spPr>
          <a:xfrm rot="-5911893" flipH="1">
            <a:off x="-358275" y="-757650"/>
            <a:ext cx="1679785" cy="2039064"/>
          </a:xfrm>
          <a:custGeom>
            <a:avLst/>
            <a:gdLst/>
            <a:ahLst/>
            <a:cxnLst/>
            <a:rect l="l" t="t" r="r" b="b"/>
            <a:pathLst>
              <a:path w="184937" h="139852" extrusionOk="0">
                <a:moveTo>
                  <a:pt x="59024" y="1"/>
                </a:moveTo>
                <a:cubicBezTo>
                  <a:pt x="37702" y="1"/>
                  <a:pt x="17942" y="12858"/>
                  <a:pt x="11925" y="32587"/>
                </a:cubicBezTo>
                <a:cubicBezTo>
                  <a:pt x="1" y="71595"/>
                  <a:pt x="35681" y="113191"/>
                  <a:pt x="79310" y="130384"/>
                </a:cubicBezTo>
                <a:cubicBezTo>
                  <a:pt x="95983" y="136984"/>
                  <a:pt x="112612" y="139851"/>
                  <a:pt x="127490" y="139851"/>
                </a:cubicBezTo>
                <a:cubicBezTo>
                  <a:pt x="160532" y="139851"/>
                  <a:pt x="184937" y="125708"/>
                  <a:pt x="182005" y="106905"/>
                </a:cubicBezTo>
                <a:cubicBezTo>
                  <a:pt x="175997" y="67251"/>
                  <a:pt x="140409" y="105334"/>
                  <a:pt x="114805" y="42848"/>
                </a:cubicBezTo>
                <a:cubicBezTo>
                  <a:pt x="102395" y="12395"/>
                  <a:pt x="79957" y="1"/>
                  <a:pt x="5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59"/>
          <p:cNvSpPr/>
          <p:nvPr/>
        </p:nvSpPr>
        <p:spPr>
          <a:xfrm rot="-515846" flipH="1">
            <a:off x="-1764995" y="-321140"/>
            <a:ext cx="4858752" cy="984749"/>
          </a:xfrm>
          <a:custGeom>
            <a:avLst/>
            <a:gdLst/>
            <a:ahLst/>
            <a:cxnLst/>
            <a:rect l="l" t="t" r="r" b="b"/>
            <a:pathLst>
              <a:path w="264364" h="48804" extrusionOk="0">
                <a:moveTo>
                  <a:pt x="0" y="1"/>
                </a:moveTo>
                <a:lnTo>
                  <a:pt x="0" y="34052"/>
                </a:lnTo>
                <a:cubicBezTo>
                  <a:pt x="3219" y="35165"/>
                  <a:pt x="6028" y="35625"/>
                  <a:pt x="8547" y="35625"/>
                </a:cubicBezTo>
                <a:cubicBezTo>
                  <a:pt x="20567" y="35625"/>
                  <a:pt x="25980" y="25146"/>
                  <a:pt x="37813" y="25146"/>
                </a:cubicBezTo>
                <a:cubicBezTo>
                  <a:pt x="42388" y="25146"/>
                  <a:pt x="47922" y="26712"/>
                  <a:pt x="55168" y="31055"/>
                </a:cubicBezTo>
                <a:cubicBezTo>
                  <a:pt x="70462" y="40234"/>
                  <a:pt x="80176" y="48502"/>
                  <a:pt x="91777" y="48502"/>
                </a:cubicBezTo>
                <a:cubicBezTo>
                  <a:pt x="98366" y="48502"/>
                  <a:pt x="105563" y="45836"/>
                  <a:pt x="114738" y="39155"/>
                </a:cubicBezTo>
                <a:cubicBezTo>
                  <a:pt x="122916" y="33205"/>
                  <a:pt x="129075" y="31386"/>
                  <a:pt x="134351" y="31386"/>
                </a:cubicBezTo>
                <a:cubicBezTo>
                  <a:pt x="142654" y="31386"/>
                  <a:pt x="148772" y="35892"/>
                  <a:pt x="157136" y="35892"/>
                </a:cubicBezTo>
                <a:cubicBezTo>
                  <a:pt x="163427" y="35892"/>
                  <a:pt x="170988" y="33343"/>
                  <a:pt x="181706" y="24412"/>
                </a:cubicBezTo>
                <a:cubicBezTo>
                  <a:pt x="184794" y="21838"/>
                  <a:pt x="187774" y="20762"/>
                  <a:pt x="190680" y="20762"/>
                </a:cubicBezTo>
                <a:cubicBezTo>
                  <a:pt x="205031" y="20762"/>
                  <a:pt x="217584" y="46994"/>
                  <a:pt x="232473" y="48634"/>
                </a:cubicBezTo>
                <a:cubicBezTo>
                  <a:pt x="233525" y="48749"/>
                  <a:pt x="234513" y="48803"/>
                  <a:pt x="235446" y="48803"/>
                </a:cubicBezTo>
                <a:cubicBezTo>
                  <a:pt x="246713" y="48803"/>
                  <a:pt x="250150" y="40916"/>
                  <a:pt x="264364" y="38048"/>
                </a:cubicBezTo>
                <a:lnTo>
                  <a:pt x="2643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59"/>
          <p:cNvSpPr/>
          <p:nvPr/>
        </p:nvSpPr>
        <p:spPr>
          <a:xfrm flipH="1">
            <a:off x="-1788061" y="-312190"/>
            <a:ext cx="4906095" cy="1060078"/>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59"/>
          <p:cNvSpPr txBox="1">
            <a:spLocks noGrp="1"/>
          </p:cNvSpPr>
          <p:nvPr>
            <p:ph type="title"/>
          </p:nvPr>
        </p:nvSpPr>
        <p:spPr>
          <a:xfrm flipH="1">
            <a:off x="1393306" y="2025275"/>
            <a:ext cx="2022300" cy="38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700"/>
              <a:buNone/>
              <a:defRPr sz="2700"/>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879" name="Google Shape;879;p59"/>
          <p:cNvSpPr txBox="1">
            <a:spLocks noGrp="1"/>
          </p:cNvSpPr>
          <p:nvPr>
            <p:ph type="subTitle" idx="1"/>
          </p:nvPr>
        </p:nvSpPr>
        <p:spPr>
          <a:xfrm flipH="1">
            <a:off x="1393306" y="2342448"/>
            <a:ext cx="20223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80" name="Google Shape;880;p59"/>
          <p:cNvSpPr txBox="1">
            <a:spLocks noGrp="1"/>
          </p:cNvSpPr>
          <p:nvPr>
            <p:ph type="title" idx="2"/>
          </p:nvPr>
        </p:nvSpPr>
        <p:spPr>
          <a:xfrm flipH="1">
            <a:off x="3560862" y="3479400"/>
            <a:ext cx="2022300" cy="38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700"/>
              <a:buNone/>
              <a:defRPr sz="2700"/>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881" name="Google Shape;881;p59"/>
          <p:cNvSpPr txBox="1">
            <a:spLocks noGrp="1"/>
          </p:cNvSpPr>
          <p:nvPr>
            <p:ph type="subTitle" idx="3"/>
          </p:nvPr>
        </p:nvSpPr>
        <p:spPr>
          <a:xfrm flipH="1">
            <a:off x="3560862" y="3796573"/>
            <a:ext cx="20223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82" name="Google Shape;882;p59"/>
          <p:cNvSpPr txBox="1">
            <a:spLocks noGrp="1"/>
          </p:cNvSpPr>
          <p:nvPr>
            <p:ph type="title" idx="4"/>
          </p:nvPr>
        </p:nvSpPr>
        <p:spPr>
          <a:xfrm flipH="1">
            <a:off x="5728394" y="2025263"/>
            <a:ext cx="2022300" cy="38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700"/>
              <a:buNone/>
              <a:defRPr sz="2700"/>
            </a:lvl1pPr>
            <a:lvl2pPr lvl="1" algn="ctr" rtl="0">
              <a:spcBef>
                <a:spcPts val="0"/>
              </a:spcBef>
              <a:spcAft>
                <a:spcPts val="0"/>
              </a:spcAft>
              <a:buSzPts val="2700"/>
              <a:buNone/>
              <a:defRPr sz="2700"/>
            </a:lvl2pPr>
            <a:lvl3pPr lvl="2" algn="ctr" rtl="0">
              <a:spcBef>
                <a:spcPts val="0"/>
              </a:spcBef>
              <a:spcAft>
                <a:spcPts val="0"/>
              </a:spcAft>
              <a:buSzPts val="2700"/>
              <a:buNone/>
              <a:defRPr sz="2700"/>
            </a:lvl3pPr>
            <a:lvl4pPr lvl="3" algn="ctr" rtl="0">
              <a:spcBef>
                <a:spcPts val="0"/>
              </a:spcBef>
              <a:spcAft>
                <a:spcPts val="0"/>
              </a:spcAft>
              <a:buSzPts val="2700"/>
              <a:buNone/>
              <a:defRPr sz="2700"/>
            </a:lvl4pPr>
            <a:lvl5pPr lvl="4" algn="ctr" rtl="0">
              <a:spcBef>
                <a:spcPts val="0"/>
              </a:spcBef>
              <a:spcAft>
                <a:spcPts val="0"/>
              </a:spcAft>
              <a:buSzPts val="2700"/>
              <a:buNone/>
              <a:defRPr sz="2700"/>
            </a:lvl5pPr>
            <a:lvl6pPr lvl="5" algn="ctr" rtl="0">
              <a:spcBef>
                <a:spcPts val="0"/>
              </a:spcBef>
              <a:spcAft>
                <a:spcPts val="0"/>
              </a:spcAft>
              <a:buSzPts val="2700"/>
              <a:buNone/>
              <a:defRPr sz="2700"/>
            </a:lvl6pPr>
            <a:lvl7pPr lvl="6" algn="ctr" rtl="0">
              <a:spcBef>
                <a:spcPts val="0"/>
              </a:spcBef>
              <a:spcAft>
                <a:spcPts val="0"/>
              </a:spcAft>
              <a:buSzPts val="2700"/>
              <a:buNone/>
              <a:defRPr sz="2700"/>
            </a:lvl7pPr>
            <a:lvl8pPr lvl="7" algn="ctr" rtl="0">
              <a:spcBef>
                <a:spcPts val="0"/>
              </a:spcBef>
              <a:spcAft>
                <a:spcPts val="0"/>
              </a:spcAft>
              <a:buSzPts val="2700"/>
              <a:buNone/>
              <a:defRPr sz="2700"/>
            </a:lvl8pPr>
            <a:lvl9pPr lvl="8" algn="ctr" rtl="0">
              <a:spcBef>
                <a:spcPts val="0"/>
              </a:spcBef>
              <a:spcAft>
                <a:spcPts val="0"/>
              </a:spcAft>
              <a:buSzPts val="2700"/>
              <a:buNone/>
              <a:defRPr sz="2700"/>
            </a:lvl9pPr>
          </a:lstStyle>
          <a:p>
            <a:endParaRPr/>
          </a:p>
        </p:txBody>
      </p:sp>
      <p:sp>
        <p:nvSpPr>
          <p:cNvPr id="883" name="Google Shape;883;p59"/>
          <p:cNvSpPr txBox="1">
            <a:spLocks noGrp="1"/>
          </p:cNvSpPr>
          <p:nvPr>
            <p:ph type="subTitle" idx="5"/>
          </p:nvPr>
        </p:nvSpPr>
        <p:spPr>
          <a:xfrm flipH="1">
            <a:off x="5728394" y="2342435"/>
            <a:ext cx="2022300" cy="64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84" name="Google Shape;884;p59"/>
          <p:cNvSpPr/>
          <p:nvPr/>
        </p:nvSpPr>
        <p:spPr>
          <a:xfrm rot="4888107" flipH="1">
            <a:off x="1137128" y="4138487"/>
            <a:ext cx="1679785" cy="2039064"/>
          </a:xfrm>
          <a:custGeom>
            <a:avLst/>
            <a:gdLst/>
            <a:ahLst/>
            <a:cxnLst/>
            <a:rect l="l" t="t" r="r" b="b"/>
            <a:pathLst>
              <a:path w="184937" h="139852" extrusionOk="0">
                <a:moveTo>
                  <a:pt x="59024" y="1"/>
                </a:moveTo>
                <a:cubicBezTo>
                  <a:pt x="37702" y="1"/>
                  <a:pt x="17942" y="12858"/>
                  <a:pt x="11925" y="32587"/>
                </a:cubicBezTo>
                <a:cubicBezTo>
                  <a:pt x="1" y="71595"/>
                  <a:pt x="35681" y="113191"/>
                  <a:pt x="79310" y="130384"/>
                </a:cubicBezTo>
                <a:cubicBezTo>
                  <a:pt x="95983" y="136984"/>
                  <a:pt x="112612" y="139851"/>
                  <a:pt x="127490" y="139851"/>
                </a:cubicBezTo>
                <a:cubicBezTo>
                  <a:pt x="160532" y="139851"/>
                  <a:pt x="184937" y="125708"/>
                  <a:pt x="182005" y="106905"/>
                </a:cubicBezTo>
                <a:cubicBezTo>
                  <a:pt x="175997" y="67251"/>
                  <a:pt x="140409" y="105334"/>
                  <a:pt x="114805" y="42848"/>
                </a:cubicBezTo>
                <a:cubicBezTo>
                  <a:pt x="102395" y="12395"/>
                  <a:pt x="79957" y="1"/>
                  <a:pt x="5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59"/>
          <p:cNvSpPr/>
          <p:nvPr/>
        </p:nvSpPr>
        <p:spPr>
          <a:xfrm rot="-9922098" flipH="1">
            <a:off x="-1214868" y="4347472"/>
            <a:ext cx="4858620" cy="984751"/>
          </a:xfrm>
          <a:custGeom>
            <a:avLst/>
            <a:gdLst/>
            <a:ahLst/>
            <a:cxnLst/>
            <a:rect l="l" t="t" r="r" b="b"/>
            <a:pathLst>
              <a:path w="264364" h="48804" extrusionOk="0">
                <a:moveTo>
                  <a:pt x="0" y="1"/>
                </a:moveTo>
                <a:lnTo>
                  <a:pt x="0" y="34052"/>
                </a:lnTo>
                <a:cubicBezTo>
                  <a:pt x="3219" y="35165"/>
                  <a:pt x="6028" y="35625"/>
                  <a:pt x="8547" y="35625"/>
                </a:cubicBezTo>
                <a:cubicBezTo>
                  <a:pt x="20567" y="35625"/>
                  <a:pt x="25980" y="25146"/>
                  <a:pt x="37813" y="25146"/>
                </a:cubicBezTo>
                <a:cubicBezTo>
                  <a:pt x="42388" y="25146"/>
                  <a:pt x="47922" y="26712"/>
                  <a:pt x="55168" y="31055"/>
                </a:cubicBezTo>
                <a:cubicBezTo>
                  <a:pt x="70462" y="40234"/>
                  <a:pt x="80176" y="48502"/>
                  <a:pt x="91777" y="48502"/>
                </a:cubicBezTo>
                <a:cubicBezTo>
                  <a:pt x="98366" y="48502"/>
                  <a:pt x="105563" y="45836"/>
                  <a:pt x="114738" y="39155"/>
                </a:cubicBezTo>
                <a:cubicBezTo>
                  <a:pt x="122916" y="33205"/>
                  <a:pt x="129075" y="31386"/>
                  <a:pt x="134351" y="31386"/>
                </a:cubicBezTo>
                <a:cubicBezTo>
                  <a:pt x="142654" y="31386"/>
                  <a:pt x="148772" y="35892"/>
                  <a:pt x="157136" y="35892"/>
                </a:cubicBezTo>
                <a:cubicBezTo>
                  <a:pt x="163427" y="35892"/>
                  <a:pt x="170988" y="33343"/>
                  <a:pt x="181706" y="24412"/>
                </a:cubicBezTo>
                <a:cubicBezTo>
                  <a:pt x="184794" y="21838"/>
                  <a:pt x="187774" y="20762"/>
                  <a:pt x="190680" y="20762"/>
                </a:cubicBezTo>
                <a:cubicBezTo>
                  <a:pt x="205031" y="20762"/>
                  <a:pt x="217584" y="46994"/>
                  <a:pt x="232473" y="48634"/>
                </a:cubicBezTo>
                <a:cubicBezTo>
                  <a:pt x="233525" y="48749"/>
                  <a:pt x="234513" y="48803"/>
                  <a:pt x="235446" y="48803"/>
                </a:cubicBezTo>
                <a:cubicBezTo>
                  <a:pt x="246713" y="48803"/>
                  <a:pt x="250150" y="40916"/>
                  <a:pt x="264364" y="38048"/>
                </a:cubicBezTo>
                <a:lnTo>
                  <a:pt x="2643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59"/>
          <p:cNvSpPr/>
          <p:nvPr/>
        </p:nvSpPr>
        <p:spPr>
          <a:xfrm rot="-10346708" flipH="1">
            <a:off x="-752392" y="4478612"/>
            <a:ext cx="4905724" cy="1060054"/>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59"/>
          <p:cNvSpPr txBox="1">
            <a:spLocks noGrp="1"/>
          </p:cNvSpPr>
          <p:nvPr>
            <p:ph type="title" idx="6"/>
          </p:nvPr>
        </p:nvSpPr>
        <p:spPr>
          <a:xfrm>
            <a:off x="540000" y="363275"/>
            <a:ext cx="806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Open Sans"/>
                <a:ea typeface="Open Sans"/>
                <a:cs typeface="Open Sans"/>
                <a:sym typeface="Open Sans"/>
              </a:defRPr>
            </a:lvl2pPr>
            <a:lvl3pPr lvl="2" rtl="0">
              <a:spcBef>
                <a:spcPts val="0"/>
              </a:spcBef>
              <a:spcAft>
                <a:spcPts val="0"/>
              </a:spcAft>
              <a:buSzPts val="3000"/>
              <a:buNone/>
              <a:defRPr>
                <a:latin typeface="Open Sans"/>
                <a:ea typeface="Open Sans"/>
                <a:cs typeface="Open Sans"/>
                <a:sym typeface="Open Sans"/>
              </a:defRPr>
            </a:lvl3pPr>
            <a:lvl4pPr lvl="3" rtl="0">
              <a:spcBef>
                <a:spcPts val="0"/>
              </a:spcBef>
              <a:spcAft>
                <a:spcPts val="0"/>
              </a:spcAft>
              <a:buSzPts val="3000"/>
              <a:buNone/>
              <a:defRPr>
                <a:latin typeface="Open Sans"/>
                <a:ea typeface="Open Sans"/>
                <a:cs typeface="Open Sans"/>
                <a:sym typeface="Open Sans"/>
              </a:defRPr>
            </a:lvl4pPr>
            <a:lvl5pPr lvl="4" rtl="0">
              <a:spcBef>
                <a:spcPts val="0"/>
              </a:spcBef>
              <a:spcAft>
                <a:spcPts val="0"/>
              </a:spcAft>
              <a:buSzPts val="3000"/>
              <a:buNone/>
              <a:defRPr>
                <a:latin typeface="Open Sans"/>
                <a:ea typeface="Open Sans"/>
                <a:cs typeface="Open Sans"/>
                <a:sym typeface="Open Sans"/>
              </a:defRPr>
            </a:lvl5pPr>
            <a:lvl6pPr lvl="5" rtl="0">
              <a:spcBef>
                <a:spcPts val="0"/>
              </a:spcBef>
              <a:spcAft>
                <a:spcPts val="0"/>
              </a:spcAft>
              <a:buSzPts val="3000"/>
              <a:buNone/>
              <a:defRPr>
                <a:latin typeface="Open Sans"/>
                <a:ea typeface="Open Sans"/>
                <a:cs typeface="Open Sans"/>
                <a:sym typeface="Open Sans"/>
              </a:defRPr>
            </a:lvl6pPr>
            <a:lvl7pPr lvl="6" rtl="0">
              <a:spcBef>
                <a:spcPts val="0"/>
              </a:spcBef>
              <a:spcAft>
                <a:spcPts val="0"/>
              </a:spcAft>
              <a:buSzPts val="3000"/>
              <a:buNone/>
              <a:defRPr>
                <a:latin typeface="Open Sans"/>
                <a:ea typeface="Open Sans"/>
                <a:cs typeface="Open Sans"/>
                <a:sym typeface="Open Sans"/>
              </a:defRPr>
            </a:lvl7pPr>
            <a:lvl8pPr lvl="7" rtl="0">
              <a:spcBef>
                <a:spcPts val="0"/>
              </a:spcBef>
              <a:spcAft>
                <a:spcPts val="0"/>
              </a:spcAft>
              <a:buSzPts val="3000"/>
              <a:buNone/>
              <a:defRPr>
                <a:latin typeface="Open Sans"/>
                <a:ea typeface="Open Sans"/>
                <a:cs typeface="Open Sans"/>
                <a:sym typeface="Open Sans"/>
              </a:defRPr>
            </a:lvl8pPr>
            <a:lvl9pPr lvl="8" rtl="0">
              <a:spcBef>
                <a:spcPts val="0"/>
              </a:spcBef>
              <a:spcAft>
                <a:spcPts val="0"/>
              </a:spcAft>
              <a:buSzPts val="3000"/>
              <a:buNone/>
              <a:defRPr>
                <a:latin typeface="Open Sans"/>
                <a:ea typeface="Open Sans"/>
                <a:cs typeface="Open Sans"/>
                <a:sym typeface="Open Sans"/>
              </a:defRPr>
            </a:lvl9pPr>
          </a:lstStyle>
          <a:p>
            <a:endParaRPr/>
          </a:p>
        </p:txBody>
      </p:sp>
      <p:sp>
        <p:nvSpPr>
          <p:cNvPr id="888" name="Google Shape;888;p59"/>
          <p:cNvSpPr/>
          <p:nvPr/>
        </p:nvSpPr>
        <p:spPr>
          <a:xfrm rot="5400000">
            <a:off x="1196981" y="8440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59"/>
          <p:cNvSpPr/>
          <p:nvPr/>
        </p:nvSpPr>
        <p:spPr>
          <a:xfrm rot="5400000">
            <a:off x="1196219" y="44671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59"/>
          <p:cNvSpPr/>
          <p:nvPr/>
        </p:nvSpPr>
        <p:spPr>
          <a:xfrm rot="-5400000">
            <a:off x="540156" y="6913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59"/>
          <p:cNvSpPr/>
          <p:nvPr/>
        </p:nvSpPr>
        <p:spPr>
          <a:xfrm rot="5400000">
            <a:off x="540006" y="38324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wo columns 2">
  <p:cSld name="CUSTOM_10">
    <p:spTree>
      <p:nvGrpSpPr>
        <p:cNvPr id="1" name="Shape 892"/>
        <p:cNvGrpSpPr/>
        <p:nvPr/>
      </p:nvGrpSpPr>
      <p:grpSpPr>
        <a:xfrm>
          <a:off x="0" y="0"/>
          <a:ext cx="0" cy="0"/>
          <a:chOff x="0" y="0"/>
          <a:chExt cx="0" cy="0"/>
        </a:xfrm>
      </p:grpSpPr>
      <p:sp>
        <p:nvSpPr>
          <p:cNvPr id="893" name="Google Shape;893;p60"/>
          <p:cNvSpPr txBox="1">
            <a:spLocks noGrp="1"/>
          </p:cNvSpPr>
          <p:nvPr>
            <p:ph type="title"/>
          </p:nvPr>
        </p:nvSpPr>
        <p:spPr>
          <a:xfrm>
            <a:off x="2571750" y="363275"/>
            <a:ext cx="4000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894" name="Google Shape;894;p60"/>
          <p:cNvSpPr txBox="1">
            <a:spLocks noGrp="1"/>
          </p:cNvSpPr>
          <p:nvPr>
            <p:ph type="subTitle" idx="1"/>
          </p:nvPr>
        </p:nvSpPr>
        <p:spPr>
          <a:xfrm>
            <a:off x="5091350" y="3794700"/>
            <a:ext cx="22056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895" name="Google Shape;895;p60"/>
          <p:cNvSpPr txBox="1">
            <a:spLocks noGrp="1"/>
          </p:cNvSpPr>
          <p:nvPr>
            <p:ph type="subTitle" idx="2"/>
          </p:nvPr>
        </p:nvSpPr>
        <p:spPr>
          <a:xfrm>
            <a:off x="4948200" y="4089750"/>
            <a:ext cx="2488200" cy="645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896" name="Google Shape;896;p60"/>
          <p:cNvSpPr txBox="1">
            <a:spLocks noGrp="1"/>
          </p:cNvSpPr>
          <p:nvPr>
            <p:ph type="subTitle" idx="3"/>
          </p:nvPr>
        </p:nvSpPr>
        <p:spPr>
          <a:xfrm>
            <a:off x="1901200" y="3794700"/>
            <a:ext cx="20079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897" name="Google Shape;897;p60"/>
          <p:cNvSpPr txBox="1">
            <a:spLocks noGrp="1"/>
          </p:cNvSpPr>
          <p:nvPr>
            <p:ph type="subTitle" idx="4"/>
          </p:nvPr>
        </p:nvSpPr>
        <p:spPr>
          <a:xfrm>
            <a:off x="1800500" y="4089750"/>
            <a:ext cx="2205600" cy="645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898" name="Google Shape;898;p60"/>
          <p:cNvSpPr/>
          <p:nvPr/>
        </p:nvSpPr>
        <p:spPr>
          <a:xfrm rot="-5400000">
            <a:off x="-687297" y="596629"/>
            <a:ext cx="2810674" cy="1198053"/>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60"/>
          <p:cNvSpPr/>
          <p:nvPr/>
        </p:nvSpPr>
        <p:spPr>
          <a:xfrm rot="-5400000">
            <a:off x="-1281850" y="1134665"/>
            <a:ext cx="2860647" cy="75161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60"/>
          <p:cNvSpPr/>
          <p:nvPr/>
        </p:nvSpPr>
        <p:spPr>
          <a:xfrm rot="5400000">
            <a:off x="466981" y="11957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60"/>
          <p:cNvSpPr/>
          <p:nvPr/>
        </p:nvSpPr>
        <p:spPr>
          <a:xfrm rot="5400000">
            <a:off x="-494883" y="208694"/>
            <a:ext cx="1990610" cy="1054010"/>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60"/>
          <p:cNvSpPr/>
          <p:nvPr/>
        </p:nvSpPr>
        <p:spPr>
          <a:xfrm rot="5400000">
            <a:off x="928869" y="99919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60"/>
          <p:cNvSpPr/>
          <p:nvPr/>
        </p:nvSpPr>
        <p:spPr>
          <a:xfrm rot="-5400000">
            <a:off x="269256" y="28422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60"/>
          <p:cNvSpPr/>
          <p:nvPr/>
        </p:nvSpPr>
        <p:spPr>
          <a:xfrm rot="5400000">
            <a:off x="7087547" y="3261706"/>
            <a:ext cx="2810674" cy="1198053"/>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60"/>
          <p:cNvSpPr/>
          <p:nvPr/>
        </p:nvSpPr>
        <p:spPr>
          <a:xfrm rot="5400000">
            <a:off x="7632127" y="3170112"/>
            <a:ext cx="2860647" cy="75161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60"/>
          <p:cNvSpPr/>
          <p:nvPr/>
        </p:nvSpPr>
        <p:spPr>
          <a:xfrm rot="-5400000">
            <a:off x="8580444" y="36971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60"/>
          <p:cNvSpPr/>
          <p:nvPr/>
        </p:nvSpPr>
        <p:spPr>
          <a:xfrm rot="-5400000">
            <a:off x="7715198" y="3793684"/>
            <a:ext cx="1990610" cy="1054010"/>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60"/>
          <p:cNvSpPr/>
          <p:nvPr/>
        </p:nvSpPr>
        <p:spPr>
          <a:xfrm rot="-5400000">
            <a:off x="8183656" y="395849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60"/>
          <p:cNvSpPr/>
          <p:nvPr/>
        </p:nvSpPr>
        <p:spPr>
          <a:xfrm rot="5400000">
            <a:off x="8843269" y="21154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60"/>
          <p:cNvSpPr/>
          <p:nvPr/>
        </p:nvSpPr>
        <p:spPr>
          <a:xfrm rot="-5400000">
            <a:off x="7541144" y="46809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60"/>
          <p:cNvSpPr/>
          <p:nvPr/>
        </p:nvSpPr>
        <p:spPr>
          <a:xfrm rot="5400000">
            <a:off x="1506281" y="2119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Shape 912"/>
        <p:cNvGrpSpPr/>
        <p:nvPr/>
      </p:nvGrpSpPr>
      <p:grpSpPr>
        <a:xfrm>
          <a:off x="0" y="0"/>
          <a:ext cx="0" cy="0"/>
          <a:chOff x="0" y="0"/>
          <a:chExt cx="0" cy="0"/>
        </a:xfrm>
      </p:grpSpPr>
      <p:sp>
        <p:nvSpPr>
          <p:cNvPr id="913" name="Google Shape;913;p61"/>
          <p:cNvSpPr txBox="1">
            <a:spLocks noGrp="1"/>
          </p:cNvSpPr>
          <p:nvPr>
            <p:ph type="title"/>
          </p:nvPr>
        </p:nvSpPr>
        <p:spPr>
          <a:xfrm>
            <a:off x="2629950" y="989275"/>
            <a:ext cx="3884100" cy="936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500"/>
            </a:lvl1pPr>
            <a:lvl2pPr lvl="1" algn="ctr" rtl="0">
              <a:spcBef>
                <a:spcPts val="0"/>
              </a:spcBef>
              <a:spcAft>
                <a:spcPts val="0"/>
              </a:spcAft>
              <a:buSzPts val="3000"/>
              <a:buNone/>
              <a:defRPr>
                <a:latin typeface="Open Sans"/>
                <a:ea typeface="Open Sans"/>
                <a:cs typeface="Open Sans"/>
                <a:sym typeface="Open Sans"/>
              </a:defRPr>
            </a:lvl2pPr>
            <a:lvl3pPr lvl="2" algn="ctr" rtl="0">
              <a:spcBef>
                <a:spcPts val="0"/>
              </a:spcBef>
              <a:spcAft>
                <a:spcPts val="0"/>
              </a:spcAft>
              <a:buSzPts val="3000"/>
              <a:buNone/>
              <a:defRPr>
                <a:latin typeface="Open Sans"/>
                <a:ea typeface="Open Sans"/>
                <a:cs typeface="Open Sans"/>
                <a:sym typeface="Open Sans"/>
              </a:defRPr>
            </a:lvl3pPr>
            <a:lvl4pPr lvl="3" algn="ctr" rtl="0">
              <a:spcBef>
                <a:spcPts val="0"/>
              </a:spcBef>
              <a:spcAft>
                <a:spcPts val="0"/>
              </a:spcAft>
              <a:buSzPts val="3000"/>
              <a:buNone/>
              <a:defRPr>
                <a:latin typeface="Open Sans"/>
                <a:ea typeface="Open Sans"/>
                <a:cs typeface="Open Sans"/>
                <a:sym typeface="Open Sans"/>
              </a:defRPr>
            </a:lvl4pPr>
            <a:lvl5pPr lvl="4" algn="ctr" rtl="0">
              <a:spcBef>
                <a:spcPts val="0"/>
              </a:spcBef>
              <a:spcAft>
                <a:spcPts val="0"/>
              </a:spcAft>
              <a:buSzPts val="3000"/>
              <a:buNone/>
              <a:defRPr>
                <a:latin typeface="Open Sans"/>
                <a:ea typeface="Open Sans"/>
                <a:cs typeface="Open Sans"/>
                <a:sym typeface="Open Sans"/>
              </a:defRPr>
            </a:lvl5pPr>
            <a:lvl6pPr lvl="5" algn="ctr" rtl="0">
              <a:spcBef>
                <a:spcPts val="0"/>
              </a:spcBef>
              <a:spcAft>
                <a:spcPts val="0"/>
              </a:spcAft>
              <a:buSzPts val="3000"/>
              <a:buNone/>
              <a:defRPr>
                <a:latin typeface="Open Sans"/>
                <a:ea typeface="Open Sans"/>
                <a:cs typeface="Open Sans"/>
                <a:sym typeface="Open Sans"/>
              </a:defRPr>
            </a:lvl6pPr>
            <a:lvl7pPr lvl="6" algn="ctr" rtl="0">
              <a:spcBef>
                <a:spcPts val="0"/>
              </a:spcBef>
              <a:spcAft>
                <a:spcPts val="0"/>
              </a:spcAft>
              <a:buSzPts val="3000"/>
              <a:buNone/>
              <a:defRPr>
                <a:latin typeface="Open Sans"/>
                <a:ea typeface="Open Sans"/>
                <a:cs typeface="Open Sans"/>
                <a:sym typeface="Open Sans"/>
              </a:defRPr>
            </a:lvl7pPr>
            <a:lvl8pPr lvl="7" algn="ctr" rtl="0">
              <a:spcBef>
                <a:spcPts val="0"/>
              </a:spcBef>
              <a:spcAft>
                <a:spcPts val="0"/>
              </a:spcAft>
              <a:buSzPts val="3000"/>
              <a:buNone/>
              <a:defRPr>
                <a:latin typeface="Open Sans"/>
                <a:ea typeface="Open Sans"/>
                <a:cs typeface="Open Sans"/>
                <a:sym typeface="Open Sans"/>
              </a:defRPr>
            </a:lvl8pPr>
            <a:lvl9pPr lvl="8" algn="ctr" rtl="0">
              <a:spcBef>
                <a:spcPts val="0"/>
              </a:spcBef>
              <a:spcAft>
                <a:spcPts val="0"/>
              </a:spcAft>
              <a:buSzPts val="3000"/>
              <a:buNone/>
              <a:defRPr>
                <a:latin typeface="Open Sans"/>
                <a:ea typeface="Open Sans"/>
                <a:cs typeface="Open Sans"/>
                <a:sym typeface="Open Sans"/>
              </a:defRPr>
            </a:lvl9pPr>
          </a:lstStyle>
          <a:p>
            <a:endParaRPr/>
          </a:p>
        </p:txBody>
      </p:sp>
      <p:sp>
        <p:nvSpPr>
          <p:cNvPr id="914" name="Google Shape;914;p61"/>
          <p:cNvSpPr txBox="1">
            <a:spLocks noGrp="1"/>
          </p:cNvSpPr>
          <p:nvPr>
            <p:ph type="subTitle" idx="1"/>
          </p:nvPr>
        </p:nvSpPr>
        <p:spPr>
          <a:xfrm>
            <a:off x="3043615" y="1769613"/>
            <a:ext cx="3066900" cy="109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1600"/>
              </a:spcBef>
              <a:spcAft>
                <a:spcPts val="0"/>
              </a:spcAft>
              <a:buClr>
                <a:schemeClr val="dk1"/>
              </a:buClr>
              <a:buSzPts val="1400"/>
              <a:buNone/>
              <a:defRPr>
                <a:solidFill>
                  <a:schemeClr val="dk1"/>
                </a:solidFill>
              </a:defRPr>
            </a:lvl3pPr>
            <a:lvl4pPr lvl="3" algn="ctr" rtl="0">
              <a:spcBef>
                <a:spcPts val="1600"/>
              </a:spcBef>
              <a:spcAft>
                <a:spcPts val="0"/>
              </a:spcAft>
              <a:buClr>
                <a:schemeClr val="dk1"/>
              </a:buClr>
              <a:buSzPts val="1400"/>
              <a:buNone/>
              <a:defRPr>
                <a:solidFill>
                  <a:schemeClr val="dk1"/>
                </a:solidFill>
              </a:defRPr>
            </a:lvl4pPr>
            <a:lvl5pPr lvl="4" algn="ctr" rtl="0">
              <a:spcBef>
                <a:spcPts val="1600"/>
              </a:spcBef>
              <a:spcAft>
                <a:spcPts val="0"/>
              </a:spcAft>
              <a:buClr>
                <a:schemeClr val="dk1"/>
              </a:buClr>
              <a:buSzPts val="1400"/>
              <a:buNone/>
              <a:defRPr>
                <a:solidFill>
                  <a:schemeClr val="dk1"/>
                </a:solidFill>
              </a:defRPr>
            </a:lvl5pPr>
            <a:lvl6pPr lvl="5" algn="ctr" rtl="0">
              <a:spcBef>
                <a:spcPts val="1600"/>
              </a:spcBef>
              <a:spcAft>
                <a:spcPts val="0"/>
              </a:spcAft>
              <a:buClr>
                <a:schemeClr val="dk1"/>
              </a:buClr>
              <a:buSzPts val="1400"/>
              <a:buNone/>
              <a:defRPr>
                <a:solidFill>
                  <a:schemeClr val="dk1"/>
                </a:solidFill>
              </a:defRPr>
            </a:lvl6pPr>
            <a:lvl7pPr lvl="6" algn="ctr" rtl="0">
              <a:spcBef>
                <a:spcPts val="1600"/>
              </a:spcBef>
              <a:spcAft>
                <a:spcPts val="0"/>
              </a:spcAft>
              <a:buClr>
                <a:schemeClr val="dk1"/>
              </a:buClr>
              <a:buSzPts val="1400"/>
              <a:buNone/>
              <a:defRPr>
                <a:solidFill>
                  <a:schemeClr val="dk1"/>
                </a:solidFill>
              </a:defRPr>
            </a:lvl7pPr>
            <a:lvl8pPr lvl="7" algn="ctr" rtl="0">
              <a:spcBef>
                <a:spcPts val="1600"/>
              </a:spcBef>
              <a:spcAft>
                <a:spcPts val="0"/>
              </a:spcAft>
              <a:buClr>
                <a:schemeClr val="dk1"/>
              </a:buClr>
              <a:buSzPts val="1400"/>
              <a:buNone/>
              <a:defRPr>
                <a:solidFill>
                  <a:schemeClr val="dk1"/>
                </a:solidFill>
              </a:defRPr>
            </a:lvl8pPr>
            <a:lvl9pPr lvl="8" algn="ctr" rtl="0">
              <a:spcBef>
                <a:spcPts val="1600"/>
              </a:spcBef>
              <a:spcAft>
                <a:spcPts val="1600"/>
              </a:spcAft>
              <a:buClr>
                <a:schemeClr val="dk1"/>
              </a:buClr>
              <a:buSzPts val="1400"/>
              <a:buNone/>
              <a:defRPr>
                <a:solidFill>
                  <a:schemeClr val="dk1"/>
                </a:solidFill>
              </a:defRPr>
            </a:lvl9pPr>
          </a:lstStyle>
          <a:p>
            <a:endParaRPr/>
          </a:p>
        </p:txBody>
      </p:sp>
      <p:sp>
        <p:nvSpPr>
          <p:cNvPr id="915" name="Google Shape;915;p61"/>
          <p:cNvSpPr txBox="1">
            <a:spLocks noGrp="1"/>
          </p:cNvSpPr>
          <p:nvPr>
            <p:ph type="subTitle" idx="2"/>
          </p:nvPr>
        </p:nvSpPr>
        <p:spPr>
          <a:xfrm>
            <a:off x="2676890" y="3876500"/>
            <a:ext cx="3790200" cy="279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100">
                <a:solidFill>
                  <a:schemeClr val="dk1"/>
                </a:solidFill>
              </a:defRPr>
            </a:lvl1pPr>
            <a:lvl2pPr lvl="1" algn="ctr" rtl="0">
              <a:spcBef>
                <a:spcPts val="1600"/>
              </a:spcBef>
              <a:spcAft>
                <a:spcPts val="0"/>
              </a:spcAft>
              <a:buClr>
                <a:schemeClr val="dk1"/>
              </a:buClr>
              <a:buSzPts val="1400"/>
              <a:buNone/>
              <a:defRPr>
                <a:solidFill>
                  <a:schemeClr val="dk1"/>
                </a:solidFill>
              </a:defRPr>
            </a:lvl2pPr>
            <a:lvl3pPr lvl="2" algn="ctr" rtl="0">
              <a:spcBef>
                <a:spcPts val="1600"/>
              </a:spcBef>
              <a:spcAft>
                <a:spcPts val="0"/>
              </a:spcAft>
              <a:buClr>
                <a:schemeClr val="dk1"/>
              </a:buClr>
              <a:buSzPts val="1400"/>
              <a:buNone/>
              <a:defRPr>
                <a:solidFill>
                  <a:schemeClr val="dk1"/>
                </a:solidFill>
              </a:defRPr>
            </a:lvl3pPr>
            <a:lvl4pPr lvl="3" algn="ctr" rtl="0">
              <a:spcBef>
                <a:spcPts val="1600"/>
              </a:spcBef>
              <a:spcAft>
                <a:spcPts val="0"/>
              </a:spcAft>
              <a:buClr>
                <a:schemeClr val="dk1"/>
              </a:buClr>
              <a:buSzPts val="1400"/>
              <a:buNone/>
              <a:defRPr>
                <a:solidFill>
                  <a:schemeClr val="dk1"/>
                </a:solidFill>
              </a:defRPr>
            </a:lvl4pPr>
            <a:lvl5pPr lvl="4" algn="ctr" rtl="0">
              <a:spcBef>
                <a:spcPts val="1600"/>
              </a:spcBef>
              <a:spcAft>
                <a:spcPts val="0"/>
              </a:spcAft>
              <a:buClr>
                <a:schemeClr val="dk1"/>
              </a:buClr>
              <a:buSzPts val="1400"/>
              <a:buNone/>
              <a:defRPr>
                <a:solidFill>
                  <a:schemeClr val="dk1"/>
                </a:solidFill>
              </a:defRPr>
            </a:lvl5pPr>
            <a:lvl6pPr lvl="5" algn="ctr" rtl="0">
              <a:spcBef>
                <a:spcPts val="1600"/>
              </a:spcBef>
              <a:spcAft>
                <a:spcPts val="0"/>
              </a:spcAft>
              <a:buClr>
                <a:schemeClr val="dk1"/>
              </a:buClr>
              <a:buSzPts val="1400"/>
              <a:buNone/>
              <a:defRPr>
                <a:solidFill>
                  <a:schemeClr val="dk1"/>
                </a:solidFill>
              </a:defRPr>
            </a:lvl6pPr>
            <a:lvl7pPr lvl="6" algn="ctr" rtl="0">
              <a:spcBef>
                <a:spcPts val="1600"/>
              </a:spcBef>
              <a:spcAft>
                <a:spcPts val="0"/>
              </a:spcAft>
              <a:buClr>
                <a:schemeClr val="dk1"/>
              </a:buClr>
              <a:buSzPts val="1400"/>
              <a:buNone/>
              <a:defRPr>
                <a:solidFill>
                  <a:schemeClr val="dk1"/>
                </a:solidFill>
              </a:defRPr>
            </a:lvl7pPr>
            <a:lvl8pPr lvl="7" algn="ctr" rtl="0">
              <a:spcBef>
                <a:spcPts val="1600"/>
              </a:spcBef>
              <a:spcAft>
                <a:spcPts val="0"/>
              </a:spcAft>
              <a:buClr>
                <a:schemeClr val="dk1"/>
              </a:buClr>
              <a:buSzPts val="1400"/>
              <a:buNone/>
              <a:defRPr>
                <a:solidFill>
                  <a:schemeClr val="dk1"/>
                </a:solidFill>
              </a:defRPr>
            </a:lvl8pPr>
            <a:lvl9pPr lvl="8" algn="ctr" rtl="0">
              <a:spcBef>
                <a:spcPts val="1600"/>
              </a:spcBef>
              <a:spcAft>
                <a:spcPts val="1600"/>
              </a:spcAft>
              <a:buClr>
                <a:schemeClr val="dk1"/>
              </a:buClr>
              <a:buSzPts val="1400"/>
              <a:buNone/>
              <a:defRPr>
                <a:solidFill>
                  <a:schemeClr val="dk1"/>
                </a:solidFill>
              </a:defRPr>
            </a:lvl9pPr>
          </a:lstStyle>
          <a:p>
            <a:endParaRPr/>
          </a:p>
        </p:txBody>
      </p:sp>
      <p:sp>
        <p:nvSpPr>
          <p:cNvPr id="916" name="Google Shape;916;p61"/>
          <p:cNvSpPr txBox="1"/>
          <p:nvPr/>
        </p:nvSpPr>
        <p:spPr>
          <a:xfrm>
            <a:off x="2924390" y="3270788"/>
            <a:ext cx="32952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1"/>
                </a:solidFill>
                <a:latin typeface="Open Sans"/>
                <a:ea typeface="Open Sans"/>
                <a:cs typeface="Open Sans"/>
                <a:sym typeface="Open Sans"/>
              </a:rPr>
              <a:t>CREDITS</a:t>
            </a:r>
            <a:r>
              <a:rPr lang="en" sz="1100">
                <a:solidFill>
                  <a:schemeClr val="dk1"/>
                </a:solidFill>
                <a:latin typeface="Open Sans"/>
                <a:ea typeface="Open Sans"/>
                <a:cs typeface="Open Sans"/>
                <a:sym typeface="Open Sans"/>
              </a:rPr>
              <a:t>: This presentation template was created by</a:t>
            </a:r>
            <a:r>
              <a:rPr lang="en" sz="1100" b="1">
                <a:solidFill>
                  <a:schemeClr val="dk1"/>
                </a:solidFill>
                <a:latin typeface="Open Sans"/>
                <a:ea typeface="Open Sans"/>
                <a:cs typeface="Open Sans"/>
                <a:sym typeface="Open Sans"/>
              </a:rPr>
              <a:t> </a:t>
            </a:r>
            <a:r>
              <a:rPr lang="en" sz="1100" b="1">
                <a:solidFill>
                  <a:schemeClr val="dk1"/>
                </a:solidFill>
                <a:uFill>
                  <a:noFill/>
                </a:uFill>
                <a:latin typeface="Open Sans"/>
                <a:ea typeface="Open Sans"/>
                <a:cs typeface="Open Sans"/>
                <a:sym typeface="Open Sans"/>
                <a:hlinkClick r:id="rId2">
                  <a:extLst>
                    <a:ext uri="{A12FA001-AC4F-418D-AE19-62706E023703}">
                      <ahyp:hlinkClr xmlns:ahyp="http://schemas.microsoft.com/office/drawing/2018/hyperlinkcolor" val="tx"/>
                    </a:ext>
                  </a:extLst>
                </a:hlinkClick>
              </a:rPr>
              <a:t>Slidesgo</a:t>
            </a:r>
            <a:r>
              <a:rPr lang="en" sz="1100">
                <a:solidFill>
                  <a:schemeClr val="dk1"/>
                </a:solidFill>
                <a:latin typeface="Open Sans"/>
                <a:ea typeface="Open Sans"/>
                <a:cs typeface="Open Sans"/>
                <a:sym typeface="Open Sans"/>
              </a:rPr>
              <a:t>, including icons by </a:t>
            </a:r>
            <a:r>
              <a:rPr lang="en" sz="1100" b="1">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Flaticon</a:t>
            </a:r>
            <a:r>
              <a:rPr lang="en" sz="1100">
                <a:solidFill>
                  <a:schemeClr val="dk1"/>
                </a:solidFill>
                <a:latin typeface="Open Sans"/>
                <a:ea typeface="Open Sans"/>
                <a:cs typeface="Open Sans"/>
                <a:sym typeface="Open Sans"/>
              </a:rPr>
              <a:t>, infographics &amp; images by </a:t>
            </a:r>
            <a:r>
              <a:rPr lang="en" sz="1100" b="1">
                <a:solidFill>
                  <a:schemeClr val="dk1"/>
                </a:solidFill>
                <a:uFill>
                  <a:noFill/>
                </a:u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Freepik</a:t>
            </a:r>
            <a:endParaRPr sz="1100" b="1">
              <a:solidFill>
                <a:schemeClr val="dk1"/>
              </a:solidFill>
              <a:latin typeface="Open Sans"/>
              <a:ea typeface="Open Sans"/>
              <a:cs typeface="Open Sans"/>
              <a:sym typeface="Open Sans"/>
            </a:endParaRPr>
          </a:p>
        </p:txBody>
      </p:sp>
      <p:sp>
        <p:nvSpPr>
          <p:cNvPr id="917" name="Google Shape;917;p61"/>
          <p:cNvSpPr/>
          <p:nvPr/>
        </p:nvSpPr>
        <p:spPr>
          <a:xfrm rot="-5538951">
            <a:off x="-2574537" y="1029968"/>
            <a:ext cx="6383009" cy="1326004"/>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61"/>
          <p:cNvSpPr/>
          <p:nvPr/>
        </p:nvSpPr>
        <p:spPr>
          <a:xfrm rot="5400000" flipH="1">
            <a:off x="-1065756" y="2741763"/>
            <a:ext cx="3598025" cy="1537331"/>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61"/>
          <p:cNvSpPr/>
          <p:nvPr/>
        </p:nvSpPr>
        <p:spPr>
          <a:xfrm rot="5400000" flipH="1">
            <a:off x="-627512" y="3888154"/>
            <a:ext cx="2023800" cy="1071475"/>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61"/>
          <p:cNvSpPr/>
          <p:nvPr/>
        </p:nvSpPr>
        <p:spPr>
          <a:xfrm>
            <a:off x="771800" y="275750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61"/>
          <p:cNvSpPr/>
          <p:nvPr/>
        </p:nvSpPr>
        <p:spPr>
          <a:xfrm>
            <a:off x="1553300" y="3452550"/>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61"/>
          <p:cNvSpPr/>
          <p:nvPr/>
        </p:nvSpPr>
        <p:spPr>
          <a:xfrm>
            <a:off x="804350" y="105132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61"/>
          <p:cNvSpPr/>
          <p:nvPr/>
        </p:nvSpPr>
        <p:spPr>
          <a:xfrm>
            <a:off x="1169650" y="3551250"/>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61"/>
          <p:cNvSpPr/>
          <p:nvPr/>
        </p:nvSpPr>
        <p:spPr>
          <a:xfrm>
            <a:off x="376488" y="71690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5" name="Google Shape;925;p61"/>
          <p:cNvGrpSpPr/>
          <p:nvPr/>
        </p:nvGrpSpPr>
        <p:grpSpPr>
          <a:xfrm rot="10800000">
            <a:off x="7695844" y="-223188"/>
            <a:ext cx="1676378" cy="6958517"/>
            <a:chOff x="-174456" y="-1522725"/>
            <a:chExt cx="1676378" cy="6958517"/>
          </a:xfrm>
        </p:grpSpPr>
        <p:sp>
          <p:nvSpPr>
            <p:cNvPr id="926" name="Google Shape;926;p61"/>
            <p:cNvSpPr/>
            <p:nvPr/>
          </p:nvSpPr>
          <p:spPr>
            <a:xfrm rot="-5538951">
              <a:off x="-2574537" y="1029968"/>
              <a:ext cx="6383009" cy="1326004"/>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61"/>
            <p:cNvSpPr/>
            <p:nvPr/>
          </p:nvSpPr>
          <p:spPr>
            <a:xfrm rot="5400000" flipH="1">
              <a:off x="-1065756" y="2741763"/>
              <a:ext cx="3598025" cy="1537331"/>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61"/>
            <p:cNvSpPr/>
            <p:nvPr/>
          </p:nvSpPr>
          <p:spPr>
            <a:xfrm rot="5400000" flipH="1">
              <a:off x="-627512" y="3888154"/>
              <a:ext cx="2023800" cy="1071475"/>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9" name="Google Shape;929;p61"/>
          <p:cNvSpPr/>
          <p:nvPr/>
        </p:nvSpPr>
        <p:spPr>
          <a:xfrm rot="10800000" flipH="1">
            <a:off x="7981650" y="2860425"/>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61"/>
          <p:cNvSpPr/>
          <p:nvPr/>
        </p:nvSpPr>
        <p:spPr>
          <a:xfrm rot="10800000" flipH="1">
            <a:off x="8332050" y="1975150"/>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61"/>
          <p:cNvSpPr/>
          <p:nvPr/>
        </p:nvSpPr>
        <p:spPr>
          <a:xfrm rot="10800000" flipH="1">
            <a:off x="7932450" y="428717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61"/>
          <p:cNvSpPr/>
          <p:nvPr/>
        </p:nvSpPr>
        <p:spPr>
          <a:xfrm rot="10800000" flipH="1">
            <a:off x="7695850" y="172777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61"/>
          <p:cNvSpPr/>
          <p:nvPr/>
        </p:nvSpPr>
        <p:spPr>
          <a:xfrm rot="10800000" flipH="1">
            <a:off x="8299488" y="449200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text 2">
  <p:cSld name="CUSTOM_11_1">
    <p:spTree>
      <p:nvGrpSpPr>
        <p:cNvPr id="1" name="Shape 934"/>
        <p:cNvGrpSpPr/>
        <p:nvPr/>
      </p:nvGrpSpPr>
      <p:grpSpPr>
        <a:xfrm>
          <a:off x="0" y="0"/>
          <a:ext cx="0" cy="0"/>
          <a:chOff x="0" y="0"/>
          <a:chExt cx="0" cy="0"/>
        </a:xfrm>
      </p:grpSpPr>
      <p:sp>
        <p:nvSpPr>
          <p:cNvPr id="935" name="Google Shape;935;p62"/>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Open Sans"/>
                <a:ea typeface="Open Sans"/>
                <a:cs typeface="Open Sans"/>
                <a:sym typeface="Open Sans"/>
              </a:defRPr>
            </a:lvl2pPr>
            <a:lvl3pPr lvl="2" rtl="0">
              <a:spcBef>
                <a:spcPts val="0"/>
              </a:spcBef>
              <a:spcAft>
                <a:spcPts val="0"/>
              </a:spcAft>
              <a:buSzPts val="3000"/>
              <a:buNone/>
              <a:defRPr>
                <a:latin typeface="Open Sans"/>
                <a:ea typeface="Open Sans"/>
                <a:cs typeface="Open Sans"/>
                <a:sym typeface="Open Sans"/>
              </a:defRPr>
            </a:lvl3pPr>
            <a:lvl4pPr lvl="3" rtl="0">
              <a:spcBef>
                <a:spcPts val="0"/>
              </a:spcBef>
              <a:spcAft>
                <a:spcPts val="0"/>
              </a:spcAft>
              <a:buSzPts val="3000"/>
              <a:buNone/>
              <a:defRPr>
                <a:latin typeface="Open Sans"/>
                <a:ea typeface="Open Sans"/>
                <a:cs typeface="Open Sans"/>
                <a:sym typeface="Open Sans"/>
              </a:defRPr>
            </a:lvl4pPr>
            <a:lvl5pPr lvl="4" rtl="0">
              <a:spcBef>
                <a:spcPts val="0"/>
              </a:spcBef>
              <a:spcAft>
                <a:spcPts val="0"/>
              </a:spcAft>
              <a:buSzPts val="3000"/>
              <a:buNone/>
              <a:defRPr>
                <a:latin typeface="Open Sans"/>
                <a:ea typeface="Open Sans"/>
                <a:cs typeface="Open Sans"/>
                <a:sym typeface="Open Sans"/>
              </a:defRPr>
            </a:lvl5pPr>
            <a:lvl6pPr lvl="5" rtl="0">
              <a:spcBef>
                <a:spcPts val="0"/>
              </a:spcBef>
              <a:spcAft>
                <a:spcPts val="0"/>
              </a:spcAft>
              <a:buSzPts val="3000"/>
              <a:buNone/>
              <a:defRPr>
                <a:latin typeface="Open Sans"/>
                <a:ea typeface="Open Sans"/>
                <a:cs typeface="Open Sans"/>
                <a:sym typeface="Open Sans"/>
              </a:defRPr>
            </a:lvl6pPr>
            <a:lvl7pPr lvl="6" rtl="0">
              <a:spcBef>
                <a:spcPts val="0"/>
              </a:spcBef>
              <a:spcAft>
                <a:spcPts val="0"/>
              </a:spcAft>
              <a:buSzPts val="3000"/>
              <a:buNone/>
              <a:defRPr>
                <a:latin typeface="Open Sans"/>
                <a:ea typeface="Open Sans"/>
                <a:cs typeface="Open Sans"/>
                <a:sym typeface="Open Sans"/>
              </a:defRPr>
            </a:lvl7pPr>
            <a:lvl8pPr lvl="7" rtl="0">
              <a:spcBef>
                <a:spcPts val="0"/>
              </a:spcBef>
              <a:spcAft>
                <a:spcPts val="0"/>
              </a:spcAft>
              <a:buSzPts val="3000"/>
              <a:buNone/>
              <a:defRPr>
                <a:latin typeface="Open Sans"/>
                <a:ea typeface="Open Sans"/>
                <a:cs typeface="Open Sans"/>
                <a:sym typeface="Open Sans"/>
              </a:defRPr>
            </a:lvl8pPr>
            <a:lvl9pPr lvl="8" rtl="0">
              <a:spcBef>
                <a:spcPts val="0"/>
              </a:spcBef>
              <a:spcAft>
                <a:spcPts val="0"/>
              </a:spcAft>
              <a:buSzPts val="3000"/>
              <a:buNone/>
              <a:defRPr>
                <a:latin typeface="Open Sans"/>
                <a:ea typeface="Open Sans"/>
                <a:cs typeface="Open Sans"/>
                <a:sym typeface="Open Sans"/>
              </a:defRPr>
            </a:lvl9pPr>
          </a:lstStyle>
          <a:p>
            <a:endParaRPr/>
          </a:p>
        </p:txBody>
      </p:sp>
      <p:sp>
        <p:nvSpPr>
          <p:cNvPr id="936" name="Google Shape;936;p62"/>
          <p:cNvSpPr txBox="1">
            <a:spLocks noGrp="1"/>
          </p:cNvSpPr>
          <p:nvPr>
            <p:ph type="subTitle" idx="1"/>
          </p:nvPr>
        </p:nvSpPr>
        <p:spPr>
          <a:xfrm>
            <a:off x="2115575" y="1535450"/>
            <a:ext cx="2007900" cy="357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937" name="Google Shape;937;p62"/>
          <p:cNvSpPr txBox="1">
            <a:spLocks noGrp="1"/>
          </p:cNvSpPr>
          <p:nvPr>
            <p:ph type="subTitle" idx="2"/>
          </p:nvPr>
        </p:nvSpPr>
        <p:spPr>
          <a:xfrm>
            <a:off x="2016350" y="2145400"/>
            <a:ext cx="5111400" cy="179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200"/>
            </a:lvl1pPr>
            <a:lvl2pPr lvl="1" algn="ctr" rtl="0">
              <a:spcBef>
                <a:spcPts val="1000"/>
              </a:spcBef>
              <a:spcAft>
                <a:spcPts val="0"/>
              </a:spcAft>
              <a:buSzPts val="1400"/>
              <a:buChar char="○"/>
              <a:defRPr/>
            </a:lvl2pPr>
            <a:lvl3pPr lvl="2" algn="ctr" rtl="0">
              <a:spcBef>
                <a:spcPts val="1600"/>
              </a:spcBef>
              <a:spcAft>
                <a:spcPts val="0"/>
              </a:spcAft>
              <a:buSzPts val="1400"/>
              <a:buChar char="■"/>
              <a:defRPr/>
            </a:lvl3pPr>
            <a:lvl4pPr lvl="3" algn="ctr" rtl="0">
              <a:spcBef>
                <a:spcPts val="1600"/>
              </a:spcBef>
              <a:spcAft>
                <a:spcPts val="0"/>
              </a:spcAft>
              <a:buSzPts val="1400"/>
              <a:buChar char="●"/>
              <a:defRPr/>
            </a:lvl4pPr>
            <a:lvl5pPr lvl="4" algn="ctr" rtl="0">
              <a:spcBef>
                <a:spcPts val="1600"/>
              </a:spcBef>
              <a:spcAft>
                <a:spcPts val="0"/>
              </a:spcAft>
              <a:buSzPts val="1400"/>
              <a:buChar char="○"/>
              <a:defRPr/>
            </a:lvl5pPr>
            <a:lvl6pPr lvl="5" algn="ctr" rtl="0">
              <a:spcBef>
                <a:spcPts val="1600"/>
              </a:spcBef>
              <a:spcAft>
                <a:spcPts val="0"/>
              </a:spcAft>
              <a:buSzPts val="1400"/>
              <a:buChar char="■"/>
              <a:defRPr/>
            </a:lvl6pPr>
            <a:lvl7pPr lvl="6" algn="ctr" rtl="0">
              <a:spcBef>
                <a:spcPts val="1600"/>
              </a:spcBef>
              <a:spcAft>
                <a:spcPts val="0"/>
              </a:spcAft>
              <a:buSzPts val="1400"/>
              <a:buChar char="●"/>
              <a:defRPr/>
            </a:lvl7pPr>
            <a:lvl8pPr lvl="7" algn="ctr" rtl="0">
              <a:spcBef>
                <a:spcPts val="1600"/>
              </a:spcBef>
              <a:spcAft>
                <a:spcPts val="0"/>
              </a:spcAft>
              <a:buSzPts val="1400"/>
              <a:buChar char="○"/>
              <a:defRPr/>
            </a:lvl8pPr>
            <a:lvl9pPr lvl="8" algn="ctr" rtl="0">
              <a:spcBef>
                <a:spcPts val="1600"/>
              </a:spcBef>
              <a:spcAft>
                <a:spcPts val="1600"/>
              </a:spcAft>
              <a:buSzPts val="1400"/>
              <a:buChar char="■"/>
              <a:defRPr/>
            </a:lvl9pPr>
          </a:lstStyle>
          <a:p>
            <a:endParaRPr/>
          </a:p>
        </p:txBody>
      </p:sp>
      <p:sp>
        <p:nvSpPr>
          <p:cNvPr id="938" name="Google Shape;938;p62"/>
          <p:cNvSpPr/>
          <p:nvPr/>
        </p:nvSpPr>
        <p:spPr>
          <a:xfrm flipH="1">
            <a:off x="-178543" y="-118290"/>
            <a:ext cx="3204343" cy="1651139"/>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62"/>
          <p:cNvSpPr/>
          <p:nvPr/>
        </p:nvSpPr>
        <p:spPr>
          <a:xfrm rot="10800000" flipH="1">
            <a:off x="-278322" y="-72669"/>
            <a:ext cx="2420522" cy="1034218"/>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62"/>
          <p:cNvSpPr/>
          <p:nvPr/>
        </p:nvSpPr>
        <p:spPr>
          <a:xfrm rot="-10484947">
            <a:off x="-734940" y="-411807"/>
            <a:ext cx="1843431" cy="869285"/>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62"/>
          <p:cNvSpPr/>
          <p:nvPr/>
        </p:nvSpPr>
        <p:spPr>
          <a:xfrm rot="10800000" flipH="1">
            <a:off x="1722238" y="45824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62"/>
          <p:cNvSpPr/>
          <p:nvPr/>
        </p:nvSpPr>
        <p:spPr>
          <a:xfrm rot="10800000" flipH="1">
            <a:off x="832326" y="69715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62"/>
          <p:cNvSpPr/>
          <p:nvPr/>
        </p:nvSpPr>
        <p:spPr>
          <a:xfrm rot="10800000" flipH="1">
            <a:off x="61551" y="1581934"/>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two columns 3">
  <p:cSld name="CUSTOM_11">
    <p:spTree>
      <p:nvGrpSpPr>
        <p:cNvPr id="1" name="Shape 944"/>
        <p:cNvGrpSpPr/>
        <p:nvPr/>
      </p:nvGrpSpPr>
      <p:grpSpPr>
        <a:xfrm>
          <a:off x="0" y="0"/>
          <a:ext cx="0" cy="0"/>
          <a:chOff x="0" y="0"/>
          <a:chExt cx="0" cy="0"/>
        </a:xfrm>
      </p:grpSpPr>
      <p:sp>
        <p:nvSpPr>
          <p:cNvPr id="945" name="Google Shape;945;p63"/>
          <p:cNvSpPr txBox="1">
            <a:spLocks noGrp="1"/>
          </p:cNvSpPr>
          <p:nvPr>
            <p:ph type="title"/>
          </p:nvPr>
        </p:nvSpPr>
        <p:spPr>
          <a:xfrm>
            <a:off x="3105950" y="363275"/>
            <a:ext cx="29322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946" name="Google Shape;946;p63"/>
          <p:cNvSpPr txBox="1">
            <a:spLocks noGrp="1"/>
          </p:cNvSpPr>
          <p:nvPr>
            <p:ph type="subTitle" idx="1"/>
          </p:nvPr>
        </p:nvSpPr>
        <p:spPr>
          <a:xfrm>
            <a:off x="760275" y="1535450"/>
            <a:ext cx="2007900" cy="357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947" name="Google Shape;947;p63"/>
          <p:cNvSpPr txBox="1">
            <a:spLocks noGrp="1"/>
          </p:cNvSpPr>
          <p:nvPr>
            <p:ph type="subTitle" idx="2"/>
          </p:nvPr>
        </p:nvSpPr>
        <p:spPr>
          <a:xfrm>
            <a:off x="540000" y="2145400"/>
            <a:ext cx="3834000" cy="1761900"/>
          </a:xfrm>
          <a:prstGeom prst="rect">
            <a:avLst/>
          </a:prstGeom>
        </p:spPr>
        <p:txBody>
          <a:bodyPr spcFirstLastPara="1" wrap="square" lIns="91425" tIns="91425" rIns="91425" bIns="91425" anchor="t" anchorCtr="0">
            <a:noAutofit/>
          </a:bodyPr>
          <a:lstStyle>
            <a:lvl1pPr marR="50800" lvl="0" rtl="0">
              <a:lnSpc>
                <a:spcPct val="100000"/>
              </a:lnSpc>
              <a:spcBef>
                <a:spcPts val="0"/>
              </a:spcBef>
              <a:spcAft>
                <a:spcPts val="0"/>
              </a:spcAft>
              <a:buSzPts val="1400"/>
              <a:buChar char="●"/>
              <a:defRPr sz="1200"/>
            </a:lvl1pPr>
            <a:lvl2pPr lvl="1" algn="ctr" rtl="0">
              <a:spcBef>
                <a:spcPts val="1000"/>
              </a:spcBef>
              <a:spcAft>
                <a:spcPts val="0"/>
              </a:spcAft>
              <a:buSzPts val="1400"/>
              <a:buChar char="○"/>
              <a:defRPr/>
            </a:lvl2pPr>
            <a:lvl3pPr lvl="2" algn="ctr" rtl="0">
              <a:spcBef>
                <a:spcPts val="1600"/>
              </a:spcBef>
              <a:spcAft>
                <a:spcPts val="0"/>
              </a:spcAft>
              <a:buSzPts val="1400"/>
              <a:buChar char="■"/>
              <a:defRPr/>
            </a:lvl3pPr>
            <a:lvl4pPr lvl="3" algn="ctr" rtl="0">
              <a:spcBef>
                <a:spcPts val="1600"/>
              </a:spcBef>
              <a:spcAft>
                <a:spcPts val="0"/>
              </a:spcAft>
              <a:buSzPts val="1400"/>
              <a:buChar char="●"/>
              <a:defRPr/>
            </a:lvl4pPr>
            <a:lvl5pPr lvl="4" algn="ctr" rtl="0">
              <a:spcBef>
                <a:spcPts val="1600"/>
              </a:spcBef>
              <a:spcAft>
                <a:spcPts val="0"/>
              </a:spcAft>
              <a:buSzPts val="1400"/>
              <a:buChar char="○"/>
              <a:defRPr/>
            </a:lvl5pPr>
            <a:lvl6pPr lvl="5" algn="ctr" rtl="0">
              <a:spcBef>
                <a:spcPts val="1600"/>
              </a:spcBef>
              <a:spcAft>
                <a:spcPts val="0"/>
              </a:spcAft>
              <a:buSzPts val="1400"/>
              <a:buChar char="■"/>
              <a:defRPr/>
            </a:lvl6pPr>
            <a:lvl7pPr lvl="6" algn="ctr" rtl="0">
              <a:spcBef>
                <a:spcPts val="1600"/>
              </a:spcBef>
              <a:spcAft>
                <a:spcPts val="0"/>
              </a:spcAft>
              <a:buSzPts val="1400"/>
              <a:buChar char="●"/>
              <a:defRPr/>
            </a:lvl7pPr>
            <a:lvl8pPr lvl="7" algn="ctr" rtl="0">
              <a:spcBef>
                <a:spcPts val="1600"/>
              </a:spcBef>
              <a:spcAft>
                <a:spcPts val="0"/>
              </a:spcAft>
              <a:buSzPts val="1400"/>
              <a:buChar char="○"/>
              <a:defRPr/>
            </a:lvl8pPr>
            <a:lvl9pPr lvl="8" algn="ctr" rtl="0">
              <a:spcBef>
                <a:spcPts val="1600"/>
              </a:spcBef>
              <a:spcAft>
                <a:spcPts val="1600"/>
              </a:spcAft>
              <a:buSzPts val="1400"/>
              <a:buChar char="■"/>
              <a:defRPr/>
            </a:lvl9pPr>
          </a:lstStyle>
          <a:p>
            <a:endParaRPr/>
          </a:p>
        </p:txBody>
      </p:sp>
      <p:sp>
        <p:nvSpPr>
          <p:cNvPr id="948" name="Google Shape;948;p63"/>
          <p:cNvSpPr txBox="1">
            <a:spLocks noGrp="1"/>
          </p:cNvSpPr>
          <p:nvPr>
            <p:ph type="subTitle" idx="3"/>
          </p:nvPr>
        </p:nvSpPr>
        <p:spPr>
          <a:xfrm>
            <a:off x="4564200" y="1535450"/>
            <a:ext cx="2007900" cy="357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100"/>
              <a:buFont typeface="Josefin Sans"/>
              <a:buNone/>
              <a:defRPr sz="27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2pPr>
            <a:lvl3pPr lvl="2"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3pPr>
            <a:lvl4pPr lvl="3"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4pPr>
            <a:lvl5pPr lvl="4"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5pPr>
            <a:lvl6pPr lvl="5"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6pPr>
            <a:lvl7pPr lvl="6"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7pPr>
            <a:lvl8pPr lvl="7" algn="ctr" rtl="0">
              <a:spcBef>
                <a:spcPts val="1600"/>
              </a:spcBef>
              <a:spcAft>
                <a:spcPts val="0"/>
              </a:spcAft>
              <a:buClr>
                <a:schemeClr val="dk1"/>
              </a:buClr>
              <a:buSzPts val="2100"/>
              <a:buFont typeface="Josefin Sans"/>
              <a:buNone/>
              <a:defRPr sz="2100" b="1">
                <a:solidFill>
                  <a:schemeClr val="dk1"/>
                </a:solidFill>
                <a:latin typeface="Josefin Sans"/>
                <a:ea typeface="Josefin Sans"/>
                <a:cs typeface="Josefin Sans"/>
                <a:sym typeface="Josefin Sans"/>
              </a:defRPr>
            </a:lvl8pPr>
            <a:lvl9pPr lvl="8" algn="ctr" rtl="0">
              <a:spcBef>
                <a:spcPts val="1600"/>
              </a:spcBef>
              <a:spcAft>
                <a:spcPts val="1600"/>
              </a:spcAft>
              <a:buClr>
                <a:schemeClr val="dk1"/>
              </a:buClr>
              <a:buSzPts val="2100"/>
              <a:buFont typeface="Josefin Sans"/>
              <a:buNone/>
              <a:defRPr sz="2100" b="1">
                <a:solidFill>
                  <a:schemeClr val="dk1"/>
                </a:solidFill>
                <a:latin typeface="Josefin Sans"/>
                <a:ea typeface="Josefin Sans"/>
                <a:cs typeface="Josefin Sans"/>
                <a:sym typeface="Josefin Sans"/>
              </a:defRPr>
            </a:lvl9pPr>
          </a:lstStyle>
          <a:p>
            <a:endParaRPr/>
          </a:p>
        </p:txBody>
      </p:sp>
      <p:sp>
        <p:nvSpPr>
          <p:cNvPr id="949" name="Google Shape;949;p63"/>
          <p:cNvSpPr txBox="1">
            <a:spLocks noGrp="1"/>
          </p:cNvSpPr>
          <p:nvPr>
            <p:ph type="subTitle" idx="4"/>
          </p:nvPr>
        </p:nvSpPr>
        <p:spPr>
          <a:xfrm>
            <a:off x="4440600" y="2145400"/>
            <a:ext cx="3834000" cy="1761900"/>
          </a:xfrm>
          <a:prstGeom prst="rect">
            <a:avLst/>
          </a:prstGeom>
        </p:spPr>
        <p:txBody>
          <a:bodyPr spcFirstLastPara="1" wrap="square" lIns="91425" tIns="91425" rIns="91425" bIns="91425" anchor="t" anchorCtr="0">
            <a:noAutofit/>
          </a:bodyPr>
          <a:lstStyle>
            <a:lvl1pPr marR="50800" lvl="0" rtl="0">
              <a:lnSpc>
                <a:spcPct val="100000"/>
              </a:lnSpc>
              <a:spcBef>
                <a:spcPts val="0"/>
              </a:spcBef>
              <a:spcAft>
                <a:spcPts val="0"/>
              </a:spcAft>
              <a:buSzPts val="1400"/>
              <a:buChar char="●"/>
              <a:defRPr sz="1200"/>
            </a:lvl1pPr>
            <a:lvl2pPr lvl="1" algn="ctr" rtl="0">
              <a:spcBef>
                <a:spcPts val="1000"/>
              </a:spcBef>
              <a:spcAft>
                <a:spcPts val="0"/>
              </a:spcAft>
              <a:buSzPts val="1400"/>
              <a:buChar char="○"/>
              <a:defRPr/>
            </a:lvl2pPr>
            <a:lvl3pPr lvl="2" algn="ctr" rtl="0">
              <a:spcBef>
                <a:spcPts val="1600"/>
              </a:spcBef>
              <a:spcAft>
                <a:spcPts val="0"/>
              </a:spcAft>
              <a:buSzPts val="1400"/>
              <a:buChar char="■"/>
              <a:defRPr/>
            </a:lvl3pPr>
            <a:lvl4pPr lvl="3" algn="ctr" rtl="0">
              <a:spcBef>
                <a:spcPts val="1600"/>
              </a:spcBef>
              <a:spcAft>
                <a:spcPts val="0"/>
              </a:spcAft>
              <a:buSzPts val="1400"/>
              <a:buChar char="●"/>
              <a:defRPr/>
            </a:lvl4pPr>
            <a:lvl5pPr lvl="4" algn="ctr" rtl="0">
              <a:spcBef>
                <a:spcPts val="1600"/>
              </a:spcBef>
              <a:spcAft>
                <a:spcPts val="0"/>
              </a:spcAft>
              <a:buSzPts val="1400"/>
              <a:buChar char="○"/>
              <a:defRPr/>
            </a:lvl5pPr>
            <a:lvl6pPr lvl="5" algn="ctr" rtl="0">
              <a:spcBef>
                <a:spcPts val="1600"/>
              </a:spcBef>
              <a:spcAft>
                <a:spcPts val="0"/>
              </a:spcAft>
              <a:buSzPts val="1400"/>
              <a:buChar char="■"/>
              <a:defRPr/>
            </a:lvl6pPr>
            <a:lvl7pPr lvl="6" algn="ctr" rtl="0">
              <a:spcBef>
                <a:spcPts val="1600"/>
              </a:spcBef>
              <a:spcAft>
                <a:spcPts val="0"/>
              </a:spcAft>
              <a:buSzPts val="1400"/>
              <a:buChar char="●"/>
              <a:defRPr/>
            </a:lvl7pPr>
            <a:lvl8pPr lvl="7" algn="ctr" rtl="0">
              <a:spcBef>
                <a:spcPts val="1600"/>
              </a:spcBef>
              <a:spcAft>
                <a:spcPts val="0"/>
              </a:spcAft>
              <a:buSzPts val="1400"/>
              <a:buChar char="○"/>
              <a:defRPr/>
            </a:lvl8pPr>
            <a:lvl9pPr lvl="8" algn="ctr" rtl="0">
              <a:spcBef>
                <a:spcPts val="1600"/>
              </a:spcBef>
              <a:spcAft>
                <a:spcPts val="1600"/>
              </a:spcAft>
              <a:buSzPts val="1400"/>
              <a:buChar char="■"/>
              <a:defRPr/>
            </a:lvl9pPr>
          </a:lstStyle>
          <a:p>
            <a:endParaRPr/>
          </a:p>
        </p:txBody>
      </p:sp>
      <p:sp>
        <p:nvSpPr>
          <p:cNvPr id="950" name="Google Shape;950;p63"/>
          <p:cNvSpPr/>
          <p:nvPr/>
        </p:nvSpPr>
        <p:spPr>
          <a:xfrm>
            <a:off x="6082076" y="-118290"/>
            <a:ext cx="3204343" cy="1651139"/>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63"/>
          <p:cNvSpPr/>
          <p:nvPr/>
        </p:nvSpPr>
        <p:spPr>
          <a:xfrm rot="10800000">
            <a:off x="6965676" y="-72669"/>
            <a:ext cx="2420522" cy="1034218"/>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63"/>
          <p:cNvSpPr/>
          <p:nvPr/>
        </p:nvSpPr>
        <p:spPr>
          <a:xfrm rot="10484947" flipH="1">
            <a:off x="7999385" y="-411807"/>
            <a:ext cx="1843431" cy="869285"/>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63"/>
          <p:cNvSpPr/>
          <p:nvPr/>
        </p:nvSpPr>
        <p:spPr>
          <a:xfrm rot="10800000">
            <a:off x="7222138" y="45824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63"/>
          <p:cNvSpPr/>
          <p:nvPr/>
        </p:nvSpPr>
        <p:spPr>
          <a:xfrm rot="10800000">
            <a:off x="8177150" y="69715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63"/>
          <p:cNvSpPr/>
          <p:nvPr/>
        </p:nvSpPr>
        <p:spPr>
          <a:xfrm rot="10800000">
            <a:off x="8947925" y="1581934"/>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ackground">
  <p:cSld name="CUSTOM_49">
    <p:spTree>
      <p:nvGrpSpPr>
        <p:cNvPr id="1" name="Shape 956"/>
        <p:cNvGrpSpPr/>
        <p:nvPr/>
      </p:nvGrpSpPr>
      <p:grpSpPr>
        <a:xfrm>
          <a:off x="0" y="0"/>
          <a:ext cx="0" cy="0"/>
          <a:chOff x="0" y="0"/>
          <a:chExt cx="0" cy="0"/>
        </a:xfrm>
      </p:grpSpPr>
      <p:sp>
        <p:nvSpPr>
          <p:cNvPr id="957" name="Google Shape;957;p64"/>
          <p:cNvSpPr/>
          <p:nvPr/>
        </p:nvSpPr>
        <p:spPr>
          <a:xfrm rot="10800000">
            <a:off x="2251306" y="-128"/>
            <a:ext cx="4462873" cy="1059925"/>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64"/>
          <p:cNvSpPr/>
          <p:nvPr/>
        </p:nvSpPr>
        <p:spPr>
          <a:xfrm rot="10799504" flipH="1">
            <a:off x="-6750" y="531"/>
            <a:ext cx="9154265" cy="812300"/>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64"/>
          <p:cNvSpPr/>
          <p:nvPr/>
        </p:nvSpPr>
        <p:spPr>
          <a:xfrm rot="-10799504">
            <a:off x="236" y="485"/>
            <a:ext cx="9154265" cy="865690"/>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64"/>
          <p:cNvSpPr/>
          <p:nvPr/>
        </p:nvSpPr>
        <p:spPr>
          <a:xfrm rot="-4555973" flipH="1">
            <a:off x="4908829" y="2657012"/>
            <a:ext cx="1457076" cy="4557441"/>
          </a:xfrm>
          <a:custGeom>
            <a:avLst/>
            <a:gdLst/>
            <a:ahLst/>
            <a:cxnLst/>
            <a:rect l="l" t="t" r="r" b="b"/>
            <a:pathLst>
              <a:path w="184937" h="139852" extrusionOk="0">
                <a:moveTo>
                  <a:pt x="59024" y="1"/>
                </a:moveTo>
                <a:cubicBezTo>
                  <a:pt x="37702" y="1"/>
                  <a:pt x="17942" y="12858"/>
                  <a:pt x="11925" y="32587"/>
                </a:cubicBezTo>
                <a:cubicBezTo>
                  <a:pt x="1" y="71595"/>
                  <a:pt x="35681" y="113191"/>
                  <a:pt x="79310" y="130384"/>
                </a:cubicBezTo>
                <a:cubicBezTo>
                  <a:pt x="95983" y="136984"/>
                  <a:pt x="112612" y="139851"/>
                  <a:pt x="127490" y="139851"/>
                </a:cubicBezTo>
                <a:cubicBezTo>
                  <a:pt x="160532" y="139851"/>
                  <a:pt x="184937" y="125708"/>
                  <a:pt x="182005" y="106905"/>
                </a:cubicBezTo>
                <a:cubicBezTo>
                  <a:pt x="175997" y="67251"/>
                  <a:pt x="140409" y="105334"/>
                  <a:pt x="114805" y="42848"/>
                </a:cubicBezTo>
                <a:cubicBezTo>
                  <a:pt x="102395" y="12395"/>
                  <a:pt x="79957" y="1"/>
                  <a:pt x="5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64"/>
          <p:cNvSpPr/>
          <p:nvPr/>
        </p:nvSpPr>
        <p:spPr>
          <a:xfrm rot="10800000" flipH="1">
            <a:off x="1" y="4443074"/>
            <a:ext cx="9154264" cy="836745"/>
          </a:xfrm>
          <a:custGeom>
            <a:avLst/>
            <a:gdLst/>
            <a:ahLst/>
            <a:cxnLst/>
            <a:rect l="l" t="t" r="r" b="b"/>
            <a:pathLst>
              <a:path w="264364" h="48804" extrusionOk="0">
                <a:moveTo>
                  <a:pt x="0" y="1"/>
                </a:moveTo>
                <a:lnTo>
                  <a:pt x="0" y="34052"/>
                </a:lnTo>
                <a:cubicBezTo>
                  <a:pt x="3219" y="35165"/>
                  <a:pt x="6028" y="35625"/>
                  <a:pt x="8547" y="35625"/>
                </a:cubicBezTo>
                <a:cubicBezTo>
                  <a:pt x="20567" y="35625"/>
                  <a:pt x="25980" y="25146"/>
                  <a:pt x="37813" y="25146"/>
                </a:cubicBezTo>
                <a:cubicBezTo>
                  <a:pt x="42388" y="25146"/>
                  <a:pt x="47922" y="26712"/>
                  <a:pt x="55168" y="31055"/>
                </a:cubicBezTo>
                <a:cubicBezTo>
                  <a:pt x="70462" y="40234"/>
                  <a:pt x="80176" y="48502"/>
                  <a:pt x="91777" y="48502"/>
                </a:cubicBezTo>
                <a:cubicBezTo>
                  <a:pt x="98366" y="48502"/>
                  <a:pt x="105563" y="45836"/>
                  <a:pt x="114738" y="39155"/>
                </a:cubicBezTo>
                <a:cubicBezTo>
                  <a:pt x="122916" y="33205"/>
                  <a:pt x="129075" y="31386"/>
                  <a:pt x="134351" y="31386"/>
                </a:cubicBezTo>
                <a:cubicBezTo>
                  <a:pt x="142654" y="31386"/>
                  <a:pt x="148772" y="35892"/>
                  <a:pt x="157136" y="35892"/>
                </a:cubicBezTo>
                <a:cubicBezTo>
                  <a:pt x="163427" y="35892"/>
                  <a:pt x="170988" y="33343"/>
                  <a:pt x="181706" y="24412"/>
                </a:cubicBezTo>
                <a:cubicBezTo>
                  <a:pt x="184794" y="21838"/>
                  <a:pt x="187774" y="20762"/>
                  <a:pt x="190680" y="20762"/>
                </a:cubicBezTo>
                <a:cubicBezTo>
                  <a:pt x="205031" y="20762"/>
                  <a:pt x="217584" y="46994"/>
                  <a:pt x="232473" y="48634"/>
                </a:cubicBezTo>
                <a:cubicBezTo>
                  <a:pt x="233525" y="48749"/>
                  <a:pt x="234513" y="48803"/>
                  <a:pt x="235446" y="48803"/>
                </a:cubicBezTo>
                <a:cubicBezTo>
                  <a:pt x="246713" y="48803"/>
                  <a:pt x="250150" y="40916"/>
                  <a:pt x="264364" y="38048"/>
                </a:cubicBezTo>
                <a:lnTo>
                  <a:pt x="2643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64"/>
          <p:cNvSpPr/>
          <p:nvPr/>
        </p:nvSpPr>
        <p:spPr>
          <a:xfrm rot="10800000" flipH="1">
            <a:off x="-6750" y="4366693"/>
            <a:ext cx="9161260" cy="917583"/>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64"/>
          <p:cNvSpPr/>
          <p:nvPr/>
        </p:nvSpPr>
        <p:spPr>
          <a:xfrm rot="5400000">
            <a:off x="8226781" y="425343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64"/>
          <p:cNvSpPr/>
          <p:nvPr/>
        </p:nvSpPr>
        <p:spPr>
          <a:xfrm rot="5400000">
            <a:off x="2775969" y="43758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64"/>
          <p:cNvSpPr/>
          <p:nvPr/>
        </p:nvSpPr>
        <p:spPr>
          <a:xfrm rot="-5400000">
            <a:off x="6531806" y="41548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64"/>
          <p:cNvSpPr/>
          <p:nvPr/>
        </p:nvSpPr>
        <p:spPr>
          <a:xfrm rot="5400000">
            <a:off x="420981" y="39133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64"/>
          <p:cNvSpPr/>
          <p:nvPr/>
        </p:nvSpPr>
        <p:spPr>
          <a:xfrm rot="5400000">
            <a:off x="7233206" y="8166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64"/>
          <p:cNvSpPr/>
          <p:nvPr/>
        </p:nvSpPr>
        <p:spPr>
          <a:xfrm rot="5400000">
            <a:off x="5881019" y="7165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64"/>
          <p:cNvSpPr/>
          <p:nvPr/>
        </p:nvSpPr>
        <p:spPr>
          <a:xfrm rot="5400000">
            <a:off x="2521581" y="6640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Background 1">
  <p:cSld name="CUSTOM_50">
    <p:spTree>
      <p:nvGrpSpPr>
        <p:cNvPr id="1" name="Shape 970"/>
        <p:cNvGrpSpPr/>
        <p:nvPr/>
      </p:nvGrpSpPr>
      <p:grpSpPr>
        <a:xfrm>
          <a:off x="0" y="0"/>
          <a:ext cx="0" cy="0"/>
          <a:chOff x="0" y="0"/>
          <a:chExt cx="0" cy="0"/>
        </a:xfrm>
      </p:grpSpPr>
      <p:sp>
        <p:nvSpPr>
          <p:cNvPr id="971" name="Google Shape;971;p65"/>
          <p:cNvSpPr/>
          <p:nvPr/>
        </p:nvSpPr>
        <p:spPr>
          <a:xfrm rot="10800000" flipH="1">
            <a:off x="1206036" y="4410874"/>
            <a:ext cx="3936983" cy="732774"/>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65"/>
          <p:cNvSpPr/>
          <p:nvPr/>
        </p:nvSpPr>
        <p:spPr>
          <a:xfrm flipH="1">
            <a:off x="3939637" y="98"/>
            <a:ext cx="5126677" cy="1295929"/>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65"/>
          <p:cNvSpPr/>
          <p:nvPr/>
        </p:nvSpPr>
        <p:spPr>
          <a:xfrm rot="10800000">
            <a:off x="-1374513" y="4141676"/>
            <a:ext cx="5735030" cy="1001972"/>
          </a:xfrm>
          <a:custGeom>
            <a:avLst/>
            <a:gdLst/>
            <a:ahLst/>
            <a:cxnLst/>
            <a:rect l="l" t="t" r="r" b="b"/>
            <a:pathLst>
              <a:path w="295582" h="107710" extrusionOk="0">
                <a:moveTo>
                  <a:pt x="3890" y="648"/>
                </a:moveTo>
                <a:cubicBezTo>
                  <a:pt x="3890" y="648"/>
                  <a:pt x="1" y="60607"/>
                  <a:pt x="64065" y="49263"/>
                </a:cubicBezTo>
                <a:cubicBezTo>
                  <a:pt x="132883" y="37164"/>
                  <a:pt x="123484" y="107710"/>
                  <a:pt x="183551" y="107710"/>
                </a:cubicBezTo>
                <a:cubicBezTo>
                  <a:pt x="232814" y="107710"/>
                  <a:pt x="209155" y="40513"/>
                  <a:pt x="252368" y="34787"/>
                </a:cubicBezTo>
                <a:cubicBezTo>
                  <a:pt x="295582" y="29061"/>
                  <a:pt x="285751" y="0"/>
                  <a:pt x="2857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65"/>
          <p:cNvSpPr/>
          <p:nvPr/>
        </p:nvSpPr>
        <p:spPr>
          <a:xfrm rot="10800000" flipH="1">
            <a:off x="5013459" y="204"/>
            <a:ext cx="4130832" cy="1472837"/>
          </a:xfrm>
          <a:custGeom>
            <a:avLst/>
            <a:gdLst/>
            <a:ahLst/>
            <a:cxnLst/>
            <a:rect l="l" t="t" r="r" b="b"/>
            <a:pathLst>
              <a:path w="285673" h="154588" extrusionOk="0">
                <a:moveTo>
                  <a:pt x="2715" y="154588"/>
                </a:moveTo>
                <a:cubicBezTo>
                  <a:pt x="2715" y="154588"/>
                  <a:pt x="0" y="113633"/>
                  <a:pt x="45298" y="113633"/>
                </a:cubicBezTo>
                <a:cubicBezTo>
                  <a:pt x="90596" y="113633"/>
                  <a:pt x="125888" y="112160"/>
                  <a:pt x="135972" y="50651"/>
                </a:cubicBezTo>
                <a:cubicBezTo>
                  <a:pt x="144194" y="621"/>
                  <a:pt x="221914" y="1"/>
                  <a:pt x="238978" y="40955"/>
                </a:cubicBezTo>
                <a:cubicBezTo>
                  <a:pt x="255965" y="81987"/>
                  <a:pt x="285673" y="81987"/>
                  <a:pt x="285673" y="81987"/>
                </a:cubicBezTo>
                <a:lnTo>
                  <a:pt x="285673" y="15458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65"/>
          <p:cNvSpPr/>
          <p:nvPr/>
        </p:nvSpPr>
        <p:spPr>
          <a:xfrm rot="10800000">
            <a:off x="5628786" y="490"/>
            <a:ext cx="3515148" cy="1472658"/>
          </a:xfrm>
          <a:custGeom>
            <a:avLst/>
            <a:gdLst/>
            <a:ahLst/>
            <a:cxnLst/>
            <a:rect l="l" t="t" r="r" b="b"/>
            <a:pathLst>
              <a:path w="305002" h="196093" extrusionOk="0">
                <a:moveTo>
                  <a:pt x="0" y="27686"/>
                </a:moveTo>
                <a:cubicBezTo>
                  <a:pt x="0" y="27686"/>
                  <a:pt x="68206" y="0"/>
                  <a:pt x="88558" y="59039"/>
                </a:cubicBezTo>
                <a:cubicBezTo>
                  <a:pt x="108910" y="118077"/>
                  <a:pt x="211769" y="29244"/>
                  <a:pt x="211769" y="120186"/>
                </a:cubicBezTo>
                <a:cubicBezTo>
                  <a:pt x="211769" y="172257"/>
                  <a:pt x="305002" y="135404"/>
                  <a:pt x="280800" y="196092"/>
                </a:cubicBezTo>
                <a:lnTo>
                  <a:pt x="0" y="19609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65"/>
          <p:cNvSpPr/>
          <p:nvPr/>
        </p:nvSpPr>
        <p:spPr>
          <a:xfrm rot="10800000" flipH="1">
            <a:off x="-77156" y="4263470"/>
            <a:ext cx="3937105" cy="880179"/>
          </a:xfrm>
          <a:custGeom>
            <a:avLst/>
            <a:gdLst/>
            <a:ahLst/>
            <a:cxnLst/>
            <a:rect l="l" t="t" r="r" b="b"/>
            <a:pathLst>
              <a:path w="294198" h="130204" extrusionOk="0">
                <a:moveTo>
                  <a:pt x="283570" y="0"/>
                </a:moveTo>
                <a:cubicBezTo>
                  <a:pt x="283570" y="0"/>
                  <a:pt x="294198" y="57826"/>
                  <a:pt x="203889" y="45181"/>
                </a:cubicBezTo>
                <a:cubicBezTo>
                  <a:pt x="141812" y="36461"/>
                  <a:pt x="157999" y="89109"/>
                  <a:pt x="113581" y="109929"/>
                </a:cubicBezTo>
                <a:cubicBezTo>
                  <a:pt x="70252" y="130203"/>
                  <a:pt x="37442" y="67963"/>
                  <a:pt x="0" y="114071"/>
                </a:cubicBezTo>
                <a:lnTo>
                  <a:pt x="0" y="43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65"/>
          <p:cNvSpPr/>
          <p:nvPr/>
        </p:nvSpPr>
        <p:spPr>
          <a:xfrm>
            <a:off x="1958250" y="4072025"/>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65"/>
          <p:cNvSpPr/>
          <p:nvPr/>
        </p:nvSpPr>
        <p:spPr>
          <a:xfrm>
            <a:off x="285300" y="385562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65"/>
          <p:cNvSpPr/>
          <p:nvPr/>
        </p:nvSpPr>
        <p:spPr>
          <a:xfrm>
            <a:off x="4522800" y="4892750"/>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65"/>
          <p:cNvSpPr/>
          <p:nvPr/>
        </p:nvSpPr>
        <p:spPr>
          <a:xfrm rot="10800000" flipH="1">
            <a:off x="6363775" y="1132525"/>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65"/>
          <p:cNvSpPr/>
          <p:nvPr/>
        </p:nvSpPr>
        <p:spPr>
          <a:xfrm rot="10800000" flipH="1">
            <a:off x="8271400" y="1341500"/>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65"/>
          <p:cNvSpPr/>
          <p:nvPr/>
        </p:nvSpPr>
        <p:spPr>
          <a:xfrm rot="10800000" flipH="1">
            <a:off x="4360525" y="32337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ackground 2">
  <p:cSld name="CUSTOM_51">
    <p:spTree>
      <p:nvGrpSpPr>
        <p:cNvPr id="1" name="Shape 983"/>
        <p:cNvGrpSpPr/>
        <p:nvPr/>
      </p:nvGrpSpPr>
      <p:grpSpPr>
        <a:xfrm>
          <a:off x="0" y="0"/>
          <a:ext cx="0" cy="0"/>
          <a:chOff x="0" y="0"/>
          <a:chExt cx="0" cy="0"/>
        </a:xfrm>
      </p:grpSpPr>
      <p:sp>
        <p:nvSpPr>
          <p:cNvPr id="984" name="Google Shape;984;p66"/>
          <p:cNvSpPr/>
          <p:nvPr/>
        </p:nvSpPr>
        <p:spPr>
          <a:xfrm rot="-5400000" flipH="1">
            <a:off x="7050252" y="2575411"/>
            <a:ext cx="2443246" cy="939991"/>
          </a:xfrm>
          <a:custGeom>
            <a:avLst/>
            <a:gdLst/>
            <a:ahLst/>
            <a:cxnLst/>
            <a:rect l="l" t="t" r="r" b="b"/>
            <a:pathLst>
              <a:path w="283357" h="76391" extrusionOk="0">
                <a:moveTo>
                  <a:pt x="0" y="76391"/>
                </a:moveTo>
                <a:cubicBezTo>
                  <a:pt x="0" y="76391"/>
                  <a:pt x="7446" y="11303"/>
                  <a:pt x="69809" y="27459"/>
                </a:cubicBezTo>
                <a:cubicBezTo>
                  <a:pt x="163419" y="51659"/>
                  <a:pt x="141479" y="1"/>
                  <a:pt x="215011" y="3524"/>
                </a:cubicBezTo>
                <a:cubicBezTo>
                  <a:pt x="283357" y="6716"/>
                  <a:pt x="283024" y="76391"/>
                  <a:pt x="283024" y="7639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66"/>
          <p:cNvSpPr/>
          <p:nvPr/>
        </p:nvSpPr>
        <p:spPr>
          <a:xfrm rot="-5399497">
            <a:off x="6325430" y="1701197"/>
            <a:ext cx="4515337" cy="1121168"/>
          </a:xfrm>
          <a:custGeom>
            <a:avLst/>
            <a:gdLst/>
            <a:ahLst/>
            <a:cxnLst/>
            <a:rect l="l" t="t" r="r" b="b"/>
            <a:pathLst>
              <a:path w="264364" h="43920" extrusionOk="0">
                <a:moveTo>
                  <a:pt x="219423" y="1"/>
                </a:moveTo>
                <a:cubicBezTo>
                  <a:pt x="218735" y="1"/>
                  <a:pt x="218026" y="14"/>
                  <a:pt x="217297" y="39"/>
                </a:cubicBezTo>
                <a:cubicBezTo>
                  <a:pt x="193855" y="856"/>
                  <a:pt x="190998" y="14255"/>
                  <a:pt x="172689" y="14255"/>
                </a:cubicBezTo>
                <a:cubicBezTo>
                  <a:pt x="167988" y="14255"/>
                  <a:pt x="162268" y="13372"/>
                  <a:pt x="154919" y="11165"/>
                </a:cubicBezTo>
                <a:cubicBezTo>
                  <a:pt x="146746" y="8716"/>
                  <a:pt x="139552" y="7721"/>
                  <a:pt x="133072" y="7721"/>
                </a:cubicBezTo>
                <a:cubicBezTo>
                  <a:pt x="104893" y="7721"/>
                  <a:pt x="90210" y="26543"/>
                  <a:pt x="67183" y="26543"/>
                </a:cubicBezTo>
                <a:cubicBezTo>
                  <a:pt x="66131" y="26543"/>
                  <a:pt x="65061" y="26504"/>
                  <a:pt x="63971" y="26422"/>
                </a:cubicBezTo>
                <a:cubicBezTo>
                  <a:pt x="34457" y="24207"/>
                  <a:pt x="42828" y="9572"/>
                  <a:pt x="0" y="5305"/>
                </a:cubicBezTo>
                <a:lnTo>
                  <a:pt x="0" y="43920"/>
                </a:lnTo>
                <a:lnTo>
                  <a:pt x="264364" y="43920"/>
                </a:lnTo>
                <a:lnTo>
                  <a:pt x="264364" y="9491"/>
                </a:lnTo>
                <a:cubicBezTo>
                  <a:pt x="261782" y="9924"/>
                  <a:pt x="259493" y="10114"/>
                  <a:pt x="257424" y="10114"/>
                </a:cubicBezTo>
                <a:cubicBezTo>
                  <a:pt x="242345" y="10114"/>
                  <a:pt x="238978" y="1"/>
                  <a:pt x="2194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66"/>
          <p:cNvSpPr/>
          <p:nvPr/>
        </p:nvSpPr>
        <p:spPr>
          <a:xfrm rot="-5400440" flipH="1">
            <a:off x="5965428" y="1974301"/>
            <a:ext cx="5161707" cy="1194801"/>
          </a:xfrm>
          <a:custGeom>
            <a:avLst/>
            <a:gdLst/>
            <a:ahLst/>
            <a:cxnLst/>
            <a:rect l="l" t="t" r="r" b="b"/>
            <a:pathLst>
              <a:path w="264364" h="40820" extrusionOk="0">
                <a:moveTo>
                  <a:pt x="224094" y="1"/>
                </a:moveTo>
                <a:cubicBezTo>
                  <a:pt x="221694" y="1"/>
                  <a:pt x="219079" y="167"/>
                  <a:pt x="216217" y="530"/>
                </a:cubicBezTo>
                <a:cubicBezTo>
                  <a:pt x="190574" y="3768"/>
                  <a:pt x="189388" y="22268"/>
                  <a:pt x="168921" y="22268"/>
                </a:cubicBezTo>
                <a:cubicBezTo>
                  <a:pt x="166175" y="22268"/>
                  <a:pt x="163082" y="21935"/>
                  <a:pt x="159536" y="21188"/>
                </a:cubicBezTo>
                <a:cubicBezTo>
                  <a:pt x="147862" y="18719"/>
                  <a:pt x="138271" y="17735"/>
                  <a:pt x="130168" y="17735"/>
                </a:cubicBezTo>
                <a:cubicBezTo>
                  <a:pt x="98424" y="17735"/>
                  <a:pt x="89504" y="32828"/>
                  <a:pt x="67530" y="32828"/>
                </a:cubicBezTo>
                <a:cubicBezTo>
                  <a:pt x="66466" y="32828"/>
                  <a:pt x="65371" y="32792"/>
                  <a:pt x="64241" y="32718"/>
                </a:cubicBezTo>
                <a:cubicBezTo>
                  <a:pt x="34727" y="30801"/>
                  <a:pt x="42828" y="18541"/>
                  <a:pt x="0" y="14842"/>
                </a:cubicBezTo>
                <a:lnTo>
                  <a:pt x="0" y="40819"/>
                </a:lnTo>
                <a:lnTo>
                  <a:pt x="264364" y="40819"/>
                </a:lnTo>
                <a:lnTo>
                  <a:pt x="264364" y="17785"/>
                </a:lnTo>
                <a:cubicBezTo>
                  <a:pt x="250431" y="15121"/>
                  <a:pt x="247008" y="1"/>
                  <a:pt x="2240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66"/>
          <p:cNvSpPr/>
          <p:nvPr/>
        </p:nvSpPr>
        <p:spPr>
          <a:xfrm rot="-5400000">
            <a:off x="-1791843" y="1811847"/>
            <a:ext cx="5127422" cy="1543736"/>
          </a:xfrm>
          <a:custGeom>
            <a:avLst/>
            <a:gdLst/>
            <a:ahLst/>
            <a:cxnLst/>
            <a:rect l="l" t="t" r="r" b="b"/>
            <a:pathLst>
              <a:path w="246008" h="61867" extrusionOk="0">
                <a:moveTo>
                  <a:pt x="1" y="0"/>
                </a:moveTo>
                <a:cubicBezTo>
                  <a:pt x="1" y="0"/>
                  <a:pt x="3900" y="44992"/>
                  <a:pt x="39194" y="57840"/>
                </a:cubicBezTo>
                <a:cubicBezTo>
                  <a:pt x="46974" y="60669"/>
                  <a:pt x="53930" y="61867"/>
                  <a:pt x="60240" y="61867"/>
                </a:cubicBezTo>
                <a:cubicBezTo>
                  <a:pt x="95172" y="61867"/>
                  <a:pt x="110319" y="25159"/>
                  <a:pt x="135837" y="25159"/>
                </a:cubicBezTo>
                <a:cubicBezTo>
                  <a:pt x="138295" y="25159"/>
                  <a:pt x="140849" y="25499"/>
                  <a:pt x="143526" y="26246"/>
                </a:cubicBezTo>
                <a:cubicBezTo>
                  <a:pt x="159260" y="30639"/>
                  <a:pt x="172714" y="32419"/>
                  <a:pt x="184185" y="32419"/>
                </a:cubicBezTo>
                <a:cubicBezTo>
                  <a:pt x="233145" y="32419"/>
                  <a:pt x="246008" y="0"/>
                  <a:pt x="24600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66"/>
          <p:cNvSpPr/>
          <p:nvPr/>
        </p:nvSpPr>
        <p:spPr>
          <a:xfrm rot="-5400000">
            <a:off x="-1926425" y="1930649"/>
            <a:ext cx="5143202" cy="1290352"/>
          </a:xfrm>
          <a:custGeom>
            <a:avLst/>
            <a:gdLst/>
            <a:ahLst/>
            <a:cxnLst/>
            <a:rect l="l" t="t" r="r" b="b"/>
            <a:pathLst>
              <a:path w="264364" h="61984" extrusionOk="0">
                <a:moveTo>
                  <a:pt x="0" y="0"/>
                </a:moveTo>
                <a:lnTo>
                  <a:pt x="0" y="60406"/>
                </a:lnTo>
                <a:cubicBezTo>
                  <a:pt x="2845" y="61497"/>
                  <a:pt x="5907" y="61983"/>
                  <a:pt x="9094" y="61983"/>
                </a:cubicBezTo>
                <a:cubicBezTo>
                  <a:pt x="26664" y="61983"/>
                  <a:pt x="48053" y="47209"/>
                  <a:pt x="57950" y="37427"/>
                </a:cubicBezTo>
                <a:cubicBezTo>
                  <a:pt x="64434" y="31013"/>
                  <a:pt x="70724" y="28611"/>
                  <a:pt x="76592" y="28611"/>
                </a:cubicBezTo>
                <a:cubicBezTo>
                  <a:pt x="86364" y="28611"/>
                  <a:pt x="94966" y="35275"/>
                  <a:pt x="101344" y="41180"/>
                </a:cubicBezTo>
                <a:cubicBezTo>
                  <a:pt x="109706" y="48911"/>
                  <a:pt x="119411" y="51657"/>
                  <a:pt x="128732" y="51657"/>
                </a:cubicBezTo>
                <a:cubicBezTo>
                  <a:pt x="140963" y="51657"/>
                  <a:pt x="152533" y="46928"/>
                  <a:pt x="159536" y="42530"/>
                </a:cubicBezTo>
                <a:cubicBezTo>
                  <a:pt x="163971" y="39737"/>
                  <a:pt x="167611" y="38614"/>
                  <a:pt x="170732" y="38614"/>
                </a:cubicBezTo>
                <a:cubicBezTo>
                  <a:pt x="183490" y="38614"/>
                  <a:pt x="187572" y="57371"/>
                  <a:pt x="201829" y="57371"/>
                </a:cubicBezTo>
                <a:cubicBezTo>
                  <a:pt x="204682" y="57371"/>
                  <a:pt x="207942" y="56619"/>
                  <a:pt x="211761" y="54817"/>
                </a:cubicBezTo>
                <a:cubicBezTo>
                  <a:pt x="216023" y="52806"/>
                  <a:pt x="220035" y="52096"/>
                  <a:pt x="223864" y="52096"/>
                </a:cubicBezTo>
                <a:cubicBezTo>
                  <a:pt x="233065" y="52096"/>
                  <a:pt x="241204" y="56197"/>
                  <a:pt x="249202" y="56197"/>
                </a:cubicBezTo>
                <a:cubicBezTo>
                  <a:pt x="254235" y="56197"/>
                  <a:pt x="259212" y="54573"/>
                  <a:pt x="264364" y="49281"/>
                </a:cubicBezTo>
                <a:lnTo>
                  <a:pt x="26436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66"/>
          <p:cNvSpPr/>
          <p:nvPr/>
        </p:nvSpPr>
        <p:spPr>
          <a:xfrm rot="-5400000" flipH="1">
            <a:off x="-1877527" y="1881640"/>
            <a:ext cx="5143337" cy="1388283"/>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66"/>
          <p:cNvSpPr/>
          <p:nvPr/>
        </p:nvSpPr>
        <p:spPr>
          <a:xfrm>
            <a:off x="1104550" y="271030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66"/>
          <p:cNvSpPr/>
          <p:nvPr/>
        </p:nvSpPr>
        <p:spPr>
          <a:xfrm>
            <a:off x="1553300" y="3452550"/>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66"/>
          <p:cNvSpPr/>
          <p:nvPr/>
        </p:nvSpPr>
        <p:spPr>
          <a:xfrm>
            <a:off x="804350" y="105132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66"/>
          <p:cNvSpPr/>
          <p:nvPr/>
        </p:nvSpPr>
        <p:spPr>
          <a:xfrm>
            <a:off x="1169650" y="416832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66"/>
          <p:cNvSpPr/>
          <p:nvPr/>
        </p:nvSpPr>
        <p:spPr>
          <a:xfrm>
            <a:off x="1520738" y="71690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66"/>
          <p:cNvSpPr/>
          <p:nvPr/>
        </p:nvSpPr>
        <p:spPr>
          <a:xfrm rot="10800000" flipH="1">
            <a:off x="8332050" y="1975150"/>
            <a:ext cx="98400" cy="98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66"/>
          <p:cNvSpPr/>
          <p:nvPr/>
        </p:nvSpPr>
        <p:spPr>
          <a:xfrm rot="10800000" flipH="1">
            <a:off x="7695850" y="1006475"/>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66"/>
          <p:cNvSpPr/>
          <p:nvPr/>
        </p:nvSpPr>
        <p:spPr>
          <a:xfrm rot="10800000" flipH="1">
            <a:off x="7794238" y="4492000"/>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Background 3">
  <p:cSld name="CUSTOM_52">
    <p:spTree>
      <p:nvGrpSpPr>
        <p:cNvPr id="1" name="Shape 998"/>
        <p:cNvGrpSpPr/>
        <p:nvPr/>
      </p:nvGrpSpPr>
      <p:grpSpPr>
        <a:xfrm>
          <a:off x="0" y="0"/>
          <a:ext cx="0" cy="0"/>
          <a:chOff x="0" y="0"/>
          <a:chExt cx="0" cy="0"/>
        </a:xfrm>
      </p:grpSpPr>
      <p:sp>
        <p:nvSpPr>
          <p:cNvPr id="999" name="Google Shape;999;p67"/>
          <p:cNvSpPr/>
          <p:nvPr/>
        </p:nvSpPr>
        <p:spPr>
          <a:xfrm rot="-5911893" flipH="1">
            <a:off x="-358275" y="-757650"/>
            <a:ext cx="1679785" cy="2039064"/>
          </a:xfrm>
          <a:custGeom>
            <a:avLst/>
            <a:gdLst/>
            <a:ahLst/>
            <a:cxnLst/>
            <a:rect l="l" t="t" r="r" b="b"/>
            <a:pathLst>
              <a:path w="184937" h="139852" extrusionOk="0">
                <a:moveTo>
                  <a:pt x="59024" y="1"/>
                </a:moveTo>
                <a:cubicBezTo>
                  <a:pt x="37702" y="1"/>
                  <a:pt x="17942" y="12858"/>
                  <a:pt x="11925" y="32587"/>
                </a:cubicBezTo>
                <a:cubicBezTo>
                  <a:pt x="1" y="71595"/>
                  <a:pt x="35681" y="113191"/>
                  <a:pt x="79310" y="130384"/>
                </a:cubicBezTo>
                <a:cubicBezTo>
                  <a:pt x="95983" y="136984"/>
                  <a:pt x="112612" y="139851"/>
                  <a:pt x="127490" y="139851"/>
                </a:cubicBezTo>
                <a:cubicBezTo>
                  <a:pt x="160532" y="139851"/>
                  <a:pt x="184937" y="125708"/>
                  <a:pt x="182005" y="106905"/>
                </a:cubicBezTo>
                <a:cubicBezTo>
                  <a:pt x="175997" y="67251"/>
                  <a:pt x="140409" y="105334"/>
                  <a:pt x="114805" y="42848"/>
                </a:cubicBezTo>
                <a:cubicBezTo>
                  <a:pt x="102395" y="12395"/>
                  <a:pt x="79957" y="1"/>
                  <a:pt x="5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67"/>
          <p:cNvSpPr/>
          <p:nvPr/>
        </p:nvSpPr>
        <p:spPr>
          <a:xfrm rot="-515846" flipH="1">
            <a:off x="-1764995" y="-321140"/>
            <a:ext cx="4858752" cy="984749"/>
          </a:xfrm>
          <a:custGeom>
            <a:avLst/>
            <a:gdLst/>
            <a:ahLst/>
            <a:cxnLst/>
            <a:rect l="l" t="t" r="r" b="b"/>
            <a:pathLst>
              <a:path w="264364" h="48804" extrusionOk="0">
                <a:moveTo>
                  <a:pt x="0" y="1"/>
                </a:moveTo>
                <a:lnTo>
                  <a:pt x="0" y="34052"/>
                </a:lnTo>
                <a:cubicBezTo>
                  <a:pt x="3219" y="35165"/>
                  <a:pt x="6028" y="35625"/>
                  <a:pt x="8547" y="35625"/>
                </a:cubicBezTo>
                <a:cubicBezTo>
                  <a:pt x="20567" y="35625"/>
                  <a:pt x="25980" y="25146"/>
                  <a:pt x="37813" y="25146"/>
                </a:cubicBezTo>
                <a:cubicBezTo>
                  <a:pt x="42388" y="25146"/>
                  <a:pt x="47922" y="26712"/>
                  <a:pt x="55168" y="31055"/>
                </a:cubicBezTo>
                <a:cubicBezTo>
                  <a:pt x="70462" y="40234"/>
                  <a:pt x="80176" y="48502"/>
                  <a:pt x="91777" y="48502"/>
                </a:cubicBezTo>
                <a:cubicBezTo>
                  <a:pt x="98366" y="48502"/>
                  <a:pt x="105563" y="45836"/>
                  <a:pt x="114738" y="39155"/>
                </a:cubicBezTo>
                <a:cubicBezTo>
                  <a:pt x="122916" y="33205"/>
                  <a:pt x="129075" y="31386"/>
                  <a:pt x="134351" y="31386"/>
                </a:cubicBezTo>
                <a:cubicBezTo>
                  <a:pt x="142654" y="31386"/>
                  <a:pt x="148772" y="35892"/>
                  <a:pt x="157136" y="35892"/>
                </a:cubicBezTo>
                <a:cubicBezTo>
                  <a:pt x="163427" y="35892"/>
                  <a:pt x="170988" y="33343"/>
                  <a:pt x="181706" y="24412"/>
                </a:cubicBezTo>
                <a:cubicBezTo>
                  <a:pt x="184794" y="21838"/>
                  <a:pt x="187774" y="20762"/>
                  <a:pt x="190680" y="20762"/>
                </a:cubicBezTo>
                <a:cubicBezTo>
                  <a:pt x="205031" y="20762"/>
                  <a:pt x="217584" y="46994"/>
                  <a:pt x="232473" y="48634"/>
                </a:cubicBezTo>
                <a:cubicBezTo>
                  <a:pt x="233525" y="48749"/>
                  <a:pt x="234513" y="48803"/>
                  <a:pt x="235446" y="48803"/>
                </a:cubicBezTo>
                <a:cubicBezTo>
                  <a:pt x="246713" y="48803"/>
                  <a:pt x="250150" y="40916"/>
                  <a:pt x="264364" y="38048"/>
                </a:cubicBezTo>
                <a:lnTo>
                  <a:pt x="2643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67"/>
          <p:cNvSpPr/>
          <p:nvPr/>
        </p:nvSpPr>
        <p:spPr>
          <a:xfrm flipH="1">
            <a:off x="-1788061" y="-312190"/>
            <a:ext cx="4906095" cy="1060078"/>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67"/>
          <p:cNvSpPr/>
          <p:nvPr/>
        </p:nvSpPr>
        <p:spPr>
          <a:xfrm rot="4888107" flipH="1">
            <a:off x="1137128" y="4138487"/>
            <a:ext cx="1679785" cy="2039064"/>
          </a:xfrm>
          <a:custGeom>
            <a:avLst/>
            <a:gdLst/>
            <a:ahLst/>
            <a:cxnLst/>
            <a:rect l="l" t="t" r="r" b="b"/>
            <a:pathLst>
              <a:path w="184937" h="139852" extrusionOk="0">
                <a:moveTo>
                  <a:pt x="59024" y="1"/>
                </a:moveTo>
                <a:cubicBezTo>
                  <a:pt x="37702" y="1"/>
                  <a:pt x="17942" y="12858"/>
                  <a:pt x="11925" y="32587"/>
                </a:cubicBezTo>
                <a:cubicBezTo>
                  <a:pt x="1" y="71595"/>
                  <a:pt x="35681" y="113191"/>
                  <a:pt x="79310" y="130384"/>
                </a:cubicBezTo>
                <a:cubicBezTo>
                  <a:pt x="95983" y="136984"/>
                  <a:pt x="112612" y="139851"/>
                  <a:pt x="127490" y="139851"/>
                </a:cubicBezTo>
                <a:cubicBezTo>
                  <a:pt x="160532" y="139851"/>
                  <a:pt x="184937" y="125708"/>
                  <a:pt x="182005" y="106905"/>
                </a:cubicBezTo>
                <a:cubicBezTo>
                  <a:pt x="175997" y="67251"/>
                  <a:pt x="140409" y="105334"/>
                  <a:pt x="114805" y="42848"/>
                </a:cubicBezTo>
                <a:cubicBezTo>
                  <a:pt x="102395" y="12395"/>
                  <a:pt x="79957" y="1"/>
                  <a:pt x="59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67"/>
          <p:cNvSpPr/>
          <p:nvPr/>
        </p:nvSpPr>
        <p:spPr>
          <a:xfrm rot="-9922098" flipH="1">
            <a:off x="-1214868" y="4347472"/>
            <a:ext cx="4858620" cy="984751"/>
          </a:xfrm>
          <a:custGeom>
            <a:avLst/>
            <a:gdLst/>
            <a:ahLst/>
            <a:cxnLst/>
            <a:rect l="l" t="t" r="r" b="b"/>
            <a:pathLst>
              <a:path w="264364" h="48804" extrusionOk="0">
                <a:moveTo>
                  <a:pt x="0" y="1"/>
                </a:moveTo>
                <a:lnTo>
                  <a:pt x="0" y="34052"/>
                </a:lnTo>
                <a:cubicBezTo>
                  <a:pt x="3219" y="35165"/>
                  <a:pt x="6028" y="35625"/>
                  <a:pt x="8547" y="35625"/>
                </a:cubicBezTo>
                <a:cubicBezTo>
                  <a:pt x="20567" y="35625"/>
                  <a:pt x="25980" y="25146"/>
                  <a:pt x="37813" y="25146"/>
                </a:cubicBezTo>
                <a:cubicBezTo>
                  <a:pt x="42388" y="25146"/>
                  <a:pt x="47922" y="26712"/>
                  <a:pt x="55168" y="31055"/>
                </a:cubicBezTo>
                <a:cubicBezTo>
                  <a:pt x="70462" y="40234"/>
                  <a:pt x="80176" y="48502"/>
                  <a:pt x="91777" y="48502"/>
                </a:cubicBezTo>
                <a:cubicBezTo>
                  <a:pt x="98366" y="48502"/>
                  <a:pt x="105563" y="45836"/>
                  <a:pt x="114738" y="39155"/>
                </a:cubicBezTo>
                <a:cubicBezTo>
                  <a:pt x="122916" y="33205"/>
                  <a:pt x="129075" y="31386"/>
                  <a:pt x="134351" y="31386"/>
                </a:cubicBezTo>
                <a:cubicBezTo>
                  <a:pt x="142654" y="31386"/>
                  <a:pt x="148772" y="35892"/>
                  <a:pt x="157136" y="35892"/>
                </a:cubicBezTo>
                <a:cubicBezTo>
                  <a:pt x="163427" y="35892"/>
                  <a:pt x="170988" y="33343"/>
                  <a:pt x="181706" y="24412"/>
                </a:cubicBezTo>
                <a:cubicBezTo>
                  <a:pt x="184794" y="21838"/>
                  <a:pt x="187774" y="20762"/>
                  <a:pt x="190680" y="20762"/>
                </a:cubicBezTo>
                <a:cubicBezTo>
                  <a:pt x="205031" y="20762"/>
                  <a:pt x="217584" y="46994"/>
                  <a:pt x="232473" y="48634"/>
                </a:cubicBezTo>
                <a:cubicBezTo>
                  <a:pt x="233525" y="48749"/>
                  <a:pt x="234513" y="48803"/>
                  <a:pt x="235446" y="48803"/>
                </a:cubicBezTo>
                <a:cubicBezTo>
                  <a:pt x="246713" y="48803"/>
                  <a:pt x="250150" y="40916"/>
                  <a:pt x="264364" y="38048"/>
                </a:cubicBezTo>
                <a:lnTo>
                  <a:pt x="2643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67"/>
          <p:cNvSpPr/>
          <p:nvPr/>
        </p:nvSpPr>
        <p:spPr>
          <a:xfrm rot="-10346708" flipH="1">
            <a:off x="-752392" y="4478612"/>
            <a:ext cx="4905724" cy="1060054"/>
          </a:xfrm>
          <a:custGeom>
            <a:avLst/>
            <a:gdLst/>
            <a:ahLst/>
            <a:cxnLst/>
            <a:rect l="l" t="t" r="r" b="b"/>
            <a:pathLst>
              <a:path w="264337" h="53519" extrusionOk="0">
                <a:moveTo>
                  <a:pt x="0" y="0"/>
                </a:moveTo>
                <a:lnTo>
                  <a:pt x="0" y="15527"/>
                </a:lnTo>
                <a:cubicBezTo>
                  <a:pt x="1926" y="15152"/>
                  <a:pt x="3735" y="14976"/>
                  <a:pt x="5438" y="14976"/>
                </a:cubicBezTo>
                <a:cubicBezTo>
                  <a:pt x="30663" y="14976"/>
                  <a:pt x="32875" y="53519"/>
                  <a:pt x="53900" y="53519"/>
                </a:cubicBezTo>
                <a:cubicBezTo>
                  <a:pt x="54445" y="53519"/>
                  <a:pt x="55002" y="53493"/>
                  <a:pt x="55573" y="53440"/>
                </a:cubicBezTo>
                <a:cubicBezTo>
                  <a:pt x="76094" y="51555"/>
                  <a:pt x="75382" y="25592"/>
                  <a:pt x="95618" y="25592"/>
                </a:cubicBezTo>
                <a:cubicBezTo>
                  <a:pt x="98284" y="25592"/>
                  <a:pt x="101312" y="26042"/>
                  <a:pt x="104800" y="27057"/>
                </a:cubicBezTo>
                <a:cubicBezTo>
                  <a:pt x="116474" y="30462"/>
                  <a:pt x="126065" y="31818"/>
                  <a:pt x="134168" y="31818"/>
                </a:cubicBezTo>
                <a:cubicBezTo>
                  <a:pt x="165913" y="31818"/>
                  <a:pt x="174833" y="11001"/>
                  <a:pt x="196809" y="11001"/>
                </a:cubicBezTo>
                <a:cubicBezTo>
                  <a:pt x="197872" y="11001"/>
                  <a:pt x="198967" y="11050"/>
                  <a:pt x="200095" y="11152"/>
                </a:cubicBezTo>
                <a:cubicBezTo>
                  <a:pt x="229610" y="13799"/>
                  <a:pt x="221509" y="30730"/>
                  <a:pt x="264337" y="35806"/>
                </a:cubicBezTo>
                <a:lnTo>
                  <a:pt x="26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67"/>
          <p:cNvSpPr/>
          <p:nvPr/>
        </p:nvSpPr>
        <p:spPr>
          <a:xfrm rot="5400000">
            <a:off x="1196981" y="84405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67"/>
          <p:cNvSpPr/>
          <p:nvPr/>
        </p:nvSpPr>
        <p:spPr>
          <a:xfrm rot="5400000">
            <a:off x="1196219" y="44671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67"/>
          <p:cNvSpPr/>
          <p:nvPr/>
        </p:nvSpPr>
        <p:spPr>
          <a:xfrm rot="-5400000">
            <a:off x="540156" y="69136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67"/>
          <p:cNvSpPr/>
          <p:nvPr/>
        </p:nvSpPr>
        <p:spPr>
          <a:xfrm rot="5400000">
            <a:off x="540006" y="38324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Background 4">
  <p:cSld name="CUSTOM_53">
    <p:spTree>
      <p:nvGrpSpPr>
        <p:cNvPr id="1" name="Shape 1009"/>
        <p:cNvGrpSpPr/>
        <p:nvPr/>
      </p:nvGrpSpPr>
      <p:grpSpPr>
        <a:xfrm>
          <a:off x="0" y="0"/>
          <a:ext cx="0" cy="0"/>
          <a:chOff x="0" y="0"/>
          <a:chExt cx="0" cy="0"/>
        </a:xfrm>
      </p:grpSpPr>
      <p:sp>
        <p:nvSpPr>
          <p:cNvPr id="1010" name="Google Shape;1010;p68"/>
          <p:cNvSpPr/>
          <p:nvPr/>
        </p:nvSpPr>
        <p:spPr>
          <a:xfrm rot="10800000">
            <a:off x="3937512" y="4410874"/>
            <a:ext cx="3936983" cy="732774"/>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68"/>
          <p:cNvSpPr/>
          <p:nvPr/>
        </p:nvSpPr>
        <p:spPr>
          <a:xfrm flipH="1">
            <a:off x="3939637" y="98"/>
            <a:ext cx="5126677" cy="1295929"/>
          </a:xfrm>
          <a:custGeom>
            <a:avLst/>
            <a:gdLst/>
            <a:ahLst/>
            <a:cxnLst/>
            <a:rect l="l" t="t" r="r" b="b"/>
            <a:pathLst>
              <a:path w="299106" h="92815" extrusionOk="0">
                <a:moveTo>
                  <a:pt x="296744" y="0"/>
                </a:moveTo>
                <a:cubicBezTo>
                  <a:pt x="296744" y="0"/>
                  <a:pt x="299105" y="58876"/>
                  <a:pt x="213742" y="35045"/>
                </a:cubicBezTo>
                <a:cubicBezTo>
                  <a:pt x="149627" y="17191"/>
                  <a:pt x="133321" y="92815"/>
                  <a:pt x="82635" y="92815"/>
                </a:cubicBezTo>
                <a:cubicBezTo>
                  <a:pt x="45376" y="92815"/>
                  <a:pt x="1" y="70755"/>
                  <a:pt x="13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68"/>
          <p:cNvSpPr/>
          <p:nvPr/>
        </p:nvSpPr>
        <p:spPr>
          <a:xfrm rot="10800000" flipH="1">
            <a:off x="4720014" y="4141676"/>
            <a:ext cx="5735030" cy="1001972"/>
          </a:xfrm>
          <a:custGeom>
            <a:avLst/>
            <a:gdLst/>
            <a:ahLst/>
            <a:cxnLst/>
            <a:rect l="l" t="t" r="r" b="b"/>
            <a:pathLst>
              <a:path w="295582" h="107710" extrusionOk="0">
                <a:moveTo>
                  <a:pt x="3890" y="648"/>
                </a:moveTo>
                <a:cubicBezTo>
                  <a:pt x="3890" y="648"/>
                  <a:pt x="1" y="60607"/>
                  <a:pt x="64065" y="49263"/>
                </a:cubicBezTo>
                <a:cubicBezTo>
                  <a:pt x="132883" y="37164"/>
                  <a:pt x="123484" y="107710"/>
                  <a:pt x="183551" y="107710"/>
                </a:cubicBezTo>
                <a:cubicBezTo>
                  <a:pt x="232814" y="107710"/>
                  <a:pt x="209155" y="40513"/>
                  <a:pt x="252368" y="34787"/>
                </a:cubicBezTo>
                <a:cubicBezTo>
                  <a:pt x="295582" y="29061"/>
                  <a:pt x="285751" y="0"/>
                  <a:pt x="2857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68"/>
          <p:cNvSpPr/>
          <p:nvPr/>
        </p:nvSpPr>
        <p:spPr>
          <a:xfrm rot="10800000" flipH="1">
            <a:off x="5013459" y="204"/>
            <a:ext cx="4130832" cy="1472837"/>
          </a:xfrm>
          <a:custGeom>
            <a:avLst/>
            <a:gdLst/>
            <a:ahLst/>
            <a:cxnLst/>
            <a:rect l="l" t="t" r="r" b="b"/>
            <a:pathLst>
              <a:path w="285673" h="154588" extrusionOk="0">
                <a:moveTo>
                  <a:pt x="2715" y="154588"/>
                </a:moveTo>
                <a:cubicBezTo>
                  <a:pt x="2715" y="154588"/>
                  <a:pt x="0" y="113633"/>
                  <a:pt x="45298" y="113633"/>
                </a:cubicBezTo>
                <a:cubicBezTo>
                  <a:pt x="90596" y="113633"/>
                  <a:pt x="125888" y="112160"/>
                  <a:pt x="135972" y="50651"/>
                </a:cubicBezTo>
                <a:cubicBezTo>
                  <a:pt x="144194" y="621"/>
                  <a:pt x="221914" y="1"/>
                  <a:pt x="238978" y="40955"/>
                </a:cubicBezTo>
                <a:cubicBezTo>
                  <a:pt x="255965" y="81987"/>
                  <a:pt x="285673" y="81987"/>
                  <a:pt x="285673" y="81987"/>
                </a:cubicBezTo>
                <a:lnTo>
                  <a:pt x="285673" y="15458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68"/>
          <p:cNvSpPr/>
          <p:nvPr/>
        </p:nvSpPr>
        <p:spPr>
          <a:xfrm rot="10800000">
            <a:off x="5628786" y="490"/>
            <a:ext cx="3515148" cy="1472658"/>
          </a:xfrm>
          <a:custGeom>
            <a:avLst/>
            <a:gdLst/>
            <a:ahLst/>
            <a:cxnLst/>
            <a:rect l="l" t="t" r="r" b="b"/>
            <a:pathLst>
              <a:path w="305002" h="196093" extrusionOk="0">
                <a:moveTo>
                  <a:pt x="0" y="27686"/>
                </a:moveTo>
                <a:cubicBezTo>
                  <a:pt x="0" y="27686"/>
                  <a:pt x="68206" y="0"/>
                  <a:pt x="88558" y="59039"/>
                </a:cubicBezTo>
                <a:cubicBezTo>
                  <a:pt x="108910" y="118077"/>
                  <a:pt x="211769" y="29244"/>
                  <a:pt x="211769" y="120186"/>
                </a:cubicBezTo>
                <a:cubicBezTo>
                  <a:pt x="211769" y="172257"/>
                  <a:pt x="305002" y="135404"/>
                  <a:pt x="280800" y="196092"/>
                </a:cubicBezTo>
                <a:lnTo>
                  <a:pt x="0" y="19609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68"/>
          <p:cNvSpPr/>
          <p:nvPr/>
        </p:nvSpPr>
        <p:spPr>
          <a:xfrm rot="10800000">
            <a:off x="5220582" y="4263470"/>
            <a:ext cx="3937105" cy="880179"/>
          </a:xfrm>
          <a:custGeom>
            <a:avLst/>
            <a:gdLst/>
            <a:ahLst/>
            <a:cxnLst/>
            <a:rect l="l" t="t" r="r" b="b"/>
            <a:pathLst>
              <a:path w="294198" h="130204" extrusionOk="0">
                <a:moveTo>
                  <a:pt x="283570" y="0"/>
                </a:moveTo>
                <a:cubicBezTo>
                  <a:pt x="283570" y="0"/>
                  <a:pt x="294198" y="57826"/>
                  <a:pt x="203889" y="45181"/>
                </a:cubicBezTo>
                <a:cubicBezTo>
                  <a:pt x="141812" y="36461"/>
                  <a:pt x="157999" y="89109"/>
                  <a:pt x="113581" y="109929"/>
                </a:cubicBezTo>
                <a:cubicBezTo>
                  <a:pt x="70252" y="130203"/>
                  <a:pt x="37442" y="67963"/>
                  <a:pt x="0" y="114071"/>
                </a:cubicBezTo>
                <a:lnTo>
                  <a:pt x="0" y="43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68"/>
          <p:cNvSpPr/>
          <p:nvPr/>
        </p:nvSpPr>
        <p:spPr>
          <a:xfrm rot="5400000">
            <a:off x="6527856" y="4483306"/>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68"/>
          <p:cNvSpPr/>
          <p:nvPr/>
        </p:nvSpPr>
        <p:spPr>
          <a:xfrm rot="5400000">
            <a:off x="5530219" y="945244"/>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68"/>
          <p:cNvSpPr/>
          <p:nvPr/>
        </p:nvSpPr>
        <p:spPr>
          <a:xfrm rot="-5400000">
            <a:off x="5871031" y="4330619"/>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68"/>
          <p:cNvSpPr/>
          <p:nvPr/>
        </p:nvSpPr>
        <p:spPr>
          <a:xfrm rot="5400000">
            <a:off x="4874006" y="310481"/>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40000" y="363275"/>
            <a:ext cx="80640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1pPr>
            <a:lvl2pPr lvl="1">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2pPr>
            <a:lvl3pPr lvl="2">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3pPr>
            <a:lvl4pPr lvl="3">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4pPr>
            <a:lvl5pPr lvl="4">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5pPr>
            <a:lvl6pPr lvl="5">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6pPr>
            <a:lvl7pPr lvl="6">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7pPr>
            <a:lvl8pPr lvl="7">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8pPr>
            <a:lvl9pPr lvl="8">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9pPr>
          </a:lstStyle>
          <a:p>
            <a:endParaRPr/>
          </a:p>
        </p:txBody>
      </p:sp>
      <p:sp>
        <p:nvSpPr>
          <p:cNvPr id="7" name="Google Shape;7;p1"/>
          <p:cNvSpPr txBox="1">
            <a:spLocks noGrp="1"/>
          </p:cNvSpPr>
          <p:nvPr>
            <p:ph type="body" idx="1"/>
          </p:nvPr>
        </p:nvSpPr>
        <p:spPr>
          <a:xfrm>
            <a:off x="540000" y="1152475"/>
            <a:ext cx="80640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3.xml"/></Relationships>
</file>

<file path=ppt/slides/_rels/slide22.xml.rels><?xml version="1.0" encoding="UTF-8" standalone="yes"?>
<Relationships xmlns="http://schemas.openxmlformats.org/package/2006/relationships"><Relationship Id="rId3" Type="http://schemas.openxmlformats.org/officeDocument/2006/relationships/hyperlink" Target="https://serupa.id/user-acceptance-test-uat-definisi-jenis-tahapan-dsb/" TargetMode="External"/><Relationship Id="rId2" Type="http://schemas.openxmlformats.org/officeDocument/2006/relationships/notesSlide" Target="../notesSlides/notesSlide22.xml"/><Relationship Id="rId1" Type="http://schemas.openxmlformats.org/officeDocument/2006/relationships/slideLayout" Target="../slideLayouts/slideLayout57.xml"/><Relationship Id="rId5" Type="http://schemas.openxmlformats.org/officeDocument/2006/relationships/hyperlink" Target="https://folarium.co.id/articles/memahami-dan-pentingnya-user-acceptance-testing-uat" TargetMode="External"/><Relationship Id="rId4" Type="http://schemas.openxmlformats.org/officeDocument/2006/relationships/hyperlink" Target="https://idmetafora.com/id/blog/read/2266/Mari-Mengenal-User-Acceptance-Test-UAT-Definisi-Jenis-Tahapan-dan-tujuannya.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grpSp>
        <p:nvGrpSpPr>
          <p:cNvPr id="1024" name="Google Shape;1024;p69"/>
          <p:cNvGrpSpPr/>
          <p:nvPr/>
        </p:nvGrpSpPr>
        <p:grpSpPr>
          <a:xfrm>
            <a:off x="79437" y="75909"/>
            <a:ext cx="424000" cy="433186"/>
            <a:chOff x="-24353875" y="3147725"/>
            <a:chExt cx="289875" cy="296175"/>
          </a:xfrm>
        </p:grpSpPr>
        <p:sp>
          <p:nvSpPr>
            <p:cNvPr id="1025" name="Google Shape;1025;p69"/>
            <p:cNvSpPr/>
            <p:nvPr/>
          </p:nvSpPr>
          <p:spPr>
            <a:xfrm>
              <a:off x="-24238100" y="3271375"/>
              <a:ext cx="52025" cy="51225"/>
            </a:xfrm>
            <a:custGeom>
              <a:avLst/>
              <a:gdLst/>
              <a:ahLst/>
              <a:cxnLst/>
              <a:rect l="l" t="t" r="r" b="b"/>
              <a:pathLst>
                <a:path w="2081" h="2049" extrusionOk="0">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69"/>
            <p:cNvSpPr/>
            <p:nvPr/>
          </p:nvSpPr>
          <p:spPr>
            <a:xfrm>
              <a:off x="-24353875" y="3147725"/>
              <a:ext cx="289875" cy="296175"/>
            </a:xfrm>
            <a:custGeom>
              <a:avLst/>
              <a:gdLst/>
              <a:ahLst/>
              <a:cxnLst/>
              <a:rect l="l" t="t" r="r" b="b"/>
              <a:pathLst>
                <a:path w="11595" h="11847" extrusionOk="0">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7" name="Google Shape;1027;p69"/>
          <p:cNvSpPr txBox="1"/>
          <p:nvPr/>
        </p:nvSpPr>
        <p:spPr>
          <a:xfrm>
            <a:off x="503425" y="0"/>
            <a:ext cx="18579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latin typeface="Open Sans"/>
                <a:ea typeface="Open Sans"/>
                <a:cs typeface="Open Sans"/>
                <a:sym typeface="Open Sans"/>
              </a:rPr>
              <a:t>UAT </a:t>
            </a:r>
            <a:endParaRPr sz="1300">
              <a:solidFill>
                <a:schemeClr val="dk2"/>
              </a:solidFill>
              <a:latin typeface="Open Sans"/>
              <a:ea typeface="Open Sans"/>
              <a:cs typeface="Open Sans"/>
              <a:sym typeface="Open Sans"/>
            </a:endParaRPr>
          </a:p>
          <a:p>
            <a:pPr marL="0" lvl="0" indent="0" algn="l" rtl="0">
              <a:spcBef>
                <a:spcPts val="0"/>
              </a:spcBef>
              <a:spcAft>
                <a:spcPts val="0"/>
              </a:spcAft>
              <a:buNone/>
            </a:pPr>
            <a:r>
              <a:rPr lang="en" sz="1300">
                <a:solidFill>
                  <a:schemeClr val="dk2"/>
                </a:solidFill>
                <a:latin typeface="Open Sans"/>
                <a:ea typeface="Open Sans"/>
                <a:cs typeface="Open Sans"/>
                <a:sym typeface="Open Sans"/>
              </a:rPr>
              <a:t>Team</a:t>
            </a:r>
            <a:endParaRPr sz="1300">
              <a:solidFill>
                <a:schemeClr val="dk2"/>
              </a:solidFill>
              <a:latin typeface="Open Sans"/>
              <a:ea typeface="Open Sans"/>
              <a:cs typeface="Open Sans"/>
              <a:sym typeface="Open Sans"/>
            </a:endParaRPr>
          </a:p>
        </p:txBody>
      </p:sp>
      <p:sp>
        <p:nvSpPr>
          <p:cNvPr id="1028" name="Google Shape;1028;p69"/>
          <p:cNvSpPr/>
          <p:nvPr/>
        </p:nvSpPr>
        <p:spPr>
          <a:xfrm rot="10800000">
            <a:off x="6230780" y="-87708"/>
            <a:ext cx="2996645" cy="1364807"/>
          </a:xfrm>
          <a:custGeom>
            <a:avLst/>
            <a:gdLst/>
            <a:ahLst/>
            <a:cxnLst/>
            <a:rect l="l" t="t" r="r" b="b"/>
            <a:pathLst>
              <a:path w="305002" h="196093" extrusionOk="0">
                <a:moveTo>
                  <a:pt x="0" y="27686"/>
                </a:moveTo>
                <a:cubicBezTo>
                  <a:pt x="0" y="27686"/>
                  <a:pt x="68206" y="0"/>
                  <a:pt x="88558" y="59039"/>
                </a:cubicBezTo>
                <a:cubicBezTo>
                  <a:pt x="108910" y="118077"/>
                  <a:pt x="211769" y="29244"/>
                  <a:pt x="211769" y="120186"/>
                </a:cubicBezTo>
                <a:cubicBezTo>
                  <a:pt x="211769" y="172257"/>
                  <a:pt x="305002" y="135404"/>
                  <a:pt x="280800" y="196092"/>
                </a:cubicBezTo>
                <a:lnTo>
                  <a:pt x="0" y="19609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9" name="Google Shape;1029;p69"/>
          <p:cNvPicPr preferRelativeResize="0"/>
          <p:nvPr/>
        </p:nvPicPr>
        <p:blipFill rotWithShape="1">
          <a:blip r:embed="rId3">
            <a:alphaModFix/>
          </a:blip>
          <a:srcRect t="-10110" b="10109"/>
          <a:stretch/>
        </p:blipFill>
        <p:spPr>
          <a:xfrm>
            <a:off x="7653100" y="0"/>
            <a:ext cx="1490900" cy="393600"/>
          </a:xfrm>
          <a:prstGeom prst="rect">
            <a:avLst/>
          </a:prstGeom>
          <a:noFill/>
          <a:ln>
            <a:noFill/>
          </a:ln>
        </p:spPr>
      </p:pic>
      <p:sp>
        <p:nvSpPr>
          <p:cNvPr id="1030" name="Google Shape;1030;p69"/>
          <p:cNvSpPr txBox="1">
            <a:spLocks noGrp="1"/>
          </p:cNvSpPr>
          <p:nvPr>
            <p:ph type="title" idx="4294967295"/>
          </p:nvPr>
        </p:nvSpPr>
        <p:spPr>
          <a:xfrm>
            <a:off x="684900" y="1331350"/>
            <a:ext cx="7699500" cy="177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5000" dirty="0"/>
              <a:t>UAT</a:t>
            </a:r>
            <a:endParaRPr sz="5000" dirty="0"/>
          </a:p>
          <a:p>
            <a:pPr marL="0" lvl="0" indent="0" algn="ctr" rtl="0">
              <a:spcBef>
                <a:spcPts val="0"/>
              </a:spcBef>
              <a:spcAft>
                <a:spcPts val="0"/>
              </a:spcAft>
              <a:buNone/>
            </a:pPr>
            <a:r>
              <a:rPr lang="en" sz="5000" dirty="0"/>
              <a:t>(User Acceptance Test)</a:t>
            </a:r>
            <a:endParaRPr sz="5000" dirty="0"/>
          </a:p>
        </p:txBody>
      </p:sp>
      <p:sp>
        <p:nvSpPr>
          <p:cNvPr id="1031" name="Google Shape;1031;p69"/>
          <p:cNvSpPr txBox="1">
            <a:spLocks noGrp="1"/>
          </p:cNvSpPr>
          <p:nvPr>
            <p:ph type="subTitle" idx="4294967295"/>
          </p:nvPr>
        </p:nvSpPr>
        <p:spPr>
          <a:xfrm>
            <a:off x="1947000" y="3106750"/>
            <a:ext cx="5250000" cy="491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dirty="0"/>
              <a:t>Zaki - Mu’aadz - Haziq - Tsani - Adam - Rifandy</a:t>
            </a:r>
            <a:endParaRPr dirty="0">
              <a:solidFill>
                <a:schemeClr val="dk2"/>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70"/>
          <p:cNvSpPr txBox="1">
            <a:spLocks noGrp="1"/>
          </p:cNvSpPr>
          <p:nvPr>
            <p:ph type="title"/>
          </p:nvPr>
        </p:nvSpPr>
        <p:spPr>
          <a:xfrm>
            <a:off x="2727000" y="363275"/>
            <a:ext cx="3690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All About of UAT</a:t>
            </a:r>
            <a:endParaRPr/>
          </a:p>
        </p:txBody>
      </p:sp>
      <p:sp>
        <p:nvSpPr>
          <p:cNvPr id="1037" name="Google Shape;1037;p70"/>
          <p:cNvSpPr txBox="1">
            <a:spLocks noGrp="1"/>
          </p:cNvSpPr>
          <p:nvPr>
            <p:ph type="subTitle" idx="3"/>
          </p:nvPr>
        </p:nvSpPr>
        <p:spPr>
          <a:xfrm>
            <a:off x="1439600" y="1862400"/>
            <a:ext cx="1460100" cy="35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700"/>
              <a:t>Definisi UAT</a:t>
            </a:r>
            <a:endParaRPr sz="1700"/>
          </a:p>
        </p:txBody>
      </p:sp>
      <p:sp>
        <p:nvSpPr>
          <p:cNvPr id="1038" name="Google Shape;1038;p70"/>
          <p:cNvSpPr txBox="1">
            <a:spLocks noGrp="1"/>
          </p:cNvSpPr>
          <p:nvPr>
            <p:ph type="subTitle" idx="1"/>
          </p:nvPr>
        </p:nvSpPr>
        <p:spPr>
          <a:xfrm>
            <a:off x="3761825" y="1862388"/>
            <a:ext cx="1620300" cy="35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rgbClr val="1A4568"/>
                </a:solidFill>
              </a:rPr>
              <a:t>Manfaat UAT</a:t>
            </a:r>
            <a:endParaRPr sz="1700"/>
          </a:p>
        </p:txBody>
      </p:sp>
      <p:sp>
        <p:nvSpPr>
          <p:cNvPr id="1039" name="Google Shape;1039;p70"/>
          <p:cNvSpPr txBox="1">
            <a:spLocks noGrp="1"/>
          </p:cNvSpPr>
          <p:nvPr>
            <p:ph type="subTitle" idx="5"/>
          </p:nvPr>
        </p:nvSpPr>
        <p:spPr>
          <a:xfrm>
            <a:off x="3354575" y="3769325"/>
            <a:ext cx="2434800" cy="357000"/>
          </a:xfrm>
          <a:prstGeom prst="rect">
            <a:avLst/>
          </a:prstGeom>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700"/>
              <a:t>Pentingnya</a:t>
            </a:r>
            <a:endParaRPr sz="1700"/>
          </a:p>
        </p:txBody>
      </p:sp>
      <p:sp>
        <p:nvSpPr>
          <p:cNvPr id="1040" name="Google Shape;1040;p70"/>
          <p:cNvSpPr txBox="1">
            <a:spLocks noGrp="1"/>
          </p:cNvSpPr>
          <p:nvPr>
            <p:ph type="subTitle" idx="7"/>
          </p:nvPr>
        </p:nvSpPr>
        <p:spPr>
          <a:xfrm>
            <a:off x="1402400" y="3770850"/>
            <a:ext cx="1534500" cy="35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700"/>
              <a:t>Tipe-Tipe</a:t>
            </a:r>
            <a:endParaRPr sz="1700"/>
          </a:p>
        </p:txBody>
      </p:sp>
      <p:sp>
        <p:nvSpPr>
          <p:cNvPr id="1041" name="Google Shape;1041;p70"/>
          <p:cNvSpPr txBox="1">
            <a:spLocks noGrp="1"/>
          </p:cNvSpPr>
          <p:nvPr>
            <p:ph type="title" idx="9"/>
          </p:nvPr>
        </p:nvSpPr>
        <p:spPr>
          <a:xfrm>
            <a:off x="1649085" y="1171113"/>
            <a:ext cx="10392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01</a:t>
            </a:r>
            <a:endParaRPr sz="4000"/>
          </a:p>
        </p:txBody>
      </p:sp>
      <p:sp>
        <p:nvSpPr>
          <p:cNvPr id="1042" name="Google Shape;1042;p70"/>
          <p:cNvSpPr txBox="1">
            <a:spLocks noGrp="1"/>
          </p:cNvSpPr>
          <p:nvPr>
            <p:ph type="title" idx="13"/>
          </p:nvPr>
        </p:nvSpPr>
        <p:spPr>
          <a:xfrm>
            <a:off x="4052388" y="1169575"/>
            <a:ext cx="10392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02</a:t>
            </a:r>
            <a:endParaRPr sz="4000"/>
          </a:p>
        </p:txBody>
      </p:sp>
      <p:sp>
        <p:nvSpPr>
          <p:cNvPr id="1043" name="Google Shape;1043;p70"/>
          <p:cNvSpPr txBox="1">
            <a:spLocks noGrp="1"/>
          </p:cNvSpPr>
          <p:nvPr>
            <p:ph type="title" idx="14"/>
          </p:nvPr>
        </p:nvSpPr>
        <p:spPr>
          <a:xfrm>
            <a:off x="1650038" y="3071125"/>
            <a:ext cx="10392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04</a:t>
            </a:r>
            <a:endParaRPr sz="4000"/>
          </a:p>
        </p:txBody>
      </p:sp>
      <p:sp>
        <p:nvSpPr>
          <p:cNvPr id="1044" name="Google Shape;1044;p70"/>
          <p:cNvSpPr txBox="1">
            <a:spLocks noGrp="1"/>
          </p:cNvSpPr>
          <p:nvPr>
            <p:ph type="title" idx="15"/>
          </p:nvPr>
        </p:nvSpPr>
        <p:spPr>
          <a:xfrm>
            <a:off x="4052388" y="3069588"/>
            <a:ext cx="10392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05</a:t>
            </a:r>
            <a:endParaRPr sz="4000"/>
          </a:p>
        </p:txBody>
      </p:sp>
      <p:sp>
        <p:nvSpPr>
          <p:cNvPr id="1045" name="Google Shape;1045;p70"/>
          <p:cNvSpPr txBox="1">
            <a:spLocks noGrp="1"/>
          </p:cNvSpPr>
          <p:nvPr>
            <p:ph type="subTitle" idx="1"/>
          </p:nvPr>
        </p:nvSpPr>
        <p:spPr>
          <a:xfrm>
            <a:off x="6248100" y="1861454"/>
            <a:ext cx="1620300" cy="35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700"/>
              <a:t>Tujuan UAT</a:t>
            </a:r>
            <a:endParaRPr sz="1700"/>
          </a:p>
        </p:txBody>
      </p:sp>
      <p:sp>
        <p:nvSpPr>
          <p:cNvPr id="1046" name="Google Shape;1046;p70"/>
          <p:cNvSpPr txBox="1">
            <a:spLocks noGrp="1"/>
          </p:cNvSpPr>
          <p:nvPr>
            <p:ph type="subTitle" idx="5"/>
          </p:nvPr>
        </p:nvSpPr>
        <p:spPr>
          <a:xfrm>
            <a:off x="5840850" y="3768391"/>
            <a:ext cx="2434800" cy="357000"/>
          </a:xfrm>
          <a:prstGeom prst="rect">
            <a:avLst/>
          </a:prstGeom>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700"/>
              <a:t>Tahapan dalam UAT</a:t>
            </a:r>
            <a:endParaRPr sz="1700"/>
          </a:p>
        </p:txBody>
      </p:sp>
      <p:sp>
        <p:nvSpPr>
          <p:cNvPr id="1047" name="Google Shape;1047;p70"/>
          <p:cNvSpPr txBox="1">
            <a:spLocks noGrp="1"/>
          </p:cNvSpPr>
          <p:nvPr>
            <p:ph type="title" idx="13"/>
          </p:nvPr>
        </p:nvSpPr>
        <p:spPr>
          <a:xfrm>
            <a:off x="6538663" y="1168641"/>
            <a:ext cx="10392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dirty="0"/>
              <a:t>03</a:t>
            </a:r>
            <a:endParaRPr sz="4000" dirty="0"/>
          </a:p>
        </p:txBody>
      </p:sp>
      <p:sp>
        <p:nvSpPr>
          <p:cNvPr id="1048" name="Google Shape;1048;p70"/>
          <p:cNvSpPr txBox="1">
            <a:spLocks noGrp="1"/>
          </p:cNvSpPr>
          <p:nvPr>
            <p:ph type="title" idx="15"/>
          </p:nvPr>
        </p:nvSpPr>
        <p:spPr>
          <a:xfrm>
            <a:off x="6538663" y="3068654"/>
            <a:ext cx="1039200" cy="66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06</a:t>
            </a:r>
            <a:endParaRPr sz="40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p71"/>
          <p:cNvSpPr txBox="1">
            <a:spLocks noGrp="1"/>
          </p:cNvSpPr>
          <p:nvPr>
            <p:ph type="title"/>
          </p:nvPr>
        </p:nvSpPr>
        <p:spPr>
          <a:xfrm>
            <a:off x="1912500" y="2160588"/>
            <a:ext cx="5319000" cy="82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1A4568"/>
                </a:solidFill>
              </a:rPr>
              <a:t>Definisi UAT</a:t>
            </a:r>
            <a:endParaRPr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p72"/>
          <p:cNvSpPr txBox="1">
            <a:spLocks noGrp="1"/>
          </p:cNvSpPr>
          <p:nvPr>
            <p:ph type="title"/>
          </p:nvPr>
        </p:nvSpPr>
        <p:spPr>
          <a:xfrm flipH="1">
            <a:off x="1960350" y="875888"/>
            <a:ext cx="5157600" cy="1060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900"/>
              <a:t>Apa itu UAT ?</a:t>
            </a:r>
            <a:endParaRPr sz="3900"/>
          </a:p>
        </p:txBody>
      </p:sp>
      <p:sp>
        <p:nvSpPr>
          <p:cNvPr id="1059" name="Google Shape;1059;p72"/>
          <p:cNvSpPr txBox="1">
            <a:spLocks noGrp="1"/>
          </p:cNvSpPr>
          <p:nvPr>
            <p:ph type="body" idx="1"/>
          </p:nvPr>
        </p:nvSpPr>
        <p:spPr>
          <a:xfrm flipH="1">
            <a:off x="945950" y="1669600"/>
            <a:ext cx="7385400" cy="2169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a:t>User acceptance test (UAT) atau pengujian penerimaan pengguna adalah fase terakhir dari proses pengujian perangkat lunak. Selama UAT, perangkat lunak perangkat lunak diuji untuk memastikan apakah fungsi dan tugasnya sudah sesuai dengan requirement atau kebutuhan pengguna. </a:t>
            </a:r>
            <a:endParaRPr sz="1600"/>
          </a:p>
          <a:p>
            <a:pPr marL="0" lvl="0" indent="0" algn="ctr" rtl="0">
              <a:spcBef>
                <a:spcPts val="0"/>
              </a:spcBef>
              <a:spcAft>
                <a:spcPts val="0"/>
              </a:spcAft>
              <a:buNone/>
            </a:pPr>
            <a:r>
              <a:rPr lang="en" sz="1600"/>
              <a:t>UAT adalah salah satu prosedur proyek perangkat lunak final dan paling penting yang harus dilaksanakan sebelum perangkat lunak yang telah dikembangkan diluncurkan.</a:t>
            </a:r>
            <a:endParaRPr sz="16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73"/>
          <p:cNvSpPr txBox="1">
            <a:spLocks noGrp="1"/>
          </p:cNvSpPr>
          <p:nvPr>
            <p:ph type="title"/>
          </p:nvPr>
        </p:nvSpPr>
        <p:spPr>
          <a:xfrm>
            <a:off x="1912500" y="2160588"/>
            <a:ext cx="5319000" cy="82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Manfaat UAT</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p74"/>
          <p:cNvSpPr txBox="1">
            <a:spLocks noGrp="1"/>
          </p:cNvSpPr>
          <p:nvPr>
            <p:ph type="title"/>
          </p:nvPr>
        </p:nvSpPr>
        <p:spPr>
          <a:xfrm>
            <a:off x="2846475" y="363275"/>
            <a:ext cx="345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Manfaat</a:t>
            </a:r>
            <a:endParaRPr/>
          </a:p>
        </p:txBody>
      </p:sp>
      <p:sp>
        <p:nvSpPr>
          <p:cNvPr id="1070" name="Google Shape;1070;p74"/>
          <p:cNvSpPr txBox="1">
            <a:spLocks noGrp="1"/>
          </p:cNvSpPr>
          <p:nvPr>
            <p:ph type="subTitle" idx="2"/>
          </p:nvPr>
        </p:nvSpPr>
        <p:spPr>
          <a:xfrm>
            <a:off x="1324200" y="1665100"/>
            <a:ext cx="6495600" cy="19800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Meningkatkan kepercayaan klien tentang potensi perangkat lunak untuk memenuhi persyaratan.</a:t>
            </a:r>
            <a:endParaRPr/>
          </a:p>
          <a:p>
            <a:pPr marL="457200" lvl="0" indent="-317500" algn="l" rtl="0">
              <a:spcBef>
                <a:spcPts val="1000"/>
              </a:spcBef>
              <a:spcAft>
                <a:spcPts val="0"/>
              </a:spcAft>
              <a:buSzPts val="1400"/>
              <a:buChar char="●"/>
            </a:pPr>
            <a:r>
              <a:rPr lang="en"/>
              <a:t>Melalui identifikasi cacat, pengujian memastikan bahwa perangkat lunak stabil dan dalam kondisi yang bisa diterapkan.</a:t>
            </a:r>
            <a:endParaRPr/>
          </a:p>
          <a:p>
            <a:pPr marL="457200" lvl="0" indent="-317500" algn="l" rtl="0">
              <a:spcBef>
                <a:spcPts val="1000"/>
              </a:spcBef>
              <a:spcAft>
                <a:spcPts val="0"/>
              </a:spcAft>
              <a:buSzPts val="1400"/>
              <a:buChar char="●"/>
            </a:pPr>
            <a:r>
              <a:rPr lang="en"/>
              <a:t>Kepuasan klien meningkat, karena mereka lebih yakin bahwa sistem sudah memenuhi persyaratan.</a:t>
            </a:r>
            <a:endParaRPr/>
          </a:p>
          <a:p>
            <a:pPr marL="457200" lvl="0" indent="-317500" algn="l" rtl="0">
              <a:spcBef>
                <a:spcPts val="1000"/>
              </a:spcBef>
              <a:spcAft>
                <a:spcPts val="1000"/>
              </a:spcAft>
              <a:buSzPts val="1400"/>
              <a:buChar char="●"/>
            </a:pPr>
            <a:r>
              <a:rPr lang="en"/>
              <a:t>Mendapatkan sistem yang sesuai dengan spesifikasi fungsional sistem.</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p75"/>
          <p:cNvSpPr txBox="1">
            <a:spLocks noGrp="1"/>
          </p:cNvSpPr>
          <p:nvPr>
            <p:ph type="title"/>
          </p:nvPr>
        </p:nvSpPr>
        <p:spPr>
          <a:xfrm>
            <a:off x="1912500" y="2160588"/>
            <a:ext cx="5319000" cy="82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Tujuan UAT</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p76"/>
          <p:cNvSpPr txBox="1">
            <a:spLocks noGrp="1"/>
          </p:cNvSpPr>
          <p:nvPr>
            <p:ph type="title"/>
          </p:nvPr>
        </p:nvSpPr>
        <p:spPr>
          <a:xfrm>
            <a:off x="2846475" y="363275"/>
            <a:ext cx="345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Tujuan UAT</a:t>
            </a:r>
            <a:endParaRPr/>
          </a:p>
        </p:txBody>
      </p:sp>
      <p:sp>
        <p:nvSpPr>
          <p:cNvPr id="1081" name="Google Shape;1081;p76"/>
          <p:cNvSpPr txBox="1">
            <a:spLocks noGrp="1"/>
          </p:cNvSpPr>
          <p:nvPr>
            <p:ph type="subTitle" idx="2"/>
          </p:nvPr>
        </p:nvSpPr>
        <p:spPr>
          <a:xfrm>
            <a:off x="538175" y="1640425"/>
            <a:ext cx="3834000" cy="29937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a:t>Menguji apakah sistem sudah sesuai dengan apa yang ada didalam spesifikasi fungsional sistem.</a:t>
            </a:r>
            <a:endParaRPr/>
          </a:p>
          <a:p>
            <a:pPr marL="457200" lvl="0" indent="-317500" algn="l" rtl="0">
              <a:lnSpc>
                <a:spcPct val="115000"/>
              </a:lnSpc>
              <a:spcBef>
                <a:spcPts val="0"/>
              </a:spcBef>
              <a:spcAft>
                <a:spcPts val="0"/>
              </a:spcAft>
              <a:buSzPts val="1400"/>
              <a:buChar char="●"/>
            </a:pPr>
            <a:r>
              <a:rPr lang="en"/>
              <a:t>Memberikan keyakinan bahwa sistem disampaikan memenuhi persyaratan bisnis baik sponsor dan pengguna.</a:t>
            </a:r>
            <a:endParaRPr/>
          </a:p>
          <a:p>
            <a:pPr marL="457200" lvl="0" indent="-317500" algn="l" rtl="0">
              <a:lnSpc>
                <a:spcPct val="115000"/>
              </a:lnSpc>
              <a:spcBef>
                <a:spcPts val="0"/>
              </a:spcBef>
              <a:spcAft>
                <a:spcPts val="0"/>
              </a:spcAft>
              <a:buSzPts val="1400"/>
              <a:buChar char="●"/>
            </a:pPr>
            <a:r>
              <a:rPr lang="en"/>
              <a:t>Melengkapi sejumlah tambahan yang telah disetujui.</a:t>
            </a:r>
            <a:endParaRPr/>
          </a:p>
          <a:p>
            <a:pPr marL="457200" lvl="0" indent="-317500" algn="l" rtl="0">
              <a:lnSpc>
                <a:spcPct val="115000"/>
              </a:lnSpc>
              <a:spcBef>
                <a:spcPts val="0"/>
              </a:spcBef>
              <a:spcAft>
                <a:spcPts val="0"/>
              </a:spcAft>
              <a:buSzPts val="1400"/>
              <a:buChar char="●"/>
            </a:pPr>
            <a:r>
              <a:rPr lang="en"/>
              <a:t>Tes memverifikasi bahwa perangkat lunak stabil dan berfungsi dengan baik dengan mengisolasi kesalahan.</a:t>
            </a:r>
            <a:endParaRPr/>
          </a:p>
          <a:p>
            <a:pPr marL="457200" lvl="0" indent="-317500" algn="l" rtl="0">
              <a:lnSpc>
                <a:spcPct val="115000"/>
              </a:lnSpc>
              <a:spcBef>
                <a:spcPts val="0"/>
              </a:spcBef>
              <a:spcAft>
                <a:spcPts val="0"/>
              </a:spcAft>
              <a:buSzPts val="1400"/>
              <a:buChar char="●"/>
            </a:pPr>
            <a:r>
              <a:rPr lang="en"/>
              <a:t>Dapatkan sistem yang memenuhi spesifikasi fungsional sistem.</a:t>
            </a:r>
            <a:endParaRPr/>
          </a:p>
        </p:txBody>
      </p:sp>
      <p:sp>
        <p:nvSpPr>
          <p:cNvPr id="1082" name="Google Shape;1082;p76"/>
          <p:cNvSpPr txBox="1">
            <a:spLocks noGrp="1"/>
          </p:cNvSpPr>
          <p:nvPr>
            <p:ph type="subTitle" idx="4"/>
          </p:nvPr>
        </p:nvSpPr>
        <p:spPr>
          <a:xfrm>
            <a:off x="4771825" y="1640425"/>
            <a:ext cx="3834000" cy="29937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a:t>Untuk memverifikasi bahwa sistem sesuai dengan spesifikasi fungsional sistem.</a:t>
            </a:r>
            <a:endParaRPr/>
          </a:p>
          <a:p>
            <a:pPr marL="457200" lvl="0" indent="-317500" algn="l" rtl="0">
              <a:lnSpc>
                <a:spcPct val="115000"/>
              </a:lnSpc>
              <a:spcBef>
                <a:spcPts val="1000"/>
              </a:spcBef>
              <a:spcAft>
                <a:spcPts val="0"/>
              </a:spcAft>
              <a:buSzPts val="1400"/>
              <a:buChar char="●"/>
            </a:pPr>
            <a:r>
              <a:rPr lang="en"/>
              <a:t>Memberikan keyakinan bahwa sistem yang disediakan akan memenuhi kebutuhan bisnis baik sponsor maupun pengguna.</a:t>
            </a:r>
            <a:endParaRPr/>
          </a:p>
          <a:p>
            <a:pPr marL="457200" lvl="0" indent="-317500" algn="l" rtl="0">
              <a:lnSpc>
                <a:spcPct val="115000"/>
              </a:lnSpc>
              <a:spcBef>
                <a:spcPts val="1000"/>
              </a:spcBef>
              <a:spcAft>
                <a:spcPts val="0"/>
              </a:spcAft>
              <a:buSzPts val="1400"/>
              <a:buChar char="●"/>
            </a:pPr>
            <a:r>
              <a:rPr lang="en"/>
              <a:t>UAT Meningkatkan kepercayaan pelanggan terhadap kemampuan perangkat lunak.</a:t>
            </a:r>
            <a:endParaRPr/>
          </a:p>
          <a:p>
            <a:pPr marL="457200" lvl="0" indent="-317500" algn="l" rtl="0">
              <a:lnSpc>
                <a:spcPct val="115000"/>
              </a:lnSpc>
              <a:spcBef>
                <a:spcPts val="1000"/>
              </a:spcBef>
              <a:spcAft>
                <a:spcPts val="0"/>
              </a:spcAft>
              <a:buSzPts val="1400"/>
              <a:buChar char="●"/>
            </a:pPr>
            <a:r>
              <a:rPr lang="en"/>
              <a:t>Untuk memenuhi kebutuhan mereka.</a:t>
            </a:r>
            <a:endParaRPr/>
          </a:p>
          <a:p>
            <a:pPr marL="457200" lvl="0" indent="-317500" algn="l" rtl="0">
              <a:lnSpc>
                <a:spcPct val="115000"/>
              </a:lnSpc>
              <a:spcBef>
                <a:spcPts val="1000"/>
              </a:spcBef>
              <a:spcAft>
                <a:spcPts val="1000"/>
              </a:spcAft>
              <a:buSzPts val="1400"/>
              <a:buChar char="●"/>
            </a:pPr>
            <a:r>
              <a:rPr lang="en"/>
              <a:t>Meningkatkan kepuasan pelanggan dengan  memenuhi persyaratan mereka.</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p77"/>
          <p:cNvSpPr txBox="1">
            <a:spLocks noGrp="1"/>
          </p:cNvSpPr>
          <p:nvPr>
            <p:ph type="title"/>
          </p:nvPr>
        </p:nvSpPr>
        <p:spPr>
          <a:xfrm>
            <a:off x="1912500" y="2160588"/>
            <a:ext cx="5319000" cy="82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Tipe Tipe UAT</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p78"/>
          <p:cNvSpPr txBox="1">
            <a:spLocks noGrp="1"/>
          </p:cNvSpPr>
          <p:nvPr>
            <p:ph type="subTitle" idx="1"/>
          </p:nvPr>
        </p:nvSpPr>
        <p:spPr>
          <a:xfrm>
            <a:off x="683100" y="2256875"/>
            <a:ext cx="7338000" cy="156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2"/>
                </a:solidFill>
              </a:rPr>
              <a:t>Alpha testing merupakan uji coba software yang dilakukan untuk mencari bugs dan permasalahan lain sebelum produk tersebut dirilis ke publik. Pengujian ini dilakukan oleh staf internal dan masih berada di lingkup pengembangan software. </a:t>
            </a:r>
            <a:endParaRPr sz="1700">
              <a:solidFill>
                <a:schemeClr val="dk2"/>
              </a:solidFill>
            </a:endParaRPr>
          </a:p>
        </p:txBody>
      </p:sp>
      <p:sp>
        <p:nvSpPr>
          <p:cNvPr id="1093" name="Google Shape;1093;p78"/>
          <p:cNvSpPr txBox="1">
            <a:spLocks noGrp="1"/>
          </p:cNvSpPr>
          <p:nvPr>
            <p:ph type="title"/>
          </p:nvPr>
        </p:nvSpPr>
        <p:spPr>
          <a:xfrm>
            <a:off x="683100" y="1446050"/>
            <a:ext cx="8064300" cy="82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500"/>
              <a:t>Alpha testing</a:t>
            </a:r>
            <a:endParaRPr sz="3500"/>
          </a:p>
        </p:txBody>
      </p:sp>
      <p:sp>
        <p:nvSpPr>
          <p:cNvPr id="1094" name="Google Shape;1094;p78"/>
          <p:cNvSpPr txBox="1">
            <a:spLocks noGrp="1"/>
          </p:cNvSpPr>
          <p:nvPr>
            <p:ph type="title" idx="2"/>
          </p:nvPr>
        </p:nvSpPr>
        <p:spPr>
          <a:xfrm>
            <a:off x="683100" y="894225"/>
            <a:ext cx="2932800" cy="69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500"/>
              <a:t>01</a:t>
            </a:r>
            <a:endParaRPr sz="35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p79"/>
          <p:cNvSpPr txBox="1">
            <a:spLocks noGrp="1"/>
          </p:cNvSpPr>
          <p:nvPr>
            <p:ph type="subTitle" idx="1"/>
          </p:nvPr>
        </p:nvSpPr>
        <p:spPr>
          <a:xfrm>
            <a:off x="683100" y="2256875"/>
            <a:ext cx="7338000" cy="146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2"/>
                </a:solidFill>
              </a:rPr>
              <a:t>Jika alpha testing hanya dilakukan oleh pihak internal, beta testing dilakukan dengan melibatkan pengguna yang sesungguhnya (real user). Pengembang produk atau aplikasi akan meminta beberapa user untuk menguji produk yang secara fungsi sudah berfungsi.</a:t>
            </a:r>
            <a:endParaRPr sz="1700">
              <a:solidFill>
                <a:schemeClr val="dk2"/>
              </a:solidFill>
            </a:endParaRPr>
          </a:p>
        </p:txBody>
      </p:sp>
      <p:sp>
        <p:nvSpPr>
          <p:cNvPr id="1100" name="Google Shape;1100;p79"/>
          <p:cNvSpPr txBox="1">
            <a:spLocks noGrp="1"/>
          </p:cNvSpPr>
          <p:nvPr>
            <p:ph type="title"/>
          </p:nvPr>
        </p:nvSpPr>
        <p:spPr>
          <a:xfrm>
            <a:off x="683100" y="1446050"/>
            <a:ext cx="8064300" cy="82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500"/>
              <a:t>Beta testing</a:t>
            </a:r>
            <a:endParaRPr sz="3500"/>
          </a:p>
        </p:txBody>
      </p:sp>
      <p:sp>
        <p:nvSpPr>
          <p:cNvPr id="1101" name="Google Shape;1101;p79"/>
          <p:cNvSpPr txBox="1">
            <a:spLocks noGrp="1"/>
          </p:cNvSpPr>
          <p:nvPr>
            <p:ph type="title" idx="2"/>
          </p:nvPr>
        </p:nvSpPr>
        <p:spPr>
          <a:xfrm>
            <a:off x="683100" y="894225"/>
            <a:ext cx="2932800" cy="69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500"/>
              <a:t>02</a:t>
            </a:r>
            <a:endParaRPr sz="35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p80"/>
          <p:cNvSpPr txBox="1">
            <a:spLocks noGrp="1"/>
          </p:cNvSpPr>
          <p:nvPr>
            <p:ph type="subTitle" idx="1"/>
          </p:nvPr>
        </p:nvSpPr>
        <p:spPr>
          <a:xfrm>
            <a:off x="683100" y="2256875"/>
            <a:ext cx="7338000" cy="146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2"/>
                </a:solidFill>
              </a:rPr>
              <a:t>Proses testing yang memastikan bahwa software yang dikembangkan akan diuji dengan kriteria dan spesifikasi tertentu yang sebelumnya telah ditentukan dan disepakati dalam kontrak.</a:t>
            </a:r>
            <a:endParaRPr sz="1700">
              <a:solidFill>
                <a:schemeClr val="dk2"/>
              </a:solidFill>
            </a:endParaRPr>
          </a:p>
        </p:txBody>
      </p:sp>
      <p:sp>
        <p:nvSpPr>
          <p:cNvPr id="1107" name="Google Shape;1107;p80"/>
          <p:cNvSpPr txBox="1">
            <a:spLocks noGrp="1"/>
          </p:cNvSpPr>
          <p:nvPr>
            <p:ph type="title"/>
          </p:nvPr>
        </p:nvSpPr>
        <p:spPr>
          <a:xfrm>
            <a:off x="683100" y="1446050"/>
            <a:ext cx="8064300" cy="82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500"/>
              <a:t>Contract Acceptance testing</a:t>
            </a:r>
            <a:endParaRPr sz="3500"/>
          </a:p>
        </p:txBody>
      </p:sp>
      <p:sp>
        <p:nvSpPr>
          <p:cNvPr id="1108" name="Google Shape;1108;p80"/>
          <p:cNvSpPr txBox="1">
            <a:spLocks noGrp="1"/>
          </p:cNvSpPr>
          <p:nvPr>
            <p:ph type="title" idx="2"/>
          </p:nvPr>
        </p:nvSpPr>
        <p:spPr>
          <a:xfrm>
            <a:off x="683100" y="894225"/>
            <a:ext cx="2932800" cy="69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500"/>
              <a:t>03</a:t>
            </a:r>
            <a:endParaRPr sz="35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p81"/>
          <p:cNvSpPr txBox="1">
            <a:spLocks noGrp="1"/>
          </p:cNvSpPr>
          <p:nvPr>
            <p:ph type="title"/>
          </p:nvPr>
        </p:nvSpPr>
        <p:spPr>
          <a:xfrm>
            <a:off x="683100" y="1446050"/>
            <a:ext cx="8064300" cy="82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500"/>
              <a:t>Regulation Acceptance testing</a:t>
            </a:r>
            <a:endParaRPr sz="3500"/>
          </a:p>
        </p:txBody>
      </p:sp>
      <p:sp>
        <p:nvSpPr>
          <p:cNvPr id="1114" name="Google Shape;1114;p81"/>
          <p:cNvSpPr txBox="1">
            <a:spLocks noGrp="1"/>
          </p:cNvSpPr>
          <p:nvPr>
            <p:ph type="title" idx="2"/>
          </p:nvPr>
        </p:nvSpPr>
        <p:spPr>
          <a:xfrm>
            <a:off x="683100" y="894225"/>
            <a:ext cx="2932800" cy="69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500"/>
              <a:t>04</a:t>
            </a:r>
            <a:endParaRPr sz="3500"/>
          </a:p>
        </p:txBody>
      </p:sp>
      <p:sp>
        <p:nvSpPr>
          <p:cNvPr id="1115" name="Google Shape;1115;p81"/>
          <p:cNvSpPr txBox="1">
            <a:spLocks noGrp="1"/>
          </p:cNvSpPr>
          <p:nvPr>
            <p:ph type="subTitle" idx="1"/>
          </p:nvPr>
        </p:nvSpPr>
        <p:spPr>
          <a:xfrm>
            <a:off x="683100" y="2256875"/>
            <a:ext cx="7338000" cy="146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2"/>
                </a:solidFill>
              </a:rPr>
              <a:t>Melakukan pemeriksaan apakah software telah dibuat sesuai dengan peraturan, sehingga tidak melanggar hukum yang berlaku.</a:t>
            </a:r>
            <a:endParaRPr sz="1700">
              <a:solidFill>
                <a:schemeClr val="dk2"/>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9"/>
        <p:cNvGrpSpPr/>
        <p:nvPr/>
      </p:nvGrpSpPr>
      <p:grpSpPr>
        <a:xfrm>
          <a:off x="0" y="0"/>
          <a:ext cx="0" cy="0"/>
          <a:chOff x="0" y="0"/>
          <a:chExt cx="0" cy="0"/>
        </a:xfrm>
      </p:grpSpPr>
      <p:sp>
        <p:nvSpPr>
          <p:cNvPr id="1120" name="Google Shape;1120;p82"/>
          <p:cNvSpPr txBox="1">
            <a:spLocks noGrp="1"/>
          </p:cNvSpPr>
          <p:nvPr>
            <p:ph type="title"/>
          </p:nvPr>
        </p:nvSpPr>
        <p:spPr>
          <a:xfrm>
            <a:off x="683100" y="1446050"/>
            <a:ext cx="8064300" cy="82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500"/>
              <a:t>Operational Acceptance testing</a:t>
            </a:r>
            <a:endParaRPr sz="3500"/>
          </a:p>
        </p:txBody>
      </p:sp>
      <p:sp>
        <p:nvSpPr>
          <p:cNvPr id="1121" name="Google Shape;1121;p82"/>
          <p:cNvSpPr txBox="1">
            <a:spLocks noGrp="1"/>
          </p:cNvSpPr>
          <p:nvPr>
            <p:ph type="title" idx="2"/>
          </p:nvPr>
        </p:nvSpPr>
        <p:spPr>
          <a:xfrm>
            <a:off x="683100" y="894225"/>
            <a:ext cx="2932800" cy="69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500"/>
              <a:t>05</a:t>
            </a:r>
            <a:endParaRPr sz="3500"/>
          </a:p>
        </p:txBody>
      </p:sp>
      <p:sp>
        <p:nvSpPr>
          <p:cNvPr id="1122" name="Google Shape;1122;p82"/>
          <p:cNvSpPr txBox="1">
            <a:spLocks noGrp="1"/>
          </p:cNvSpPr>
          <p:nvPr>
            <p:ph type="subTitle" idx="1"/>
          </p:nvPr>
        </p:nvSpPr>
        <p:spPr>
          <a:xfrm>
            <a:off x="683100" y="2256875"/>
            <a:ext cx="7338000" cy="146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2"/>
                </a:solidFill>
              </a:rPr>
              <a:t>Pengujian dilakukan untuk memastikan adanya alur kerja bahwa sistem ataupun software dapat digunakan. Hal ini mencakup alur kerja untuk rencana cadangan, pelatihan pengguna, berbagai proses pemeliharaan, dan pemeriksaan atas keamanan.</a:t>
            </a:r>
            <a:endParaRPr sz="1700">
              <a:solidFill>
                <a:schemeClr val="dk2"/>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p83"/>
          <p:cNvSpPr txBox="1">
            <a:spLocks noGrp="1"/>
          </p:cNvSpPr>
          <p:nvPr>
            <p:ph type="title"/>
          </p:nvPr>
        </p:nvSpPr>
        <p:spPr>
          <a:xfrm>
            <a:off x="683100" y="1446050"/>
            <a:ext cx="8064300" cy="822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500"/>
              <a:t>Operational Acceptance testing</a:t>
            </a:r>
            <a:endParaRPr sz="3500"/>
          </a:p>
        </p:txBody>
      </p:sp>
      <p:sp>
        <p:nvSpPr>
          <p:cNvPr id="1128" name="Google Shape;1128;p83"/>
          <p:cNvSpPr txBox="1">
            <a:spLocks noGrp="1"/>
          </p:cNvSpPr>
          <p:nvPr>
            <p:ph type="title" idx="2"/>
          </p:nvPr>
        </p:nvSpPr>
        <p:spPr>
          <a:xfrm>
            <a:off x="683100" y="894225"/>
            <a:ext cx="2932800" cy="69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500"/>
              <a:t>06</a:t>
            </a:r>
            <a:endParaRPr sz="3500"/>
          </a:p>
        </p:txBody>
      </p:sp>
      <p:sp>
        <p:nvSpPr>
          <p:cNvPr id="1129" name="Google Shape;1129;p83"/>
          <p:cNvSpPr txBox="1">
            <a:spLocks noGrp="1"/>
          </p:cNvSpPr>
          <p:nvPr>
            <p:ph type="subTitle" idx="1"/>
          </p:nvPr>
        </p:nvSpPr>
        <p:spPr>
          <a:xfrm>
            <a:off x="683100" y="2256875"/>
            <a:ext cx="7338000" cy="146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2"/>
                </a:solidFill>
              </a:rPr>
              <a:t>Pengujian dilakukan untuk memastikan adanya alur kerja bahwa sistem ataupun software dapat digunakan. Hal ini mencakup alur kerja untuk rencana cadangan, pelatihan pengguna, berbagai proses pemeliharaan, dan pemeriksaan atas keamanan.</a:t>
            </a:r>
            <a:endParaRPr sz="1700">
              <a:solidFill>
                <a:schemeClr val="dk2"/>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p84"/>
          <p:cNvSpPr txBox="1">
            <a:spLocks noGrp="1"/>
          </p:cNvSpPr>
          <p:nvPr>
            <p:ph type="title"/>
          </p:nvPr>
        </p:nvSpPr>
        <p:spPr>
          <a:xfrm>
            <a:off x="986100" y="2160600"/>
            <a:ext cx="6839400" cy="82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Pentingnya</a:t>
            </a:r>
            <a:endParaRPr>
              <a:solidFill>
                <a:schemeClr val="dk1"/>
              </a:solidFill>
            </a:endParaRPr>
          </a:p>
          <a:p>
            <a:pPr marL="0" lvl="0" indent="0" algn="ctr" rtl="0">
              <a:spcBef>
                <a:spcPts val="0"/>
              </a:spcBef>
              <a:spcAft>
                <a:spcPts val="0"/>
              </a:spcAft>
              <a:buNone/>
            </a:pPr>
            <a:r>
              <a:rPr lang="en">
                <a:solidFill>
                  <a:schemeClr val="dk1"/>
                </a:solidFill>
              </a:rPr>
              <a:t> UAT</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8"/>
        <p:cNvGrpSpPr/>
        <p:nvPr/>
      </p:nvGrpSpPr>
      <p:grpSpPr>
        <a:xfrm>
          <a:off x="0" y="0"/>
          <a:ext cx="0" cy="0"/>
          <a:chOff x="0" y="0"/>
          <a:chExt cx="0" cy="0"/>
        </a:xfrm>
      </p:grpSpPr>
      <p:sp>
        <p:nvSpPr>
          <p:cNvPr id="1139" name="Google Shape;1139;p85"/>
          <p:cNvSpPr txBox="1">
            <a:spLocks noGrp="1"/>
          </p:cNvSpPr>
          <p:nvPr>
            <p:ph type="title"/>
          </p:nvPr>
        </p:nvSpPr>
        <p:spPr>
          <a:xfrm>
            <a:off x="540000" y="287075"/>
            <a:ext cx="806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Josefin Sans"/>
                <a:ea typeface="Josefin Sans"/>
                <a:cs typeface="Josefin Sans"/>
                <a:sym typeface="Josefin Sans"/>
              </a:rPr>
              <a:t>Pentingnya UAT</a:t>
            </a:r>
            <a:endParaRPr/>
          </a:p>
        </p:txBody>
      </p:sp>
      <p:sp>
        <p:nvSpPr>
          <p:cNvPr id="1140" name="Google Shape;1140;p85"/>
          <p:cNvSpPr txBox="1">
            <a:spLocks noGrp="1"/>
          </p:cNvSpPr>
          <p:nvPr>
            <p:ph type="subTitle" idx="1"/>
          </p:nvPr>
        </p:nvSpPr>
        <p:spPr>
          <a:xfrm>
            <a:off x="219575" y="1648925"/>
            <a:ext cx="2715300" cy="63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Mempermudah kerja software developer dengan adanya kritik dan saran user</a:t>
            </a:r>
            <a:endParaRPr/>
          </a:p>
        </p:txBody>
      </p:sp>
      <p:sp>
        <p:nvSpPr>
          <p:cNvPr id="1141" name="Google Shape;1141;p85"/>
          <p:cNvSpPr txBox="1">
            <a:spLocks noGrp="1"/>
          </p:cNvSpPr>
          <p:nvPr>
            <p:ph type="subTitle" idx="4"/>
          </p:nvPr>
        </p:nvSpPr>
        <p:spPr>
          <a:xfrm>
            <a:off x="1693275" y="3646050"/>
            <a:ext cx="3037500" cy="63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Mengidentifikasi apakah produk sudah benar-benar siap untuk launching</a:t>
            </a:r>
            <a:endParaRPr/>
          </a:p>
        </p:txBody>
      </p:sp>
      <p:sp>
        <p:nvSpPr>
          <p:cNvPr id="1142" name="Google Shape;1142;p85"/>
          <p:cNvSpPr txBox="1">
            <a:spLocks noGrp="1"/>
          </p:cNvSpPr>
          <p:nvPr>
            <p:ph type="subTitle" idx="6"/>
          </p:nvPr>
        </p:nvSpPr>
        <p:spPr>
          <a:xfrm>
            <a:off x="6341475" y="1634850"/>
            <a:ext cx="2353200" cy="63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Menyesuaikan dengan user dan melibatkan user sebagai pengguna tetap nantinya</a:t>
            </a:r>
            <a:endParaRPr/>
          </a:p>
        </p:txBody>
      </p:sp>
      <p:sp>
        <p:nvSpPr>
          <p:cNvPr id="1143" name="Google Shape;1143;p85"/>
          <p:cNvSpPr txBox="1">
            <a:spLocks noGrp="1"/>
          </p:cNvSpPr>
          <p:nvPr>
            <p:ph type="subTitle" idx="8"/>
          </p:nvPr>
        </p:nvSpPr>
        <p:spPr>
          <a:xfrm>
            <a:off x="4912800" y="3646050"/>
            <a:ext cx="2715300" cy="63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Membantu mengidentifikasi masalah yang mungkin terlewat </a:t>
            </a:r>
            <a:endParaRPr/>
          </a:p>
        </p:txBody>
      </p:sp>
      <p:sp>
        <p:nvSpPr>
          <p:cNvPr id="1144" name="Google Shape;1144;p85"/>
          <p:cNvSpPr txBox="1">
            <a:spLocks noGrp="1"/>
          </p:cNvSpPr>
          <p:nvPr>
            <p:ph type="subTitle" idx="13"/>
          </p:nvPr>
        </p:nvSpPr>
        <p:spPr>
          <a:xfrm>
            <a:off x="3478500" y="1634850"/>
            <a:ext cx="2260200" cy="63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Memastikan produk sesuai persyaratan kerja</a:t>
            </a:r>
            <a:endParaRPr/>
          </a:p>
        </p:txBody>
      </p:sp>
      <p:sp>
        <p:nvSpPr>
          <p:cNvPr id="1145" name="Google Shape;1145;p85"/>
          <p:cNvSpPr/>
          <p:nvPr/>
        </p:nvSpPr>
        <p:spPr>
          <a:xfrm>
            <a:off x="1381325" y="1136313"/>
            <a:ext cx="491700" cy="521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85"/>
          <p:cNvSpPr txBox="1">
            <a:spLocks noGrp="1"/>
          </p:cNvSpPr>
          <p:nvPr>
            <p:ph type="title" idx="3"/>
          </p:nvPr>
        </p:nvSpPr>
        <p:spPr>
          <a:xfrm>
            <a:off x="1348175" y="1113438"/>
            <a:ext cx="558000" cy="30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1</a:t>
            </a:r>
            <a:endParaRPr/>
          </a:p>
        </p:txBody>
      </p:sp>
      <p:sp>
        <p:nvSpPr>
          <p:cNvPr id="1147" name="Google Shape;1147;p85"/>
          <p:cNvSpPr/>
          <p:nvPr/>
        </p:nvSpPr>
        <p:spPr>
          <a:xfrm>
            <a:off x="4269750" y="1136313"/>
            <a:ext cx="491700" cy="521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85"/>
          <p:cNvSpPr txBox="1">
            <a:spLocks noGrp="1"/>
          </p:cNvSpPr>
          <p:nvPr>
            <p:ph type="title" idx="3"/>
          </p:nvPr>
        </p:nvSpPr>
        <p:spPr>
          <a:xfrm>
            <a:off x="4236600" y="1113438"/>
            <a:ext cx="558000" cy="30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2</a:t>
            </a:r>
            <a:endParaRPr/>
          </a:p>
        </p:txBody>
      </p:sp>
      <p:sp>
        <p:nvSpPr>
          <p:cNvPr id="1149" name="Google Shape;1149;p85"/>
          <p:cNvSpPr/>
          <p:nvPr/>
        </p:nvSpPr>
        <p:spPr>
          <a:xfrm>
            <a:off x="7245025" y="1136300"/>
            <a:ext cx="491700" cy="521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85"/>
          <p:cNvSpPr txBox="1">
            <a:spLocks noGrp="1"/>
          </p:cNvSpPr>
          <p:nvPr>
            <p:ph type="title" idx="3"/>
          </p:nvPr>
        </p:nvSpPr>
        <p:spPr>
          <a:xfrm>
            <a:off x="7211875" y="1113438"/>
            <a:ext cx="558000" cy="30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3</a:t>
            </a:r>
            <a:endParaRPr/>
          </a:p>
        </p:txBody>
      </p:sp>
      <p:sp>
        <p:nvSpPr>
          <p:cNvPr id="1151" name="Google Shape;1151;p85"/>
          <p:cNvSpPr/>
          <p:nvPr/>
        </p:nvSpPr>
        <p:spPr>
          <a:xfrm>
            <a:off x="2968025" y="3089600"/>
            <a:ext cx="491700" cy="521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85"/>
          <p:cNvSpPr txBox="1">
            <a:spLocks noGrp="1"/>
          </p:cNvSpPr>
          <p:nvPr>
            <p:ph type="title" idx="3"/>
          </p:nvPr>
        </p:nvSpPr>
        <p:spPr>
          <a:xfrm>
            <a:off x="2934875" y="3066725"/>
            <a:ext cx="558000" cy="30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4</a:t>
            </a:r>
            <a:endParaRPr/>
          </a:p>
        </p:txBody>
      </p:sp>
      <p:sp>
        <p:nvSpPr>
          <p:cNvPr id="1153" name="Google Shape;1153;p85"/>
          <p:cNvSpPr/>
          <p:nvPr/>
        </p:nvSpPr>
        <p:spPr>
          <a:xfrm>
            <a:off x="5986075" y="3101025"/>
            <a:ext cx="491700" cy="521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85"/>
          <p:cNvSpPr txBox="1">
            <a:spLocks noGrp="1"/>
          </p:cNvSpPr>
          <p:nvPr>
            <p:ph type="title" idx="3"/>
          </p:nvPr>
        </p:nvSpPr>
        <p:spPr>
          <a:xfrm>
            <a:off x="5952925" y="3078150"/>
            <a:ext cx="558000" cy="30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5</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159" name="Google Shape;1159;p86"/>
          <p:cNvSpPr txBox="1">
            <a:spLocks noGrp="1"/>
          </p:cNvSpPr>
          <p:nvPr>
            <p:ph type="title"/>
          </p:nvPr>
        </p:nvSpPr>
        <p:spPr>
          <a:xfrm>
            <a:off x="732000" y="2160600"/>
            <a:ext cx="7680000" cy="822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rPr>
              <a:t>Tahapan Melakukan UAT</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p87"/>
          <p:cNvSpPr txBox="1">
            <a:spLocks noGrp="1"/>
          </p:cNvSpPr>
          <p:nvPr>
            <p:ph type="title"/>
          </p:nvPr>
        </p:nvSpPr>
        <p:spPr>
          <a:xfrm>
            <a:off x="2002600" y="439475"/>
            <a:ext cx="5581500" cy="106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Josefin Sans"/>
                <a:ea typeface="Josefin Sans"/>
                <a:cs typeface="Josefin Sans"/>
                <a:sym typeface="Josefin Sans"/>
              </a:rPr>
              <a:t>Tahapan Melakukan UAT </a:t>
            </a:r>
            <a:endParaRPr>
              <a:latin typeface="Josefin Sans"/>
              <a:ea typeface="Josefin Sans"/>
              <a:cs typeface="Josefin Sans"/>
              <a:sym typeface="Josefin Sans"/>
            </a:endParaRPr>
          </a:p>
          <a:p>
            <a:pPr marL="0" lvl="0" indent="0" algn="ctr" rtl="0">
              <a:spcBef>
                <a:spcPts val="0"/>
              </a:spcBef>
              <a:spcAft>
                <a:spcPts val="0"/>
              </a:spcAft>
              <a:buNone/>
            </a:pPr>
            <a:r>
              <a:rPr lang="en">
                <a:latin typeface="Josefin Sans"/>
                <a:ea typeface="Josefin Sans"/>
                <a:cs typeface="Josefin Sans"/>
                <a:sym typeface="Josefin Sans"/>
              </a:rPr>
              <a:t>(User Acceptance Testing)</a:t>
            </a:r>
            <a:endParaRPr>
              <a:latin typeface="Josefin Sans"/>
              <a:ea typeface="Josefin Sans"/>
              <a:cs typeface="Josefin Sans"/>
              <a:sym typeface="Josefin Sans"/>
            </a:endParaRPr>
          </a:p>
        </p:txBody>
      </p:sp>
      <p:sp>
        <p:nvSpPr>
          <p:cNvPr id="1165" name="Google Shape;1165;p87"/>
          <p:cNvSpPr txBox="1">
            <a:spLocks noGrp="1"/>
          </p:cNvSpPr>
          <p:nvPr>
            <p:ph type="title" idx="4294967295"/>
          </p:nvPr>
        </p:nvSpPr>
        <p:spPr>
          <a:xfrm>
            <a:off x="366850" y="1660250"/>
            <a:ext cx="2690700" cy="56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Perencanaan</a:t>
            </a:r>
            <a:endParaRPr/>
          </a:p>
        </p:txBody>
      </p:sp>
      <p:sp>
        <p:nvSpPr>
          <p:cNvPr id="1166" name="Google Shape;1166;p87"/>
          <p:cNvSpPr txBox="1">
            <a:spLocks noGrp="1"/>
          </p:cNvSpPr>
          <p:nvPr>
            <p:ph type="subTitle" idx="4294967295"/>
          </p:nvPr>
        </p:nvSpPr>
        <p:spPr>
          <a:xfrm>
            <a:off x="478550" y="2255700"/>
            <a:ext cx="7695000" cy="715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343A40"/>
                </a:solidFill>
                <a:highlight>
                  <a:srgbClr val="FFFFFF"/>
                </a:highlight>
              </a:rPr>
              <a:t>UAT adalah proses yang sangat penting. Oleh karena itu, perencanaan yang cermat merupakan kunci keberhasilan UAT.</a:t>
            </a:r>
            <a:endParaRPr sz="2400"/>
          </a:p>
        </p:txBody>
      </p:sp>
      <p:sp>
        <p:nvSpPr>
          <p:cNvPr id="1167" name="Google Shape;1167;p87"/>
          <p:cNvSpPr txBox="1">
            <a:spLocks noGrp="1"/>
          </p:cNvSpPr>
          <p:nvPr>
            <p:ph type="title" idx="4294967295"/>
          </p:nvPr>
        </p:nvSpPr>
        <p:spPr>
          <a:xfrm>
            <a:off x="384600" y="3308525"/>
            <a:ext cx="4515000" cy="56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Persyaratan Fungsional</a:t>
            </a:r>
            <a:endParaRPr/>
          </a:p>
        </p:txBody>
      </p:sp>
      <p:sp>
        <p:nvSpPr>
          <p:cNvPr id="1168" name="Google Shape;1168;p87"/>
          <p:cNvSpPr txBox="1">
            <a:spLocks noGrp="1"/>
          </p:cNvSpPr>
          <p:nvPr>
            <p:ph type="subTitle" idx="4294967295"/>
          </p:nvPr>
        </p:nvSpPr>
        <p:spPr>
          <a:xfrm>
            <a:off x="496300" y="3980175"/>
            <a:ext cx="7936800" cy="715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solidFill>
                  <a:srgbClr val="343A40"/>
                </a:solidFill>
                <a:highlight>
                  <a:srgbClr val="FFFFFF"/>
                </a:highlight>
              </a:rPr>
              <a:t>Anda perlu menyiapkan berbagai hal yang ingin Anda uji dan memeriksa kesesuaiannya dengan tujuan bisnis.</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2"/>
        <p:cNvGrpSpPr/>
        <p:nvPr/>
      </p:nvGrpSpPr>
      <p:grpSpPr>
        <a:xfrm>
          <a:off x="0" y="0"/>
          <a:ext cx="0" cy="0"/>
          <a:chOff x="0" y="0"/>
          <a:chExt cx="0" cy="0"/>
        </a:xfrm>
      </p:grpSpPr>
      <p:sp>
        <p:nvSpPr>
          <p:cNvPr id="1173" name="Google Shape;1173;p88"/>
          <p:cNvSpPr txBox="1">
            <a:spLocks noGrp="1"/>
          </p:cNvSpPr>
          <p:nvPr>
            <p:ph type="title" idx="4294967295"/>
          </p:nvPr>
        </p:nvSpPr>
        <p:spPr>
          <a:xfrm>
            <a:off x="576975" y="228600"/>
            <a:ext cx="3620100" cy="56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Strategi Pengujian</a:t>
            </a:r>
            <a:endParaRPr/>
          </a:p>
        </p:txBody>
      </p:sp>
      <p:sp>
        <p:nvSpPr>
          <p:cNvPr id="1174" name="Google Shape;1174;p88"/>
          <p:cNvSpPr txBox="1">
            <a:spLocks noGrp="1"/>
          </p:cNvSpPr>
          <p:nvPr>
            <p:ph type="subTitle" idx="4294967295"/>
          </p:nvPr>
        </p:nvSpPr>
        <p:spPr>
          <a:xfrm>
            <a:off x="688675" y="824050"/>
            <a:ext cx="7695000" cy="715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Anda perlu memutuskan apa yang akan diuji, bagaimana mengujinya, dan siapa yang akan mengujinya.</a:t>
            </a:r>
            <a:endParaRPr/>
          </a:p>
        </p:txBody>
      </p:sp>
      <p:sp>
        <p:nvSpPr>
          <p:cNvPr id="1175" name="Google Shape;1175;p88"/>
          <p:cNvSpPr txBox="1">
            <a:spLocks noGrp="1"/>
          </p:cNvSpPr>
          <p:nvPr>
            <p:ph type="title" idx="4294967295"/>
          </p:nvPr>
        </p:nvSpPr>
        <p:spPr>
          <a:xfrm>
            <a:off x="594725" y="1648275"/>
            <a:ext cx="3760800" cy="56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Skenario Pengujian</a:t>
            </a:r>
            <a:endParaRPr/>
          </a:p>
        </p:txBody>
      </p:sp>
      <p:sp>
        <p:nvSpPr>
          <p:cNvPr id="1176" name="Google Shape;1176;p88"/>
          <p:cNvSpPr txBox="1">
            <a:spLocks noGrp="1"/>
          </p:cNvSpPr>
          <p:nvPr>
            <p:ph type="subTitle" idx="4294967295"/>
          </p:nvPr>
        </p:nvSpPr>
        <p:spPr>
          <a:xfrm>
            <a:off x="630225" y="2319925"/>
            <a:ext cx="8149200" cy="1026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highlight>
                  <a:srgbClr val="FFFFFF"/>
                </a:highlight>
              </a:rPr>
              <a:t>Tujuan dari pengujian ini adalah untuk memastikan bahwa semua sistem berfungsi dengan baik, skenario ini dapat disiapkan oleh pengguna, analisis bisnis, atau pemilik produk.</a:t>
            </a:r>
            <a:endParaRPr/>
          </a:p>
        </p:txBody>
      </p:sp>
      <p:sp>
        <p:nvSpPr>
          <p:cNvPr id="1177" name="Google Shape;1177;p88"/>
          <p:cNvSpPr txBox="1">
            <a:spLocks noGrp="1"/>
          </p:cNvSpPr>
          <p:nvPr>
            <p:ph type="title" idx="4294967295"/>
          </p:nvPr>
        </p:nvSpPr>
        <p:spPr>
          <a:xfrm>
            <a:off x="1102200" y="3521075"/>
            <a:ext cx="5270400" cy="56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Standar Laporan Pengujian</a:t>
            </a:r>
            <a:endParaRPr/>
          </a:p>
        </p:txBody>
      </p:sp>
      <p:sp>
        <p:nvSpPr>
          <p:cNvPr id="1178" name="Google Shape;1178;p88"/>
          <p:cNvSpPr txBox="1">
            <a:spLocks noGrp="1"/>
          </p:cNvSpPr>
          <p:nvPr>
            <p:ph type="subTitle" idx="4294967295"/>
          </p:nvPr>
        </p:nvSpPr>
        <p:spPr>
          <a:xfrm>
            <a:off x="1254775" y="4192725"/>
            <a:ext cx="7211400" cy="7155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Siapkan format laporan dan informasi yang diperlukan.</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82"/>
        <p:cNvGrpSpPr/>
        <p:nvPr/>
      </p:nvGrpSpPr>
      <p:grpSpPr>
        <a:xfrm>
          <a:off x="0" y="0"/>
          <a:ext cx="0" cy="0"/>
          <a:chOff x="0" y="0"/>
          <a:chExt cx="0" cy="0"/>
        </a:xfrm>
      </p:grpSpPr>
      <p:sp>
        <p:nvSpPr>
          <p:cNvPr id="1183" name="Google Shape;1183;p89"/>
          <p:cNvSpPr txBox="1">
            <a:spLocks noGrp="1"/>
          </p:cNvSpPr>
          <p:nvPr>
            <p:ph type="title" idx="4294967295"/>
          </p:nvPr>
        </p:nvSpPr>
        <p:spPr>
          <a:xfrm>
            <a:off x="500775" y="228600"/>
            <a:ext cx="6591000" cy="56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Pilih Pengguna Anda dengan Bijak</a:t>
            </a:r>
            <a:endParaRPr/>
          </a:p>
        </p:txBody>
      </p:sp>
      <p:sp>
        <p:nvSpPr>
          <p:cNvPr id="1184" name="Google Shape;1184;p89"/>
          <p:cNvSpPr txBox="1">
            <a:spLocks noGrp="1"/>
          </p:cNvSpPr>
          <p:nvPr>
            <p:ph type="subTitle" idx="15"/>
          </p:nvPr>
        </p:nvSpPr>
        <p:spPr>
          <a:xfrm>
            <a:off x="536275" y="824050"/>
            <a:ext cx="7431300" cy="95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Merekomendasikan untuk memprioritaskan audiens target yang benar-benar baik, jika Anda sudah memiliki data pengguna dari produk sebelumnya Anda dapat menyertakan pengguna tersebut.</a:t>
            </a:r>
            <a:endParaRPr sz="1800"/>
          </a:p>
        </p:txBody>
      </p:sp>
      <p:sp>
        <p:nvSpPr>
          <p:cNvPr id="1185" name="Google Shape;1185;p89"/>
          <p:cNvSpPr txBox="1">
            <a:spLocks noGrp="1"/>
          </p:cNvSpPr>
          <p:nvPr>
            <p:ph type="title" idx="4294967295"/>
          </p:nvPr>
        </p:nvSpPr>
        <p:spPr>
          <a:xfrm>
            <a:off x="442325" y="1800675"/>
            <a:ext cx="2658600" cy="56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Dokumentasi</a:t>
            </a:r>
            <a:endParaRPr/>
          </a:p>
        </p:txBody>
      </p:sp>
      <p:sp>
        <p:nvSpPr>
          <p:cNvPr id="1186" name="Google Shape;1186;p89"/>
          <p:cNvSpPr txBox="1">
            <a:spLocks noGrp="1"/>
          </p:cNvSpPr>
          <p:nvPr>
            <p:ph type="title" idx="4294967295"/>
          </p:nvPr>
        </p:nvSpPr>
        <p:spPr>
          <a:xfrm>
            <a:off x="445650" y="3444875"/>
            <a:ext cx="7608600" cy="56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Membuat Sistem Komunikasi Sederhana</a:t>
            </a:r>
            <a:endParaRPr/>
          </a:p>
        </p:txBody>
      </p:sp>
      <p:sp>
        <p:nvSpPr>
          <p:cNvPr id="1187" name="Google Shape;1187;p89"/>
          <p:cNvSpPr txBox="1">
            <a:spLocks noGrp="1"/>
          </p:cNvSpPr>
          <p:nvPr>
            <p:ph type="subTitle" idx="15"/>
          </p:nvPr>
        </p:nvSpPr>
        <p:spPr>
          <a:xfrm>
            <a:off x="492775" y="4040325"/>
            <a:ext cx="7800300" cy="71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343A40"/>
                </a:solidFill>
                <a:highlight>
                  <a:srgbClr val="FFFFFF"/>
                </a:highlight>
              </a:rPr>
              <a:t>Beberapa tim UAT dapat bekerja dari jarak jauh. Pada dasarnya, komunikasi antar tim harus efektif. Anda juga dapat menggunakan alat umpan balik khusus selama proyek Anda.</a:t>
            </a:r>
            <a:endParaRPr sz="2000"/>
          </a:p>
        </p:txBody>
      </p:sp>
      <p:sp>
        <p:nvSpPr>
          <p:cNvPr id="1188" name="Google Shape;1188;p89"/>
          <p:cNvSpPr txBox="1">
            <a:spLocks noGrp="1"/>
          </p:cNvSpPr>
          <p:nvPr>
            <p:ph type="subTitle" idx="15"/>
          </p:nvPr>
        </p:nvSpPr>
        <p:spPr>
          <a:xfrm>
            <a:off x="598050" y="2465425"/>
            <a:ext cx="7521900" cy="95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Salah satu cara termudah untuk mendokumentasikan UAT Anda adalah melalui alat pelaporan bug atau alat pelacakan bug sederhana lainnya.</a:t>
            </a:r>
            <a:endParaRPr sz="18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2"/>
        <p:cNvGrpSpPr/>
        <p:nvPr/>
      </p:nvGrpSpPr>
      <p:grpSpPr>
        <a:xfrm>
          <a:off x="0" y="0"/>
          <a:ext cx="0" cy="0"/>
          <a:chOff x="0" y="0"/>
          <a:chExt cx="0" cy="0"/>
        </a:xfrm>
      </p:grpSpPr>
      <p:sp>
        <p:nvSpPr>
          <p:cNvPr id="1193" name="Google Shape;1193;p90"/>
          <p:cNvSpPr txBox="1">
            <a:spLocks noGrp="1"/>
          </p:cNvSpPr>
          <p:nvPr>
            <p:ph type="title"/>
          </p:nvPr>
        </p:nvSpPr>
        <p:spPr>
          <a:xfrm>
            <a:off x="540000" y="363275"/>
            <a:ext cx="806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u="sng"/>
              <a:t>Referensi</a:t>
            </a:r>
            <a:endParaRPr u="sng"/>
          </a:p>
        </p:txBody>
      </p:sp>
      <p:sp>
        <p:nvSpPr>
          <p:cNvPr id="1194" name="Google Shape;1194;p90"/>
          <p:cNvSpPr txBox="1">
            <a:spLocks noGrp="1"/>
          </p:cNvSpPr>
          <p:nvPr>
            <p:ph type="subTitle" idx="4"/>
          </p:nvPr>
        </p:nvSpPr>
        <p:spPr>
          <a:xfrm>
            <a:off x="1346950" y="1477550"/>
            <a:ext cx="6495600" cy="19800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n" sz="1200" u="sng">
                <a:solidFill>
                  <a:schemeClr val="hlink"/>
                </a:solidFill>
                <a:hlinkClick r:id="rId3"/>
              </a:rPr>
              <a:t>https://serupa.id/user-acceptance-test-uat-definisi-jenis-tahapan-dsb/</a:t>
            </a:r>
            <a:r>
              <a:rPr lang="en" sz="1200"/>
              <a:t> </a:t>
            </a:r>
            <a:endParaRPr sz="1200"/>
          </a:p>
          <a:p>
            <a:pPr marL="457200" lvl="0" indent="-304800" algn="l" rtl="0">
              <a:spcBef>
                <a:spcPts val="1000"/>
              </a:spcBef>
              <a:spcAft>
                <a:spcPts val="0"/>
              </a:spcAft>
              <a:buSzPts val="1200"/>
              <a:buChar char="●"/>
            </a:pPr>
            <a:r>
              <a:rPr lang="en" sz="1200" u="sng">
                <a:solidFill>
                  <a:schemeClr val="hlink"/>
                </a:solidFill>
                <a:hlinkClick r:id="rId4"/>
              </a:rPr>
              <a:t>https://idmetafora.com/id/blog/read/2266/Mari-Mengenal-User-Acceptance-Test-UAT-Definisi-Jenis-Tahapan-dan-tujuannya.html</a:t>
            </a:r>
            <a:endParaRPr sz="1200"/>
          </a:p>
          <a:p>
            <a:pPr marL="457200" lvl="0" indent="-304800" algn="l" rtl="0">
              <a:spcBef>
                <a:spcPts val="1000"/>
              </a:spcBef>
              <a:spcAft>
                <a:spcPts val="0"/>
              </a:spcAft>
              <a:buSzPts val="1200"/>
              <a:buChar char="●"/>
            </a:pPr>
            <a:r>
              <a:rPr lang="en" sz="1200" u="sng">
                <a:solidFill>
                  <a:schemeClr val="hlink"/>
                </a:solidFill>
                <a:hlinkClick r:id="rId5"/>
              </a:rPr>
              <a:t>https://folarium.co.id/articles/memahami-dan-pentingnya-user-acceptance-testing-uat</a:t>
            </a:r>
            <a:endParaRPr sz="1200"/>
          </a:p>
          <a:p>
            <a:pPr marL="0" lvl="0" indent="0" algn="l" rtl="0">
              <a:spcBef>
                <a:spcPts val="1000"/>
              </a:spcBef>
              <a:spcAft>
                <a:spcPts val="0"/>
              </a:spcAft>
              <a:buNone/>
            </a:pPr>
            <a:endParaRPr sz="1200"/>
          </a:p>
          <a:p>
            <a:pPr marL="457200" lvl="0" indent="0" algn="l" rtl="0">
              <a:spcBef>
                <a:spcPts val="1000"/>
              </a:spcBef>
              <a:spcAft>
                <a:spcPts val="1000"/>
              </a:spcAft>
              <a:buNone/>
            </a:pPr>
            <a:endParaRPr sz="12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91"/>
          <p:cNvSpPr txBox="1">
            <a:spLocks noGrp="1"/>
          </p:cNvSpPr>
          <p:nvPr>
            <p:ph type="title"/>
          </p:nvPr>
        </p:nvSpPr>
        <p:spPr>
          <a:xfrm>
            <a:off x="1388100" y="1093100"/>
            <a:ext cx="6367800" cy="2839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Thank You</a:t>
            </a:r>
            <a:endParaRPr sz="4000"/>
          </a:p>
        </p:txBody>
      </p:sp>
      <p:grpSp>
        <p:nvGrpSpPr>
          <p:cNvPr id="1200" name="Google Shape;1200;p91"/>
          <p:cNvGrpSpPr/>
          <p:nvPr/>
        </p:nvGrpSpPr>
        <p:grpSpPr>
          <a:xfrm>
            <a:off x="3830512" y="4594209"/>
            <a:ext cx="424000" cy="433186"/>
            <a:chOff x="-24353875" y="3147725"/>
            <a:chExt cx="289875" cy="296175"/>
          </a:xfrm>
        </p:grpSpPr>
        <p:sp>
          <p:nvSpPr>
            <p:cNvPr id="1201" name="Google Shape;1201;p91"/>
            <p:cNvSpPr/>
            <p:nvPr/>
          </p:nvSpPr>
          <p:spPr>
            <a:xfrm>
              <a:off x="-24238100" y="3271375"/>
              <a:ext cx="52025" cy="51225"/>
            </a:xfrm>
            <a:custGeom>
              <a:avLst/>
              <a:gdLst/>
              <a:ahLst/>
              <a:cxnLst/>
              <a:rect l="l" t="t" r="r" b="b"/>
              <a:pathLst>
                <a:path w="2081" h="2049" extrusionOk="0">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91"/>
            <p:cNvSpPr/>
            <p:nvPr/>
          </p:nvSpPr>
          <p:spPr>
            <a:xfrm>
              <a:off x="-24353875" y="3147725"/>
              <a:ext cx="289875" cy="296175"/>
            </a:xfrm>
            <a:custGeom>
              <a:avLst/>
              <a:gdLst/>
              <a:ahLst/>
              <a:cxnLst/>
              <a:rect l="l" t="t" r="r" b="b"/>
              <a:pathLst>
                <a:path w="11595" h="11847" extrusionOk="0">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3" name="Google Shape;1203;p91"/>
          <p:cNvSpPr txBox="1"/>
          <p:nvPr/>
        </p:nvSpPr>
        <p:spPr>
          <a:xfrm>
            <a:off x="4254500" y="4518300"/>
            <a:ext cx="18579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latin typeface="Open Sans"/>
                <a:ea typeface="Open Sans"/>
                <a:cs typeface="Open Sans"/>
                <a:sym typeface="Open Sans"/>
              </a:rPr>
              <a:t>UAT </a:t>
            </a:r>
            <a:endParaRPr sz="1300">
              <a:solidFill>
                <a:schemeClr val="dk2"/>
              </a:solidFill>
              <a:latin typeface="Open Sans"/>
              <a:ea typeface="Open Sans"/>
              <a:cs typeface="Open Sans"/>
              <a:sym typeface="Open Sans"/>
            </a:endParaRPr>
          </a:p>
          <a:p>
            <a:pPr marL="0" lvl="0" indent="0" algn="l" rtl="0">
              <a:spcBef>
                <a:spcPts val="0"/>
              </a:spcBef>
              <a:spcAft>
                <a:spcPts val="0"/>
              </a:spcAft>
              <a:buNone/>
            </a:pPr>
            <a:r>
              <a:rPr lang="en" sz="1300">
                <a:solidFill>
                  <a:schemeClr val="dk2"/>
                </a:solidFill>
                <a:latin typeface="Open Sans"/>
                <a:ea typeface="Open Sans"/>
                <a:cs typeface="Open Sans"/>
                <a:sym typeface="Open Sans"/>
              </a:rPr>
              <a:t>Team</a:t>
            </a:r>
            <a:endParaRPr sz="1300">
              <a:solidFill>
                <a:schemeClr val="dk2"/>
              </a:solidFill>
              <a:latin typeface="Open Sans"/>
              <a:ea typeface="Open Sans"/>
              <a:cs typeface="Open Sans"/>
              <a:sym typeface="Open Sans"/>
            </a:endParaRPr>
          </a:p>
        </p:txBody>
      </p:sp>
      <p:pic>
        <p:nvPicPr>
          <p:cNvPr id="1204" name="Google Shape;1204;p91"/>
          <p:cNvPicPr preferRelativeResize="0"/>
          <p:nvPr/>
        </p:nvPicPr>
        <p:blipFill>
          <a:blip r:embed="rId3">
            <a:alphaModFix/>
          </a:blip>
          <a:stretch>
            <a:fillRect/>
          </a:stretch>
        </p:blipFill>
        <p:spPr>
          <a:xfrm>
            <a:off x="3942225" y="305675"/>
            <a:ext cx="1394000" cy="3680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theme/theme1.xml><?xml version="1.0" encoding="utf-8"?>
<a:theme xmlns:a="http://schemas.openxmlformats.org/drawingml/2006/main" name="Aquatic and Physical Therapy Center XL by Slidesgo">
  <a:themeElements>
    <a:clrScheme name="Simple Light">
      <a:dk1>
        <a:srgbClr val="1A4568"/>
      </a:dk1>
      <a:lt1>
        <a:srgbClr val="FFFFFF"/>
      </a:lt1>
      <a:dk2>
        <a:srgbClr val="285E89"/>
      </a:dk2>
      <a:lt2>
        <a:srgbClr val="80C9DD"/>
      </a:lt2>
      <a:accent1>
        <a:srgbClr val="285E89"/>
      </a:accent1>
      <a:accent2>
        <a:srgbClr val="9DCEDF"/>
      </a:accent2>
      <a:accent3>
        <a:srgbClr val="EFEFEF"/>
      </a:accent3>
      <a:accent4>
        <a:srgbClr val="66A5BB"/>
      </a:accent4>
      <a:accent5>
        <a:srgbClr val="EFEFEF"/>
      </a:accent5>
      <a:accent6>
        <a:srgbClr val="1A4568"/>
      </a:accent6>
      <a:hlink>
        <a:srgbClr val="285E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763</Words>
  <Application>Microsoft Office PowerPoint</Application>
  <PresentationFormat>On-screen Show (16:9)</PresentationFormat>
  <Paragraphs>98</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Fira Sans Condensed</vt:lpstr>
      <vt:lpstr>Anaheim</vt:lpstr>
      <vt:lpstr>Josefin Sans</vt:lpstr>
      <vt:lpstr>Open Sans SemiBold</vt:lpstr>
      <vt:lpstr>Arial</vt:lpstr>
      <vt:lpstr>Roboto Condensed Light</vt:lpstr>
      <vt:lpstr>Open Sans</vt:lpstr>
      <vt:lpstr>Aquatic and Physical Therapy Center XL by Slidesgo</vt:lpstr>
      <vt:lpstr>UAT (User Acceptance Test)</vt:lpstr>
      <vt:lpstr>All About of UAT</vt:lpstr>
      <vt:lpstr>Definisi UAT</vt:lpstr>
      <vt:lpstr>Apa itu UAT ?</vt:lpstr>
      <vt:lpstr>Manfaat UAT</vt:lpstr>
      <vt:lpstr>Manfaat</vt:lpstr>
      <vt:lpstr>Tujuan UAT</vt:lpstr>
      <vt:lpstr>Tujuan UAT</vt:lpstr>
      <vt:lpstr>Tipe Tipe UAT</vt:lpstr>
      <vt:lpstr>Alpha testing</vt:lpstr>
      <vt:lpstr>Beta testing</vt:lpstr>
      <vt:lpstr>Contract Acceptance testing</vt:lpstr>
      <vt:lpstr>Regulation Acceptance testing</vt:lpstr>
      <vt:lpstr>Operational Acceptance testing</vt:lpstr>
      <vt:lpstr>Operational Acceptance testing</vt:lpstr>
      <vt:lpstr>Pentingnya  UAT</vt:lpstr>
      <vt:lpstr>Pentingnya UAT</vt:lpstr>
      <vt:lpstr>Tahapan Melakukan UAT</vt:lpstr>
      <vt:lpstr>Tahapan Melakukan UAT  (User Acceptance Testing)</vt:lpstr>
      <vt:lpstr>Strategi Pengujian</vt:lpstr>
      <vt:lpstr>Pilih Pengguna Anda dengan Bijak</vt:lpstr>
      <vt:lpstr>Referensi</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UAT (User Acceptance Test)</dc:title>
  <dc:creator>DM-22</dc:creator>
  <cp:lastModifiedBy>DM-09</cp:lastModifiedBy>
  <cp:revision>4</cp:revision>
  <dcterms:modified xsi:type="dcterms:W3CDTF">2023-01-23T03:56:32Z</dcterms:modified>
</cp:coreProperties>
</file>