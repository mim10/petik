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2" r:id="rId1"/>
  </p:sldMasterIdLst>
  <p:notesMasterIdLst>
    <p:notesMasterId r:id="rId15"/>
  </p:notesMasterIdLst>
  <p:sldIdLst>
    <p:sldId id="256" r:id="rId2"/>
    <p:sldId id="258" r:id="rId3"/>
    <p:sldId id="261" r:id="rId4"/>
    <p:sldId id="260" r:id="rId5"/>
    <p:sldId id="268" r:id="rId6"/>
    <p:sldId id="263" r:id="rId7"/>
    <p:sldId id="293" r:id="rId8"/>
    <p:sldId id="296" r:id="rId9"/>
    <p:sldId id="273" r:id="rId10"/>
    <p:sldId id="295" r:id="rId11"/>
    <p:sldId id="259" r:id="rId12"/>
    <p:sldId id="264" r:id="rId13"/>
    <p:sldId id="287" r:id="rId14"/>
  </p:sldIdLst>
  <p:sldSz cx="9144000" cy="5143500" type="screen16x9"/>
  <p:notesSz cx="6858000" cy="9144000"/>
  <p:embeddedFontLst>
    <p:embeddedFont>
      <p:font typeface="Baskervville" panose="020B0604020202020204" charset="0"/>
      <p:regular r:id="rId16"/>
      <p:italic r:id="rId17"/>
    </p:embeddedFont>
    <p:embeddedFont>
      <p:font typeface="Bebas Neue" panose="020B0606020202050201" pitchFamily="34" charset="0"/>
      <p:regular r:id="rId18"/>
    </p:embeddedFont>
    <p:embeddedFont>
      <p:font typeface="DM Sans" pitchFamily="2" charset="0"/>
      <p:regular r:id="rId19"/>
      <p:bold r:id="rId20"/>
      <p:italic r:id="rId21"/>
      <p:boldItalic r:id="rId22"/>
    </p:embeddedFont>
    <p:embeddedFont>
      <p:font typeface="Nunito" pitchFamily="2" charset="0"/>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9AA0A6"/>
          </p15:clr>
        </p15:guide>
        <p15:guide id="2" pos="2880">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F6F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A73420B-F916-45C2-B847-9C6BEA260078}">
  <a:tblStyle styleId="{7A73420B-F916-45C2-B847-9C6BEA260078}"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596" autoAdjust="0"/>
    <p:restoredTop sz="94660"/>
  </p:normalViewPr>
  <p:slideViewPr>
    <p:cSldViewPr snapToGrid="0">
      <p:cViewPr varScale="1">
        <p:scale>
          <a:sx n="73" d="100"/>
          <a:sy n="73" d="100"/>
        </p:scale>
        <p:origin x="102"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7"/>
        <p:cNvGrpSpPr/>
        <p:nvPr/>
      </p:nvGrpSpPr>
      <p:grpSpPr>
        <a:xfrm>
          <a:off x="0" y="0"/>
          <a:ext cx="0" cy="0"/>
          <a:chOff x="0" y="0"/>
          <a:chExt cx="0" cy="0"/>
        </a:xfrm>
      </p:grpSpPr>
      <p:sp>
        <p:nvSpPr>
          <p:cNvPr id="468" name="Google Shape;468;g1b3a5f971ef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9" name="Google Shape;469;g1b3a5f971ef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1b3a5f971ef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1b3a5f971ef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g1b785ccc970_0_5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5" name="Google Shape;505;g1b785ccc970_0_5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7"/>
        <p:cNvGrpSpPr/>
        <p:nvPr/>
      </p:nvGrpSpPr>
      <p:grpSpPr>
        <a:xfrm>
          <a:off x="0" y="0"/>
          <a:ext cx="0" cy="0"/>
          <a:chOff x="0" y="0"/>
          <a:chExt cx="0" cy="0"/>
        </a:xfrm>
      </p:grpSpPr>
      <p:sp>
        <p:nvSpPr>
          <p:cNvPr id="668" name="Google Shape;668;g1b785ccc970_0_5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9" name="Google Shape;669;g1b785ccc970_0_5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1b785ccc970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1b785ccc970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1b785ccc970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1b785ccc970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14886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1b785ccc970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1b785ccc970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526789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0"/>
        <p:cNvGrpSpPr/>
        <p:nvPr/>
      </p:nvGrpSpPr>
      <p:grpSpPr>
        <a:xfrm>
          <a:off x="0" y="0"/>
          <a:ext cx="0" cy="0"/>
          <a:chOff x="0" y="0"/>
          <a:chExt cx="0" cy="0"/>
        </a:xfrm>
      </p:grpSpPr>
      <p:sp>
        <p:nvSpPr>
          <p:cNvPr id="751" name="Google Shape;751;g1b785ccc970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2" name="Google Shape;752;g1b785ccc970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0"/>
        <p:cNvGrpSpPr/>
        <p:nvPr/>
      </p:nvGrpSpPr>
      <p:grpSpPr>
        <a:xfrm>
          <a:off x="0" y="0"/>
          <a:ext cx="0" cy="0"/>
          <a:chOff x="0" y="0"/>
          <a:chExt cx="0" cy="0"/>
        </a:xfrm>
      </p:grpSpPr>
      <p:sp>
        <p:nvSpPr>
          <p:cNvPr id="1091" name="Google Shape;1091;g1b785ccc970_0_5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2" name="Google Shape;1092;g1b785ccc970_0_5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687643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1b785ccc970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1b785ccc970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7"/>
        <p:cNvGrpSpPr/>
        <p:nvPr/>
      </p:nvGrpSpPr>
      <p:grpSpPr>
        <a:xfrm>
          <a:off x="0" y="0"/>
          <a:ext cx="0" cy="0"/>
          <a:chOff x="0" y="0"/>
          <a:chExt cx="0" cy="0"/>
        </a:xfrm>
      </p:grpSpPr>
      <p:sp>
        <p:nvSpPr>
          <p:cNvPr id="558" name="Google Shape;558;g1b3a5f971ef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9" name="Google Shape;559;g1b3a5f971ef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0"/>
        <p:cNvGrpSpPr/>
        <p:nvPr/>
      </p:nvGrpSpPr>
      <p:grpSpPr>
        <a:xfrm>
          <a:off x="0" y="0"/>
          <a:ext cx="0" cy="0"/>
          <a:chOff x="0" y="0"/>
          <a:chExt cx="0" cy="0"/>
        </a:xfrm>
      </p:grpSpPr>
      <p:sp>
        <p:nvSpPr>
          <p:cNvPr id="1171" name="Google Shape;1171;g1b785ccc970_0_2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2" name="Google Shape;1172;g1b785ccc970_0_2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l="69" r="69"/>
          <a:stretch/>
        </p:blipFill>
        <p:spPr>
          <a:xfrm>
            <a:off x="0" y="0"/>
            <a:ext cx="9143998" cy="5149050"/>
          </a:xfrm>
          <a:prstGeom prst="rect">
            <a:avLst/>
          </a:prstGeom>
          <a:noFill/>
          <a:ln>
            <a:noFill/>
          </a:ln>
        </p:spPr>
      </p:pic>
      <p:sp>
        <p:nvSpPr>
          <p:cNvPr id="10" name="Google Shape;10;p2"/>
          <p:cNvSpPr txBox="1">
            <a:spLocks noGrp="1"/>
          </p:cNvSpPr>
          <p:nvPr>
            <p:ph type="ctrTitle"/>
          </p:nvPr>
        </p:nvSpPr>
        <p:spPr>
          <a:xfrm>
            <a:off x="3358600" y="1268375"/>
            <a:ext cx="5027700" cy="2180400"/>
          </a:xfrm>
          <a:prstGeom prst="rect">
            <a:avLst/>
          </a:prstGeom>
        </p:spPr>
        <p:txBody>
          <a:bodyPr spcFirstLastPara="1" wrap="square" lIns="91425" tIns="91425" rIns="91425" bIns="91425" anchor="b" anchorCtr="0">
            <a:noAutofit/>
          </a:bodyPr>
          <a:lstStyle>
            <a:lvl1pPr lvl="0" algn="r">
              <a:lnSpc>
                <a:spcPct val="90000"/>
              </a:lnSpc>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401200" y="3871325"/>
            <a:ext cx="5027700" cy="409500"/>
          </a:xfrm>
          <a:prstGeom prst="rect">
            <a:avLst/>
          </a:prstGeom>
        </p:spPr>
        <p:txBody>
          <a:bodyPr spcFirstLastPara="1" wrap="square" lIns="91425" tIns="91425" rIns="91425" bIns="91425" anchor="t" anchorCtr="0">
            <a:noAutofit/>
          </a:bodyPr>
          <a:lstStyle>
            <a:lvl1pPr lvl="0" algn="r">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pic>
        <p:nvPicPr>
          <p:cNvPr id="13" name="Google Shape;13;p3"/>
          <p:cNvPicPr preferRelativeResize="0"/>
          <p:nvPr/>
        </p:nvPicPr>
        <p:blipFill rotWithShape="1">
          <a:blip r:embed="rId2">
            <a:alphaModFix/>
          </a:blip>
          <a:srcRect l="59" r="69"/>
          <a:stretch/>
        </p:blipFill>
        <p:spPr>
          <a:xfrm>
            <a:off x="0" y="-2286"/>
            <a:ext cx="9143998" cy="5148071"/>
          </a:xfrm>
          <a:prstGeom prst="rect">
            <a:avLst/>
          </a:prstGeom>
          <a:noFill/>
          <a:ln>
            <a:noFill/>
          </a:ln>
        </p:spPr>
      </p:pic>
      <p:sp>
        <p:nvSpPr>
          <p:cNvPr id="14" name="Google Shape;14;p3"/>
          <p:cNvSpPr txBox="1">
            <a:spLocks noGrp="1"/>
          </p:cNvSpPr>
          <p:nvPr>
            <p:ph type="title"/>
          </p:nvPr>
        </p:nvSpPr>
        <p:spPr>
          <a:xfrm>
            <a:off x="715100" y="2179625"/>
            <a:ext cx="4782000" cy="8418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715100" y="1064850"/>
            <a:ext cx="3150900" cy="841800"/>
          </a:xfrm>
          <a:prstGeom prst="rect">
            <a:avLst/>
          </a:prstGeom>
        </p:spPr>
        <p:txBody>
          <a:bodyPr spcFirstLastPara="1" wrap="square" lIns="91425" tIns="91425" rIns="91425" bIns="91425" anchor="ctr" anchorCtr="0">
            <a:noAutofit/>
          </a:bodyPr>
          <a:lstStyle>
            <a:lvl1pPr lvl="0" rtl="0">
              <a:spcBef>
                <a:spcPts val="0"/>
              </a:spcBef>
              <a:spcAft>
                <a:spcPts val="0"/>
              </a:spcAft>
              <a:buSzPts val="6000"/>
              <a:buNone/>
              <a:defRPr sz="6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6" name="Google Shape;16;p3"/>
          <p:cNvSpPr txBox="1">
            <a:spLocks noGrp="1"/>
          </p:cNvSpPr>
          <p:nvPr>
            <p:ph type="subTitle" idx="1"/>
          </p:nvPr>
        </p:nvSpPr>
        <p:spPr>
          <a:xfrm>
            <a:off x="715100" y="3347200"/>
            <a:ext cx="4710300" cy="513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6"/>
        <p:cNvGrpSpPr/>
        <p:nvPr/>
      </p:nvGrpSpPr>
      <p:grpSpPr>
        <a:xfrm>
          <a:off x="0" y="0"/>
          <a:ext cx="0" cy="0"/>
          <a:chOff x="0" y="0"/>
          <a:chExt cx="0" cy="0"/>
        </a:xfrm>
      </p:grpSpPr>
      <p:pic>
        <p:nvPicPr>
          <p:cNvPr id="27" name="Google Shape;27;p5"/>
          <p:cNvPicPr preferRelativeResize="0"/>
          <p:nvPr/>
        </p:nvPicPr>
        <p:blipFill rotWithShape="1">
          <a:blip r:embed="rId2">
            <a:alphaModFix/>
          </a:blip>
          <a:srcRect l="29" r="29"/>
          <a:stretch/>
        </p:blipFill>
        <p:spPr>
          <a:xfrm>
            <a:off x="0" y="-2286"/>
            <a:ext cx="9144000" cy="5148071"/>
          </a:xfrm>
          <a:prstGeom prst="rect">
            <a:avLst/>
          </a:prstGeom>
          <a:noFill/>
          <a:ln>
            <a:noFill/>
          </a:ln>
        </p:spPr>
      </p:pic>
      <p:sp>
        <p:nvSpPr>
          <p:cNvPr id="28" name="Google Shape;28;p5"/>
          <p:cNvSpPr txBox="1">
            <a:spLocks noGrp="1"/>
          </p:cNvSpPr>
          <p:nvPr>
            <p:ph type="subTitle" idx="1"/>
          </p:nvPr>
        </p:nvSpPr>
        <p:spPr>
          <a:xfrm>
            <a:off x="1448244" y="2766400"/>
            <a:ext cx="2768100" cy="530400"/>
          </a:xfrm>
          <a:prstGeom prst="rect">
            <a:avLst/>
          </a:prstGeom>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Bebas Neue"/>
              <a:buNone/>
              <a:defRPr sz="2200" i="1">
                <a:solidFill>
                  <a:schemeClr val="dk1"/>
                </a:solidFill>
                <a:latin typeface="Baskervville"/>
                <a:ea typeface="Baskervville"/>
                <a:cs typeface="Baskervville"/>
                <a:sym typeface="Baskervville"/>
              </a:defRPr>
            </a:lvl1pPr>
            <a:lvl2pPr lvl="1"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29" name="Google Shape;29;p5"/>
          <p:cNvSpPr txBox="1">
            <a:spLocks noGrp="1"/>
          </p:cNvSpPr>
          <p:nvPr>
            <p:ph type="subTitle" idx="2"/>
          </p:nvPr>
        </p:nvSpPr>
        <p:spPr>
          <a:xfrm>
            <a:off x="4927656" y="2766400"/>
            <a:ext cx="2768100" cy="5304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chemeClr val="dk1"/>
              </a:buClr>
              <a:buSzPts val="2400"/>
              <a:buFont typeface="Bebas Neue"/>
              <a:buNone/>
              <a:defRPr sz="2200" i="1">
                <a:solidFill>
                  <a:schemeClr val="dk1"/>
                </a:solidFill>
                <a:latin typeface="Baskervville"/>
                <a:ea typeface="Baskervville"/>
                <a:cs typeface="Baskervville"/>
                <a:sym typeface="Baskervville"/>
              </a:defRPr>
            </a:lvl1pPr>
            <a:lvl2pPr lvl="1"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algn="ctr"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30" name="Google Shape;30;p5"/>
          <p:cNvSpPr txBox="1">
            <a:spLocks noGrp="1"/>
          </p:cNvSpPr>
          <p:nvPr>
            <p:ph type="subTitle" idx="3"/>
          </p:nvPr>
        </p:nvSpPr>
        <p:spPr>
          <a:xfrm>
            <a:off x="1448244" y="3380425"/>
            <a:ext cx="2768100" cy="10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 name="Google Shape;31;p5"/>
          <p:cNvSpPr txBox="1">
            <a:spLocks noGrp="1"/>
          </p:cNvSpPr>
          <p:nvPr>
            <p:ph type="subTitle" idx="4"/>
          </p:nvPr>
        </p:nvSpPr>
        <p:spPr>
          <a:xfrm>
            <a:off x="4927656" y="3380425"/>
            <a:ext cx="2768100" cy="1076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2" name="Google Shape;32;p5"/>
          <p:cNvSpPr txBox="1">
            <a:spLocks noGrp="1"/>
          </p:cNvSpPr>
          <p:nvPr>
            <p:ph type="title"/>
          </p:nvPr>
        </p:nvSpPr>
        <p:spPr>
          <a:xfrm>
            <a:off x="720000" y="544400"/>
            <a:ext cx="7704000" cy="713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33" name="Google Shape;33;p5"/>
          <p:cNvGrpSpPr/>
          <p:nvPr/>
        </p:nvGrpSpPr>
        <p:grpSpPr>
          <a:xfrm>
            <a:off x="8582750" y="4671818"/>
            <a:ext cx="409357" cy="409357"/>
            <a:chOff x="1393875" y="-1823657"/>
            <a:chExt cx="409357" cy="409357"/>
          </a:xfrm>
        </p:grpSpPr>
        <p:cxnSp>
          <p:nvCxnSpPr>
            <p:cNvPr id="34" name="Google Shape;34;p5"/>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35" name="Google Shape;35;p5"/>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36" name="Google Shape;36;p5"/>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37" name="Google Shape;37;p5"/>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9"/>
        <p:cNvGrpSpPr/>
        <p:nvPr/>
      </p:nvGrpSpPr>
      <p:grpSpPr>
        <a:xfrm>
          <a:off x="0" y="0"/>
          <a:ext cx="0" cy="0"/>
          <a:chOff x="0" y="0"/>
          <a:chExt cx="0" cy="0"/>
        </a:xfrm>
      </p:grpSpPr>
      <p:pic>
        <p:nvPicPr>
          <p:cNvPr id="50" name="Google Shape;50;p7"/>
          <p:cNvPicPr preferRelativeResize="0"/>
          <p:nvPr/>
        </p:nvPicPr>
        <p:blipFill>
          <a:blip r:embed="rId2">
            <a:alphaModFix/>
          </a:blip>
          <a:stretch>
            <a:fillRect/>
          </a:stretch>
        </p:blipFill>
        <p:spPr>
          <a:xfrm>
            <a:off x="-24494" y="-2286"/>
            <a:ext cx="9192987" cy="5148073"/>
          </a:xfrm>
          <a:prstGeom prst="rect">
            <a:avLst/>
          </a:prstGeom>
          <a:noFill/>
          <a:ln>
            <a:noFill/>
          </a:ln>
        </p:spPr>
      </p:pic>
      <p:sp>
        <p:nvSpPr>
          <p:cNvPr id="51" name="Google Shape;51;p7"/>
          <p:cNvSpPr txBox="1">
            <a:spLocks noGrp="1"/>
          </p:cNvSpPr>
          <p:nvPr>
            <p:ph type="body" idx="1"/>
          </p:nvPr>
        </p:nvSpPr>
        <p:spPr>
          <a:xfrm>
            <a:off x="720000" y="1981350"/>
            <a:ext cx="3901500" cy="20013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Char char="✳"/>
              <a:defRPr sz="1400">
                <a:solidFill>
                  <a:schemeClr val="dk1"/>
                </a:solidFill>
              </a:defRPr>
            </a:lvl1pPr>
            <a:lvl2pPr marL="914400" lvl="1" indent="-317500" rtl="0">
              <a:lnSpc>
                <a:spcPct val="100000"/>
              </a:lnSpc>
              <a:spcBef>
                <a:spcPts val="0"/>
              </a:spcBef>
              <a:spcAft>
                <a:spcPts val="0"/>
              </a:spcAft>
              <a:buClr>
                <a:schemeClr val="dk1"/>
              </a:buClr>
              <a:buSzPts val="1400"/>
              <a:buChar char="○"/>
              <a:defRPr>
                <a:solidFill>
                  <a:schemeClr val="dk1"/>
                </a:solidFill>
              </a:defRPr>
            </a:lvl2pPr>
            <a:lvl3pPr marL="1371600" lvl="2" indent="-317500" rtl="0">
              <a:lnSpc>
                <a:spcPct val="100000"/>
              </a:lnSpc>
              <a:spcBef>
                <a:spcPts val="0"/>
              </a:spcBef>
              <a:spcAft>
                <a:spcPts val="0"/>
              </a:spcAft>
              <a:buClr>
                <a:schemeClr val="dk1"/>
              </a:buClr>
              <a:buSzPts val="1400"/>
              <a:buChar char="■"/>
              <a:defRPr>
                <a:solidFill>
                  <a:schemeClr val="dk1"/>
                </a:solidFill>
              </a:defRPr>
            </a:lvl3pPr>
            <a:lvl4pPr marL="1828800" lvl="3" indent="-317500" rtl="0">
              <a:lnSpc>
                <a:spcPct val="100000"/>
              </a:lnSpc>
              <a:spcBef>
                <a:spcPts val="0"/>
              </a:spcBef>
              <a:spcAft>
                <a:spcPts val="0"/>
              </a:spcAft>
              <a:buClr>
                <a:schemeClr val="dk1"/>
              </a:buClr>
              <a:buSzPts val="1400"/>
              <a:buChar char="●"/>
              <a:defRPr>
                <a:solidFill>
                  <a:schemeClr val="dk1"/>
                </a:solidFill>
              </a:defRPr>
            </a:lvl4pPr>
            <a:lvl5pPr marL="2286000" lvl="4" indent="-317500" rtl="0">
              <a:lnSpc>
                <a:spcPct val="100000"/>
              </a:lnSpc>
              <a:spcBef>
                <a:spcPts val="0"/>
              </a:spcBef>
              <a:spcAft>
                <a:spcPts val="0"/>
              </a:spcAft>
              <a:buClr>
                <a:schemeClr val="dk1"/>
              </a:buClr>
              <a:buSzPts val="1400"/>
              <a:buChar char="○"/>
              <a:defRPr>
                <a:solidFill>
                  <a:schemeClr val="dk1"/>
                </a:solidFill>
              </a:defRPr>
            </a:lvl5pPr>
            <a:lvl6pPr marL="2743200" lvl="5" indent="-317500" rtl="0">
              <a:lnSpc>
                <a:spcPct val="100000"/>
              </a:lnSpc>
              <a:spcBef>
                <a:spcPts val="0"/>
              </a:spcBef>
              <a:spcAft>
                <a:spcPts val="0"/>
              </a:spcAft>
              <a:buClr>
                <a:schemeClr val="dk1"/>
              </a:buClr>
              <a:buSzPts val="1400"/>
              <a:buChar char="■"/>
              <a:defRPr>
                <a:solidFill>
                  <a:schemeClr val="dk1"/>
                </a:solidFill>
              </a:defRPr>
            </a:lvl6pPr>
            <a:lvl7pPr marL="3200400" lvl="6" indent="-317500" rtl="0">
              <a:lnSpc>
                <a:spcPct val="100000"/>
              </a:lnSpc>
              <a:spcBef>
                <a:spcPts val="0"/>
              </a:spcBef>
              <a:spcAft>
                <a:spcPts val="0"/>
              </a:spcAft>
              <a:buClr>
                <a:schemeClr val="dk1"/>
              </a:buClr>
              <a:buSzPts val="1400"/>
              <a:buChar char="●"/>
              <a:defRPr>
                <a:solidFill>
                  <a:schemeClr val="dk1"/>
                </a:solidFill>
              </a:defRPr>
            </a:lvl7pPr>
            <a:lvl8pPr marL="3657600" lvl="7" indent="-317500" rtl="0">
              <a:lnSpc>
                <a:spcPct val="100000"/>
              </a:lnSpc>
              <a:spcBef>
                <a:spcPts val="0"/>
              </a:spcBef>
              <a:spcAft>
                <a:spcPts val="0"/>
              </a:spcAft>
              <a:buClr>
                <a:schemeClr val="dk1"/>
              </a:buClr>
              <a:buSzPts val="1400"/>
              <a:buChar char="○"/>
              <a:defRPr>
                <a:solidFill>
                  <a:schemeClr val="dk1"/>
                </a:solidFill>
              </a:defRPr>
            </a:lvl8pPr>
            <a:lvl9pPr marL="4114800" lvl="8" indent="-317500" rtl="0">
              <a:lnSpc>
                <a:spcPct val="100000"/>
              </a:lnSpc>
              <a:spcBef>
                <a:spcPts val="0"/>
              </a:spcBef>
              <a:spcAft>
                <a:spcPts val="0"/>
              </a:spcAft>
              <a:buClr>
                <a:schemeClr val="dk1"/>
              </a:buClr>
              <a:buSzPts val="1400"/>
              <a:buChar char="■"/>
              <a:defRPr>
                <a:solidFill>
                  <a:schemeClr val="dk1"/>
                </a:solidFill>
              </a:defRPr>
            </a:lvl9pPr>
          </a:lstStyle>
          <a:p>
            <a:endParaRPr/>
          </a:p>
        </p:txBody>
      </p:sp>
      <p:sp>
        <p:nvSpPr>
          <p:cNvPr id="52" name="Google Shape;52;p7"/>
          <p:cNvSpPr txBox="1">
            <a:spLocks noGrp="1"/>
          </p:cNvSpPr>
          <p:nvPr>
            <p:ph type="title"/>
          </p:nvPr>
        </p:nvSpPr>
        <p:spPr>
          <a:xfrm>
            <a:off x="720000" y="544400"/>
            <a:ext cx="7704000" cy="713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3" name="Google Shape;53;p7"/>
          <p:cNvGrpSpPr/>
          <p:nvPr/>
        </p:nvGrpSpPr>
        <p:grpSpPr>
          <a:xfrm>
            <a:off x="130263" y="4668168"/>
            <a:ext cx="409357" cy="409357"/>
            <a:chOff x="1393875" y="-1823657"/>
            <a:chExt cx="409357" cy="409357"/>
          </a:xfrm>
        </p:grpSpPr>
        <p:cxnSp>
          <p:nvCxnSpPr>
            <p:cNvPr id="54" name="Google Shape;54;p7"/>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55" name="Google Shape;55;p7"/>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56" name="Google Shape;56;p7"/>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57" name="Google Shape;57;p7"/>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58" name="Google Shape;58;p7"/>
          <p:cNvGrpSpPr/>
          <p:nvPr/>
        </p:nvGrpSpPr>
        <p:grpSpPr>
          <a:xfrm>
            <a:off x="8604488" y="70918"/>
            <a:ext cx="409357" cy="409357"/>
            <a:chOff x="1393875" y="-1823657"/>
            <a:chExt cx="409357" cy="409357"/>
          </a:xfrm>
        </p:grpSpPr>
        <p:cxnSp>
          <p:nvCxnSpPr>
            <p:cNvPr id="59" name="Google Shape;59;p7"/>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60" name="Google Shape;60;p7"/>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61" name="Google Shape;61;p7"/>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62" name="Google Shape;62;p7"/>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6"/>
        <p:cNvGrpSpPr/>
        <p:nvPr/>
      </p:nvGrpSpPr>
      <p:grpSpPr>
        <a:xfrm>
          <a:off x="0" y="0"/>
          <a:ext cx="0" cy="0"/>
          <a:chOff x="0" y="0"/>
          <a:chExt cx="0" cy="0"/>
        </a:xfrm>
      </p:grpSpPr>
      <p:pic>
        <p:nvPicPr>
          <p:cNvPr id="67" name="Google Shape;67;p9"/>
          <p:cNvPicPr preferRelativeResize="0"/>
          <p:nvPr/>
        </p:nvPicPr>
        <p:blipFill>
          <a:blip r:embed="rId2">
            <a:alphaModFix/>
          </a:blip>
          <a:stretch>
            <a:fillRect/>
          </a:stretch>
        </p:blipFill>
        <p:spPr>
          <a:xfrm rot="10800000">
            <a:off x="-24494" y="-2286"/>
            <a:ext cx="9192987" cy="5148073"/>
          </a:xfrm>
          <a:prstGeom prst="rect">
            <a:avLst/>
          </a:prstGeom>
          <a:noFill/>
          <a:ln>
            <a:noFill/>
          </a:ln>
        </p:spPr>
      </p:pic>
      <p:sp>
        <p:nvSpPr>
          <p:cNvPr id="68" name="Google Shape;68;p9"/>
          <p:cNvSpPr txBox="1">
            <a:spLocks noGrp="1"/>
          </p:cNvSpPr>
          <p:nvPr>
            <p:ph type="title"/>
          </p:nvPr>
        </p:nvSpPr>
        <p:spPr>
          <a:xfrm>
            <a:off x="1947425" y="1457575"/>
            <a:ext cx="5249400" cy="7596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9" name="Google Shape;69;p9"/>
          <p:cNvSpPr txBox="1">
            <a:spLocks noGrp="1"/>
          </p:cNvSpPr>
          <p:nvPr>
            <p:ph type="subTitle" idx="1"/>
          </p:nvPr>
        </p:nvSpPr>
        <p:spPr>
          <a:xfrm>
            <a:off x="1947425" y="2479425"/>
            <a:ext cx="5249400" cy="13095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grpSp>
        <p:nvGrpSpPr>
          <p:cNvPr id="70" name="Google Shape;70;p9"/>
          <p:cNvGrpSpPr/>
          <p:nvPr/>
        </p:nvGrpSpPr>
        <p:grpSpPr>
          <a:xfrm>
            <a:off x="5829713" y="125643"/>
            <a:ext cx="409357" cy="409357"/>
            <a:chOff x="1393875" y="-1823657"/>
            <a:chExt cx="409357" cy="409357"/>
          </a:xfrm>
        </p:grpSpPr>
        <p:cxnSp>
          <p:nvCxnSpPr>
            <p:cNvPr id="71" name="Google Shape;71;p9"/>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72" name="Google Shape;72;p9"/>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73" name="Google Shape;73;p9"/>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74" name="Google Shape;74;p9"/>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75" name="Google Shape;75;p9"/>
          <p:cNvGrpSpPr/>
          <p:nvPr/>
        </p:nvGrpSpPr>
        <p:grpSpPr>
          <a:xfrm>
            <a:off x="8580313" y="2865043"/>
            <a:ext cx="409357" cy="409357"/>
            <a:chOff x="1393875" y="-1823657"/>
            <a:chExt cx="409357" cy="409357"/>
          </a:xfrm>
        </p:grpSpPr>
        <p:cxnSp>
          <p:nvCxnSpPr>
            <p:cNvPr id="76" name="Google Shape;76;p9"/>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77" name="Google Shape;77;p9"/>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78" name="Google Shape;78;p9"/>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79" name="Google Shape;79;p9"/>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82"/>
        <p:cNvGrpSpPr/>
        <p:nvPr/>
      </p:nvGrpSpPr>
      <p:grpSpPr>
        <a:xfrm>
          <a:off x="0" y="0"/>
          <a:ext cx="0" cy="0"/>
          <a:chOff x="0" y="0"/>
          <a:chExt cx="0" cy="0"/>
        </a:xfrm>
      </p:grpSpPr>
      <p:pic>
        <p:nvPicPr>
          <p:cNvPr id="83" name="Google Shape;83;p11"/>
          <p:cNvPicPr preferRelativeResize="0"/>
          <p:nvPr/>
        </p:nvPicPr>
        <p:blipFill>
          <a:blip r:embed="rId2">
            <a:alphaModFix/>
          </a:blip>
          <a:stretch>
            <a:fillRect/>
          </a:stretch>
        </p:blipFill>
        <p:spPr>
          <a:xfrm>
            <a:off x="1" y="0"/>
            <a:ext cx="9143998" cy="5143500"/>
          </a:xfrm>
          <a:prstGeom prst="rect">
            <a:avLst/>
          </a:prstGeom>
          <a:noFill/>
          <a:ln>
            <a:noFill/>
          </a:ln>
        </p:spPr>
      </p:pic>
      <p:sp>
        <p:nvSpPr>
          <p:cNvPr id="84" name="Google Shape;84;p11"/>
          <p:cNvSpPr txBox="1">
            <a:spLocks noGrp="1"/>
          </p:cNvSpPr>
          <p:nvPr>
            <p:ph type="title" hasCustomPrompt="1"/>
          </p:nvPr>
        </p:nvSpPr>
        <p:spPr>
          <a:xfrm>
            <a:off x="1284000" y="1531188"/>
            <a:ext cx="6576000" cy="11988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85" name="Google Shape;85;p11"/>
          <p:cNvSpPr txBox="1">
            <a:spLocks noGrp="1"/>
          </p:cNvSpPr>
          <p:nvPr>
            <p:ph type="subTitle" idx="1"/>
          </p:nvPr>
        </p:nvSpPr>
        <p:spPr>
          <a:xfrm>
            <a:off x="1284000" y="3111013"/>
            <a:ext cx="6576000" cy="5013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8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6"/>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
    <p:spTree>
      <p:nvGrpSpPr>
        <p:cNvPr id="1" name="Shape 87"/>
        <p:cNvGrpSpPr/>
        <p:nvPr/>
      </p:nvGrpSpPr>
      <p:grpSpPr>
        <a:xfrm>
          <a:off x="0" y="0"/>
          <a:ext cx="0" cy="0"/>
          <a:chOff x="0" y="0"/>
          <a:chExt cx="0" cy="0"/>
        </a:xfrm>
      </p:grpSpPr>
      <p:pic>
        <p:nvPicPr>
          <p:cNvPr id="88" name="Google Shape;88;p13"/>
          <p:cNvPicPr preferRelativeResize="0"/>
          <p:nvPr/>
        </p:nvPicPr>
        <p:blipFill rotWithShape="1">
          <a:blip r:embed="rId2">
            <a:alphaModFix/>
          </a:blip>
          <a:srcRect r="10"/>
          <a:stretch/>
        </p:blipFill>
        <p:spPr>
          <a:xfrm>
            <a:off x="0" y="-2286"/>
            <a:ext cx="9143998" cy="5148072"/>
          </a:xfrm>
          <a:prstGeom prst="rect">
            <a:avLst/>
          </a:prstGeom>
          <a:noFill/>
          <a:ln>
            <a:noFill/>
          </a:ln>
        </p:spPr>
      </p:pic>
      <p:sp>
        <p:nvSpPr>
          <p:cNvPr id="89" name="Google Shape;89;p13"/>
          <p:cNvSpPr txBox="1">
            <a:spLocks noGrp="1"/>
          </p:cNvSpPr>
          <p:nvPr>
            <p:ph type="title" hasCustomPrompt="1"/>
          </p:nvPr>
        </p:nvSpPr>
        <p:spPr>
          <a:xfrm>
            <a:off x="974700" y="1881050"/>
            <a:ext cx="685800" cy="687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i="1">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0" name="Google Shape;90;p13"/>
          <p:cNvSpPr txBox="1">
            <a:spLocks noGrp="1"/>
          </p:cNvSpPr>
          <p:nvPr>
            <p:ph type="subTitle" idx="1"/>
          </p:nvPr>
        </p:nvSpPr>
        <p:spPr>
          <a:xfrm>
            <a:off x="1908750" y="2201761"/>
            <a:ext cx="2336400" cy="576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1" name="Google Shape;91;p13"/>
          <p:cNvSpPr txBox="1">
            <a:spLocks noGrp="1"/>
          </p:cNvSpPr>
          <p:nvPr>
            <p:ph type="title" idx="2" hasCustomPrompt="1"/>
          </p:nvPr>
        </p:nvSpPr>
        <p:spPr>
          <a:xfrm>
            <a:off x="4969500" y="1881050"/>
            <a:ext cx="687000" cy="687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i="1">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2" name="Google Shape;92;p13"/>
          <p:cNvSpPr txBox="1">
            <a:spLocks noGrp="1"/>
          </p:cNvSpPr>
          <p:nvPr>
            <p:ph type="subTitle" idx="3"/>
          </p:nvPr>
        </p:nvSpPr>
        <p:spPr>
          <a:xfrm>
            <a:off x="5904750" y="2201761"/>
            <a:ext cx="2336400" cy="576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3" name="Google Shape;93;p13"/>
          <p:cNvSpPr txBox="1">
            <a:spLocks noGrp="1"/>
          </p:cNvSpPr>
          <p:nvPr>
            <p:ph type="title" idx="4" hasCustomPrompt="1"/>
          </p:nvPr>
        </p:nvSpPr>
        <p:spPr>
          <a:xfrm>
            <a:off x="974700" y="3458625"/>
            <a:ext cx="685800" cy="687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i="1">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4" name="Google Shape;94;p13"/>
          <p:cNvSpPr txBox="1">
            <a:spLocks noGrp="1"/>
          </p:cNvSpPr>
          <p:nvPr>
            <p:ph type="subTitle" idx="5"/>
          </p:nvPr>
        </p:nvSpPr>
        <p:spPr>
          <a:xfrm>
            <a:off x="1908750" y="3779328"/>
            <a:ext cx="2336400" cy="576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5" name="Google Shape;95;p13"/>
          <p:cNvSpPr txBox="1">
            <a:spLocks noGrp="1"/>
          </p:cNvSpPr>
          <p:nvPr>
            <p:ph type="title" idx="6" hasCustomPrompt="1"/>
          </p:nvPr>
        </p:nvSpPr>
        <p:spPr>
          <a:xfrm>
            <a:off x="4969500" y="3458625"/>
            <a:ext cx="687000" cy="6870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i="1">
                <a:solidFill>
                  <a:schemeClr val="accent4"/>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6" name="Google Shape;96;p13"/>
          <p:cNvSpPr txBox="1">
            <a:spLocks noGrp="1"/>
          </p:cNvSpPr>
          <p:nvPr>
            <p:ph type="subTitle" idx="7"/>
          </p:nvPr>
        </p:nvSpPr>
        <p:spPr>
          <a:xfrm>
            <a:off x="5904750" y="3779328"/>
            <a:ext cx="2336400" cy="576000"/>
          </a:xfrm>
          <a:prstGeom prst="rect">
            <a:avLst/>
          </a:prstGeom>
          <a:ln>
            <a:noFill/>
          </a:ln>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a:endParaRPr/>
          </a:p>
        </p:txBody>
      </p:sp>
      <p:sp>
        <p:nvSpPr>
          <p:cNvPr id="97" name="Google Shape;97;p13"/>
          <p:cNvSpPr txBox="1">
            <a:spLocks noGrp="1"/>
          </p:cNvSpPr>
          <p:nvPr>
            <p:ph type="title" idx="8"/>
          </p:nvPr>
        </p:nvSpPr>
        <p:spPr>
          <a:xfrm>
            <a:off x="720000" y="544400"/>
            <a:ext cx="7704000" cy="713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8" name="Google Shape;98;p13"/>
          <p:cNvSpPr txBox="1">
            <a:spLocks noGrp="1"/>
          </p:cNvSpPr>
          <p:nvPr>
            <p:ph type="subTitle" idx="9"/>
          </p:nvPr>
        </p:nvSpPr>
        <p:spPr>
          <a:xfrm>
            <a:off x="1908750" y="1671350"/>
            <a:ext cx="2336400" cy="530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i="1">
                <a:solidFill>
                  <a:schemeClr val="dk1"/>
                </a:solidFill>
                <a:latin typeface="Baskervville"/>
                <a:ea typeface="Baskervville"/>
                <a:cs typeface="Baskervville"/>
                <a:sym typeface="Baskervvill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99" name="Google Shape;99;p13"/>
          <p:cNvSpPr txBox="1">
            <a:spLocks noGrp="1"/>
          </p:cNvSpPr>
          <p:nvPr>
            <p:ph type="subTitle" idx="13"/>
          </p:nvPr>
        </p:nvSpPr>
        <p:spPr>
          <a:xfrm>
            <a:off x="5904750" y="1671350"/>
            <a:ext cx="2336400" cy="530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i="1">
                <a:solidFill>
                  <a:schemeClr val="dk1"/>
                </a:solidFill>
                <a:latin typeface="Baskervville"/>
                <a:ea typeface="Baskervville"/>
                <a:cs typeface="Baskervville"/>
                <a:sym typeface="Baskervvill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0" name="Google Shape;100;p13"/>
          <p:cNvSpPr txBox="1">
            <a:spLocks noGrp="1"/>
          </p:cNvSpPr>
          <p:nvPr>
            <p:ph type="subTitle" idx="14"/>
          </p:nvPr>
        </p:nvSpPr>
        <p:spPr>
          <a:xfrm>
            <a:off x="1908750" y="3248925"/>
            <a:ext cx="2336400" cy="530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i="1">
                <a:solidFill>
                  <a:schemeClr val="dk1"/>
                </a:solidFill>
                <a:latin typeface="Baskervville"/>
                <a:ea typeface="Baskervville"/>
                <a:cs typeface="Baskervville"/>
                <a:sym typeface="Baskervvill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sp>
        <p:nvSpPr>
          <p:cNvPr id="101" name="Google Shape;101;p13"/>
          <p:cNvSpPr txBox="1">
            <a:spLocks noGrp="1"/>
          </p:cNvSpPr>
          <p:nvPr>
            <p:ph type="subTitle" idx="15"/>
          </p:nvPr>
        </p:nvSpPr>
        <p:spPr>
          <a:xfrm>
            <a:off x="5904750" y="3248925"/>
            <a:ext cx="2336400" cy="530400"/>
          </a:xfrm>
          <a:prstGeom prst="rect">
            <a:avLst/>
          </a:prstGeom>
          <a:ln>
            <a:noFill/>
          </a:ln>
        </p:spPr>
        <p:txBody>
          <a:bodyPr spcFirstLastPara="1" wrap="square" lIns="91425" tIns="91425" rIns="91425" bIns="91425" anchor="b" anchorCtr="0">
            <a:noAutofit/>
          </a:bodyPr>
          <a:lstStyle>
            <a:lvl1pPr lvl="0" rtl="0">
              <a:lnSpc>
                <a:spcPct val="100000"/>
              </a:lnSpc>
              <a:spcBef>
                <a:spcPts val="0"/>
              </a:spcBef>
              <a:spcAft>
                <a:spcPts val="0"/>
              </a:spcAft>
              <a:buClr>
                <a:schemeClr val="dk1"/>
              </a:buClr>
              <a:buSzPts val="2400"/>
              <a:buFont typeface="Bebas Neue"/>
              <a:buNone/>
              <a:defRPr sz="2200" i="1">
                <a:solidFill>
                  <a:schemeClr val="dk1"/>
                </a:solidFill>
                <a:latin typeface="Baskervville"/>
                <a:ea typeface="Baskervville"/>
                <a:cs typeface="Baskervville"/>
                <a:sym typeface="Baskervville"/>
              </a:defRPr>
            </a:lvl1pPr>
            <a:lvl2pPr lvl="1"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2pPr>
            <a:lvl3pPr lvl="2"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3pPr>
            <a:lvl4pPr lvl="3"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4pPr>
            <a:lvl5pPr lvl="4"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5pPr>
            <a:lvl6pPr lvl="5"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6pPr>
            <a:lvl7pPr lvl="6"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7pPr>
            <a:lvl8pPr lvl="7"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8pPr>
            <a:lvl9pPr lvl="8" rtl="0">
              <a:lnSpc>
                <a:spcPct val="100000"/>
              </a:lnSpc>
              <a:spcBef>
                <a:spcPts val="0"/>
              </a:spcBef>
              <a:spcAft>
                <a:spcPts val="0"/>
              </a:spcAft>
              <a:buClr>
                <a:schemeClr val="dk1"/>
              </a:buClr>
              <a:buSzPts val="2400"/>
              <a:buFont typeface="Bebas Neue"/>
              <a:buNone/>
              <a:defRPr sz="2400">
                <a:solidFill>
                  <a:schemeClr val="dk1"/>
                </a:solidFill>
                <a:latin typeface="Bebas Neue"/>
                <a:ea typeface="Bebas Neue"/>
                <a:cs typeface="Bebas Neue"/>
                <a:sym typeface="Bebas Neue"/>
              </a:defRPr>
            </a:lvl9pPr>
          </a:lstStyle>
          <a:p>
            <a:endParaRPr/>
          </a:p>
        </p:txBody>
      </p:sp>
      <p:grpSp>
        <p:nvGrpSpPr>
          <p:cNvPr id="102" name="Google Shape;102;p13"/>
          <p:cNvGrpSpPr/>
          <p:nvPr/>
        </p:nvGrpSpPr>
        <p:grpSpPr>
          <a:xfrm>
            <a:off x="165750" y="63155"/>
            <a:ext cx="409357" cy="409357"/>
            <a:chOff x="1393875" y="-1823657"/>
            <a:chExt cx="409357" cy="409357"/>
          </a:xfrm>
        </p:grpSpPr>
        <p:cxnSp>
          <p:nvCxnSpPr>
            <p:cNvPr id="103" name="Google Shape;103;p13"/>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04" name="Google Shape;104;p13"/>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05" name="Google Shape;105;p13"/>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06" name="Google Shape;106;p13"/>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107" name="Google Shape;107;p13"/>
          <p:cNvGrpSpPr/>
          <p:nvPr/>
        </p:nvGrpSpPr>
        <p:grpSpPr>
          <a:xfrm>
            <a:off x="165750" y="4670980"/>
            <a:ext cx="409357" cy="409357"/>
            <a:chOff x="1393875" y="-1823657"/>
            <a:chExt cx="409357" cy="409357"/>
          </a:xfrm>
        </p:grpSpPr>
        <p:cxnSp>
          <p:nvCxnSpPr>
            <p:cNvPr id="108" name="Google Shape;108;p13"/>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09" name="Google Shape;109;p13"/>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10" name="Google Shape;110;p13"/>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11" name="Google Shape;111;p13"/>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1">
  <p:cSld name="BLANK_1_1_2">
    <p:spTree>
      <p:nvGrpSpPr>
        <p:cNvPr id="1" name="Shape 121"/>
        <p:cNvGrpSpPr/>
        <p:nvPr/>
      </p:nvGrpSpPr>
      <p:grpSpPr>
        <a:xfrm>
          <a:off x="0" y="0"/>
          <a:ext cx="0" cy="0"/>
          <a:chOff x="0" y="0"/>
          <a:chExt cx="0" cy="0"/>
        </a:xfrm>
      </p:grpSpPr>
      <p:pic>
        <p:nvPicPr>
          <p:cNvPr id="122" name="Google Shape;122;p15"/>
          <p:cNvPicPr preferRelativeResize="0"/>
          <p:nvPr/>
        </p:nvPicPr>
        <p:blipFill rotWithShape="1">
          <a:blip r:embed="rId2">
            <a:alphaModFix/>
          </a:blip>
          <a:srcRect l="59" r="69"/>
          <a:stretch/>
        </p:blipFill>
        <p:spPr>
          <a:xfrm flipH="1">
            <a:off x="0" y="-2286"/>
            <a:ext cx="9143998" cy="5148071"/>
          </a:xfrm>
          <a:prstGeom prst="rect">
            <a:avLst/>
          </a:prstGeom>
          <a:noFill/>
          <a:ln>
            <a:noFill/>
          </a:ln>
        </p:spPr>
      </p:pic>
      <p:sp>
        <p:nvSpPr>
          <p:cNvPr id="123" name="Google Shape;123;p15"/>
          <p:cNvSpPr txBox="1">
            <a:spLocks noGrp="1"/>
          </p:cNvSpPr>
          <p:nvPr>
            <p:ph type="title"/>
          </p:nvPr>
        </p:nvSpPr>
        <p:spPr>
          <a:xfrm>
            <a:off x="3646900" y="2179625"/>
            <a:ext cx="4782000" cy="841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124" name="Google Shape;124;p15"/>
          <p:cNvSpPr txBox="1">
            <a:spLocks noGrp="1"/>
          </p:cNvSpPr>
          <p:nvPr>
            <p:ph type="title" idx="2" hasCustomPrompt="1"/>
          </p:nvPr>
        </p:nvSpPr>
        <p:spPr>
          <a:xfrm>
            <a:off x="5278000" y="1064838"/>
            <a:ext cx="3150900" cy="8418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6000"/>
              <a:buNone/>
              <a:defRPr sz="65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125" name="Google Shape;125;p15"/>
          <p:cNvSpPr txBox="1">
            <a:spLocks noGrp="1"/>
          </p:cNvSpPr>
          <p:nvPr>
            <p:ph type="subTitle" idx="1"/>
          </p:nvPr>
        </p:nvSpPr>
        <p:spPr>
          <a:xfrm>
            <a:off x="3718600" y="3347200"/>
            <a:ext cx="4710300" cy="513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3">
  <p:cSld name="BLANK_1_1_1_3_1">
    <p:spTree>
      <p:nvGrpSpPr>
        <p:cNvPr id="1" name="Shape 155"/>
        <p:cNvGrpSpPr/>
        <p:nvPr/>
      </p:nvGrpSpPr>
      <p:grpSpPr>
        <a:xfrm>
          <a:off x="0" y="0"/>
          <a:ext cx="0" cy="0"/>
          <a:chOff x="0" y="0"/>
          <a:chExt cx="0" cy="0"/>
        </a:xfrm>
      </p:grpSpPr>
      <p:pic>
        <p:nvPicPr>
          <p:cNvPr id="156" name="Google Shape;156;p18"/>
          <p:cNvPicPr preferRelativeResize="0"/>
          <p:nvPr/>
        </p:nvPicPr>
        <p:blipFill rotWithShape="1">
          <a:blip r:embed="rId2">
            <a:alphaModFix/>
          </a:blip>
          <a:srcRect t="89" b="89"/>
          <a:stretch/>
        </p:blipFill>
        <p:spPr>
          <a:xfrm>
            <a:off x="0" y="-2286"/>
            <a:ext cx="9144000" cy="5148073"/>
          </a:xfrm>
          <a:prstGeom prst="rect">
            <a:avLst/>
          </a:prstGeom>
          <a:noFill/>
          <a:ln>
            <a:noFill/>
          </a:ln>
        </p:spPr>
      </p:pic>
      <p:sp>
        <p:nvSpPr>
          <p:cNvPr id="157" name="Google Shape;157;p18"/>
          <p:cNvSpPr txBox="1">
            <a:spLocks noGrp="1"/>
          </p:cNvSpPr>
          <p:nvPr>
            <p:ph type="title"/>
          </p:nvPr>
        </p:nvSpPr>
        <p:spPr>
          <a:xfrm>
            <a:off x="720000" y="544400"/>
            <a:ext cx="7704000" cy="7134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58" name="Google Shape;158;p18"/>
          <p:cNvGrpSpPr/>
          <p:nvPr/>
        </p:nvGrpSpPr>
        <p:grpSpPr>
          <a:xfrm>
            <a:off x="159263" y="4648818"/>
            <a:ext cx="409357" cy="409357"/>
            <a:chOff x="1393875" y="-1823657"/>
            <a:chExt cx="409357" cy="409357"/>
          </a:xfrm>
        </p:grpSpPr>
        <p:cxnSp>
          <p:nvCxnSpPr>
            <p:cNvPr id="159" name="Google Shape;159;p18"/>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60" name="Google Shape;160;p18"/>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61" name="Google Shape;161;p18"/>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62" name="Google Shape;162;p18"/>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163" name="Google Shape;163;p18"/>
          <p:cNvGrpSpPr/>
          <p:nvPr/>
        </p:nvGrpSpPr>
        <p:grpSpPr>
          <a:xfrm>
            <a:off x="8424001" y="178928"/>
            <a:ext cx="837000" cy="1444351"/>
            <a:chOff x="8584751" y="1392578"/>
            <a:chExt cx="837000" cy="1444351"/>
          </a:xfrm>
        </p:grpSpPr>
        <p:sp>
          <p:nvSpPr>
            <p:cNvPr id="164" name="Google Shape;164;p18"/>
            <p:cNvSpPr/>
            <p:nvPr/>
          </p:nvSpPr>
          <p:spPr>
            <a:xfrm>
              <a:off x="8584751" y="1392578"/>
              <a:ext cx="837000" cy="8370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18"/>
            <p:cNvSpPr/>
            <p:nvPr/>
          </p:nvSpPr>
          <p:spPr>
            <a:xfrm>
              <a:off x="8584751" y="1999930"/>
              <a:ext cx="837000" cy="8370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166"/>
        <p:cNvGrpSpPr/>
        <p:nvPr/>
      </p:nvGrpSpPr>
      <p:grpSpPr>
        <a:xfrm>
          <a:off x="0" y="0"/>
          <a:ext cx="0" cy="0"/>
          <a:chOff x="0" y="0"/>
          <a:chExt cx="0" cy="0"/>
        </a:xfrm>
      </p:grpSpPr>
      <p:pic>
        <p:nvPicPr>
          <p:cNvPr id="167" name="Google Shape;167;p19"/>
          <p:cNvPicPr preferRelativeResize="0"/>
          <p:nvPr/>
        </p:nvPicPr>
        <p:blipFill>
          <a:blip r:embed="rId2">
            <a:alphaModFix/>
          </a:blip>
          <a:stretch>
            <a:fillRect/>
          </a:stretch>
        </p:blipFill>
        <p:spPr>
          <a:xfrm>
            <a:off x="3720" y="0"/>
            <a:ext cx="9136561" cy="5143500"/>
          </a:xfrm>
          <a:prstGeom prst="rect">
            <a:avLst/>
          </a:prstGeom>
          <a:noFill/>
          <a:ln>
            <a:noFill/>
          </a:ln>
        </p:spPr>
      </p:pic>
      <p:sp>
        <p:nvSpPr>
          <p:cNvPr id="168" name="Google Shape;168;p19"/>
          <p:cNvSpPr txBox="1">
            <a:spLocks noGrp="1"/>
          </p:cNvSpPr>
          <p:nvPr>
            <p:ph type="subTitle" idx="1"/>
          </p:nvPr>
        </p:nvSpPr>
        <p:spPr>
          <a:xfrm>
            <a:off x="2573550" y="3093000"/>
            <a:ext cx="3996900" cy="929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69" name="Google Shape;169;p19"/>
          <p:cNvSpPr txBox="1">
            <a:spLocks noGrp="1"/>
          </p:cNvSpPr>
          <p:nvPr>
            <p:ph type="title"/>
          </p:nvPr>
        </p:nvSpPr>
        <p:spPr>
          <a:xfrm>
            <a:off x="2573550" y="1268150"/>
            <a:ext cx="3996900" cy="1473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500"/>
              <a:buNone/>
              <a:defRPr sz="10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70" name="Google Shape;170;p19"/>
          <p:cNvGrpSpPr/>
          <p:nvPr/>
        </p:nvGrpSpPr>
        <p:grpSpPr>
          <a:xfrm>
            <a:off x="4374950" y="60093"/>
            <a:ext cx="409357" cy="409357"/>
            <a:chOff x="1393875" y="-1823657"/>
            <a:chExt cx="409357" cy="409357"/>
          </a:xfrm>
        </p:grpSpPr>
        <p:cxnSp>
          <p:nvCxnSpPr>
            <p:cNvPr id="171" name="Google Shape;171;p19"/>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72" name="Google Shape;172;p19"/>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73" name="Google Shape;173;p19"/>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74" name="Google Shape;174;p19"/>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175" name="Google Shape;175;p19"/>
          <p:cNvGrpSpPr/>
          <p:nvPr/>
        </p:nvGrpSpPr>
        <p:grpSpPr>
          <a:xfrm>
            <a:off x="146321" y="2367071"/>
            <a:ext cx="409357" cy="409357"/>
            <a:chOff x="1393875" y="-1823657"/>
            <a:chExt cx="409357" cy="409357"/>
          </a:xfrm>
        </p:grpSpPr>
        <p:cxnSp>
          <p:nvCxnSpPr>
            <p:cNvPr id="176" name="Google Shape;176;p19"/>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77" name="Google Shape;177;p19"/>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78" name="Google Shape;178;p19"/>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79" name="Google Shape;179;p19"/>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180" name="Google Shape;180;p19"/>
          <p:cNvGrpSpPr/>
          <p:nvPr/>
        </p:nvGrpSpPr>
        <p:grpSpPr>
          <a:xfrm>
            <a:off x="8588321" y="2367071"/>
            <a:ext cx="409357" cy="409357"/>
            <a:chOff x="1393875" y="-1823657"/>
            <a:chExt cx="409357" cy="409357"/>
          </a:xfrm>
        </p:grpSpPr>
        <p:cxnSp>
          <p:nvCxnSpPr>
            <p:cNvPr id="181" name="Google Shape;181;p19"/>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82" name="Google Shape;182;p19"/>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83" name="Google Shape;183;p19"/>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84" name="Google Shape;184;p19"/>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185" name="Google Shape;185;p19"/>
          <p:cNvGrpSpPr/>
          <p:nvPr/>
        </p:nvGrpSpPr>
        <p:grpSpPr>
          <a:xfrm>
            <a:off x="4374950" y="4671818"/>
            <a:ext cx="409357" cy="409357"/>
            <a:chOff x="1393875" y="-1823657"/>
            <a:chExt cx="409357" cy="409357"/>
          </a:xfrm>
        </p:grpSpPr>
        <p:cxnSp>
          <p:nvCxnSpPr>
            <p:cNvPr id="186" name="Google Shape;186;p19"/>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87" name="Google Shape;187;p19"/>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88" name="Google Shape;188;p19"/>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89" name="Google Shape;189;p19"/>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text 2">
  <p:cSld name="CUSTOM_1_1">
    <p:spTree>
      <p:nvGrpSpPr>
        <p:cNvPr id="1" name="Shape 200"/>
        <p:cNvGrpSpPr/>
        <p:nvPr/>
      </p:nvGrpSpPr>
      <p:grpSpPr>
        <a:xfrm>
          <a:off x="0" y="0"/>
          <a:ext cx="0" cy="0"/>
          <a:chOff x="0" y="0"/>
          <a:chExt cx="0" cy="0"/>
        </a:xfrm>
      </p:grpSpPr>
      <p:pic>
        <p:nvPicPr>
          <p:cNvPr id="201" name="Google Shape;201;p21"/>
          <p:cNvPicPr preferRelativeResize="0"/>
          <p:nvPr/>
        </p:nvPicPr>
        <p:blipFill>
          <a:blip r:embed="rId2">
            <a:alphaModFix/>
          </a:blip>
          <a:stretch>
            <a:fillRect/>
          </a:stretch>
        </p:blipFill>
        <p:spPr>
          <a:xfrm rot="10800000">
            <a:off x="1" y="0"/>
            <a:ext cx="9143998" cy="5143500"/>
          </a:xfrm>
          <a:prstGeom prst="rect">
            <a:avLst/>
          </a:prstGeom>
          <a:noFill/>
          <a:ln>
            <a:noFill/>
          </a:ln>
        </p:spPr>
      </p:pic>
      <p:sp>
        <p:nvSpPr>
          <p:cNvPr id="202" name="Google Shape;202;p21"/>
          <p:cNvSpPr txBox="1">
            <a:spLocks noGrp="1"/>
          </p:cNvSpPr>
          <p:nvPr>
            <p:ph type="subTitle" idx="1"/>
          </p:nvPr>
        </p:nvSpPr>
        <p:spPr>
          <a:xfrm>
            <a:off x="720000" y="2455550"/>
            <a:ext cx="3861600" cy="951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03" name="Google Shape;203;p21"/>
          <p:cNvSpPr txBox="1">
            <a:spLocks noGrp="1"/>
          </p:cNvSpPr>
          <p:nvPr>
            <p:ph type="title"/>
          </p:nvPr>
        </p:nvSpPr>
        <p:spPr>
          <a:xfrm>
            <a:off x="720000" y="1611325"/>
            <a:ext cx="3861600" cy="667500"/>
          </a:xfrm>
          <a:prstGeom prst="rect">
            <a:avLst/>
          </a:prstGeom>
        </p:spPr>
        <p:txBody>
          <a:bodyPr spcFirstLastPara="1" wrap="square" lIns="91425" tIns="91425" rIns="91425" bIns="91425"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204" name="Google Shape;204;p21"/>
          <p:cNvGrpSpPr/>
          <p:nvPr/>
        </p:nvGrpSpPr>
        <p:grpSpPr>
          <a:xfrm>
            <a:off x="8589988" y="655493"/>
            <a:ext cx="409357" cy="409357"/>
            <a:chOff x="1393875" y="-1823657"/>
            <a:chExt cx="409357" cy="409357"/>
          </a:xfrm>
        </p:grpSpPr>
        <p:cxnSp>
          <p:nvCxnSpPr>
            <p:cNvPr id="205" name="Google Shape;205;p21"/>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206" name="Google Shape;206;p21"/>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207" name="Google Shape;207;p21"/>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208" name="Google Shape;208;p21"/>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405"/>
        <p:cNvGrpSpPr/>
        <p:nvPr/>
      </p:nvGrpSpPr>
      <p:grpSpPr>
        <a:xfrm>
          <a:off x="0" y="0"/>
          <a:ext cx="0" cy="0"/>
          <a:chOff x="0" y="0"/>
          <a:chExt cx="0" cy="0"/>
        </a:xfrm>
      </p:grpSpPr>
      <p:pic>
        <p:nvPicPr>
          <p:cNvPr id="406" name="Google Shape;406;p32"/>
          <p:cNvPicPr preferRelativeResize="0"/>
          <p:nvPr/>
        </p:nvPicPr>
        <p:blipFill>
          <a:blip r:embed="rId2">
            <a:alphaModFix/>
          </a:blip>
          <a:stretch>
            <a:fillRect/>
          </a:stretch>
        </p:blipFill>
        <p:spPr>
          <a:xfrm>
            <a:off x="-42976" y="-24175"/>
            <a:ext cx="9229952" cy="5191851"/>
          </a:xfrm>
          <a:prstGeom prst="rect">
            <a:avLst/>
          </a:prstGeom>
          <a:noFill/>
          <a:ln>
            <a:noFill/>
          </a:ln>
        </p:spPr>
      </p:pic>
      <p:grpSp>
        <p:nvGrpSpPr>
          <p:cNvPr id="407" name="Google Shape;407;p32"/>
          <p:cNvGrpSpPr/>
          <p:nvPr/>
        </p:nvGrpSpPr>
        <p:grpSpPr>
          <a:xfrm>
            <a:off x="134613" y="826268"/>
            <a:ext cx="409357" cy="409357"/>
            <a:chOff x="1393875" y="-1823657"/>
            <a:chExt cx="409357" cy="409357"/>
          </a:xfrm>
        </p:grpSpPr>
        <p:cxnSp>
          <p:nvCxnSpPr>
            <p:cNvPr id="408" name="Google Shape;408;p32"/>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409" name="Google Shape;409;p32"/>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410" name="Google Shape;410;p32"/>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411" name="Google Shape;411;p32"/>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412" name="Google Shape;412;p32"/>
          <p:cNvGrpSpPr/>
          <p:nvPr/>
        </p:nvGrpSpPr>
        <p:grpSpPr>
          <a:xfrm>
            <a:off x="8584638" y="4065118"/>
            <a:ext cx="409357" cy="409357"/>
            <a:chOff x="1393875" y="-1823657"/>
            <a:chExt cx="409357" cy="409357"/>
          </a:xfrm>
        </p:grpSpPr>
        <p:cxnSp>
          <p:nvCxnSpPr>
            <p:cNvPr id="413" name="Google Shape;413;p32"/>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414" name="Google Shape;414;p32"/>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415" name="Google Shape;415;p32"/>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416" name="Google Shape;416;p32"/>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417" name="Google Shape;417;p32"/>
          <p:cNvGrpSpPr/>
          <p:nvPr/>
        </p:nvGrpSpPr>
        <p:grpSpPr>
          <a:xfrm rot="5400000">
            <a:off x="4807401" y="1877287"/>
            <a:ext cx="5761958" cy="1481028"/>
            <a:chOff x="-87025" y="3954291"/>
            <a:chExt cx="4300610" cy="1105409"/>
          </a:xfrm>
        </p:grpSpPr>
        <p:sp>
          <p:nvSpPr>
            <p:cNvPr id="418" name="Google Shape;418;p32"/>
            <p:cNvSpPr/>
            <p:nvPr/>
          </p:nvSpPr>
          <p:spPr>
            <a:xfrm>
              <a:off x="-87025" y="4196000"/>
              <a:ext cx="3799500" cy="863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2"/>
            <p:cNvSpPr/>
            <p:nvPr/>
          </p:nvSpPr>
          <p:spPr>
            <a:xfrm>
              <a:off x="414085" y="3954291"/>
              <a:ext cx="3799500" cy="863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420"/>
        <p:cNvGrpSpPr/>
        <p:nvPr/>
      </p:nvGrpSpPr>
      <p:grpSpPr>
        <a:xfrm>
          <a:off x="0" y="0"/>
          <a:ext cx="0" cy="0"/>
          <a:chOff x="0" y="0"/>
          <a:chExt cx="0" cy="0"/>
        </a:xfrm>
      </p:grpSpPr>
      <p:pic>
        <p:nvPicPr>
          <p:cNvPr id="421" name="Google Shape;421;p33"/>
          <p:cNvPicPr preferRelativeResize="0"/>
          <p:nvPr/>
        </p:nvPicPr>
        <p:blipFill>
          <a:blip r:embed="rId2">
            <a:alphaModFix/>
          </a:blip>
          <a:stretch>
            <a:fillRect/>
          </a:stretch>
        </p:blipFill>
        <p:spPr>
          <a:xfrm flipH="1">
            <a:off x="-42976" y="-24175"/>
            <a:ext cx="9229952" cy="5191851"/>
          </a:xfrm>
          <a:prstGeom prst="rect">
            <a:avLst/>
          </a:prstGeom>
          <a:noFill/>
          <a:ln>
            <a:noFill/>
          </a:ln>
        </p:spPr>
      </p:pic>
      <p:grpSp>
        <p:nvGrpSpPr>
          <p:cNvPr id="422" name="Google Shape;422;p33"/>
          <p:cNvGrpSpPr/>
          <p:nvPr/>
        </p:nvGrpSpPr>
        <p:grpSpPr>
          <a:xfrm>
            <a:off x="6554288" y="62468"/>
            <a:ext cx="409357" cy="409357"/>
            <a:chOff x="1393875" y="-1823657"/>
            <a:chExt cx="409357" cy="409357"/>
          </a:xfrm>
        </p:grpSpPr>
        <p:cxnSp>
          <p:nvCxnSpPr>
            <p:cNvPr id="423" name="Google Shape;423;p33"/>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424" name="Google Shape;424;p33"/>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425" name="Google Shape;425;p33"/>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426" name="Google Shape;426;p33"/>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427" name="Google Shape;427;p33"/>
          <p:cNvGrpSpPr/>
          <p:nvPr/>
        </p:nvGrpSpPr>
        <p:grpSpPr>
          <a:xfrm>
            <a:off x="792038" y="4683868"/>
            <a:ext cx="409357" cy="409357"/>
            <a:chOff x="1393875" y="-1823657"/>
            <a:chExt cx="409357" cy="409357"/>
          </a:xfrm>
        </p:grpSpPr>
        <p:cxnSp>
          <p:nvCxnSpPr>
            <p:cNvPr id="428" name="Google Shape;428;p33"/>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429" name="Google Shape;429;p33"/>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430" name="Google Shape;430;p33"/>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431" name="Google Shape;431;p33"/>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432" name="Google Shape;432;p33"/>
          <p:cNvGrpSpPr/>
          <p:nvPr/>
        </p:nvGrpSpPr>
        <p:grpSpPr>
          <a:xfrm>
            <a:off x="715100" y="-667500"/>
            <a:ext cx="2832900" cy="5089000"/>
            <a:chOff x="-2117800" y="-126050"/>
            <a:chExt cx="2832900" cy="5089000"/>
          </a:xfrm>
        </p:grpSpPr>
        <p:sp>
          <p:nvSpPr>
            <p:cNvPr id="433" name="Google Shape;433;p33"/>
            <p:cNvSpPr/>
            <p:nvPr/>
          </p:nvSpPr>
          <p:spPr>
            <a:xfrm>
              <a:off x="-2117800" y="1002000"/>
              <a:ext cx="2832900" cy="28329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3"/>
            <p:cNvSpPr/>
            <p:nvPr/>
          </p:nvSpPr>
          <p:spPr>
            <a:xfrm>
              <a:off x="-2117800" y="2130050"/>
              <a:ext cx="2832900" cy="28329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3"/>
            <p:cNvSpPr/>
            <p:nvPr/>
          </p:nvSpPr>
          <p:spPr>
            <a:xfrm>
              <a:off x="-2117800" y="-126050"/>
              <a:ext cx="2832900" cy="28329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500"/>
              <a:buFont typeface="Baskervville"/>
              <a:buNone/>
              <a:defRPr sz="3500">
                <a:solidFill>
                  <a:schemeClr val="dk1"/>
                </a:solidFill>
                <a:latin typeface="Baskervville"/>
                <a:ea typeface="Baskervville"/>
                <a:cs typeface="Baskervville"/>
                <a:sym typeface="Baskervville"/>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1pPr>
            <a:lvl2pPr marL="914400" lvl="1" indent="-317500" rtl="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2pPr>
            <a:lvl3pPr marL="1371600" lvl="2" indent="-317500" rtl="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3pPr>
            <a:lvl4pPr marL="1828800" lvl="3" indent="-317500" rtl="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4pPr>
            <a:lvl5pPr marL="2286000" lvl="4" indent="-317500" rtl="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5pPr>
            <a:lvl6pPr marL="2743200" lvl="5" indent="-317500" rtl="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6pPr>
            <a:lvl7pPr marL="3200400" lvl="6" indent="-317500" rtl="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7pPr>
            <a:lvl8pPr marL="3657600" lvl="7" indent="-317500" rtl="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8pPr>
            <a:lvl9pPr marL="4114800" lvl="8" indent="-317500" rtl="0">
              <a:lnSpc>
                <a:spcPct val="100000"/>
              </a:lnSpc>
              <a:spcBef>
                <a:spcPts val="0"/>
              </a:spcBef>
              <a:spcAft>
                <a:spcPts val="0"/>
              </a:spcAft>
              <a:buClr>
                <a:schemeClr val="dk1"/>
              </a:buClr>
              <a:buSzPts val="1400"/>
              <a:buFont typeface="Nunito"/>
              <a:buChar char="■"/>
              <a:defRPr>
                <a:solidFill>
                  <a:schemeClr val="dk1"/>
                </a:solidFill>
                <a:latin typeface="Nunito"/>
                <a:ea typeface="Nunito"/>
                <a:cs typeface="Nunito"/>
                <a:sym typeface="Nuni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1" r:id="rId3"/>
    <p:sldLayoutId id="2147483653" r:id="rId4"/>
    <p:sldLayoutId id="2147483655" r:id="rId5"/>
    <p:sldLayoutId id="2147483657" r:id="rId6"/>
    <p:sldLayoutId id="2147483658" r:id="rId7"/>
    <p:sldLayoutId id="2147483659" r:id="rId8"/>
    <p:sldLayoutId id="2147483661" r:id="rId9"/>
    <p:sldLayoutId id="2147483664" r:id="rId10"/>
    <p:sldLayoutId id="2147483665" r:id="rId11"/>
    <p:sldLayoutId id="2147483667" r:id="rId12"/>
    <p:sldLayoutId id="2147483678" r:id="rId13"/>
    <p:sldLayoutId id="2147483679"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37"/>
          <p:cNvSpPr txBox="1">
            <a:spLocks noGrp="1"/>
          </p:cNvSpPr>
          <p:nvPr>
            <p:ph type="ctrTitle"/>
          </p:nvPr>
        </p:nvSpPr>
        <p:spPr>
          <a:xfrm>
            <a:off x="3199725" y="1192175"/>
            <a:ext cx="5186575" cy="21804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Bahasa Pemograman Kotlin</a:t>
            </a:r>
            <a:endParaRPr dirty="0">
              <a:solidFill>
                <a:schemeClr val="accent1"/>
              </a:solidFill>
            </a:endParaRPr>
          </a:p>
        </p:txBody>
      </p:sp>
      <p:grpSp>
        <p:nvGrpSpPr>
          <p:cNvPr id="448" name="Google Shape;448;p37"/>
          <p:cNvGrpSpPr/>
          <p:nvPr/>
        </p:nvGrpSpPr>
        <p:grpSpPr>
          <a:xfrm>
            <a:off x="8181621" y="395166"/>
            <a:ext cx="409357" cy="409357"/>
            <a:chOff x="1393875" y="-1823657"/>
            <a:chExt cx="409357" cy="409357"/>
          </a:xfrm>
        </p:grpSpPr>
        <p:cxnSp>
          <p:nvCxnSpPr>
            <p:cNvPr id="449" name="Google Shape;449;p37"/>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450" name="Google Shape;450;p37"/>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451" name="Google Shape;451;p37"/>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452" name="Google Shape;452;p37"/>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cxnSp>
        <p:nvCxnSpPr>
          <p:cNvPr id="456" name="Google Shape;456;p37"/>
          <p:cNvCxnSpPr/>
          <p:nvPr/>
        </p:nvCxnSpPr>
        <p:spPr>
          <a:xfrm rot="10800000">
            <a:off x="3594000" y="3516250"/>
            <a:ext cx="4853700" cy="0"/>
          </a:xfrm>
          <a:prstGeom prst="straightConnector1">
            <a:avLst/>
          </a:prstGeom>
          <a:noFill/>
          <a:ln w="9525" cap="flat" cmpd="sng">
            <a:solidFill>
              <a:schemeClr val="dk1"/>
            </a:solidFill>
            <a:prstDash val="solid"/>
            <a:round/>
            <a:headEnd type="none" w="med" len="med"/>
            <a:tailEnd type="none" w="med" len="med"/>
          </a:ln>
        </p:spPr>
      </p:cxnSp>
      <p:sp>
        <p:nvSpPr>
          <p:cNvPr id="2" name="Google Shape;447;p37">
            <a:extLst>
              <a:ext uri="{FF2B5EF4-FFF2-40B4-BE49-F238E27FC236}">
                <a16:creationId xmlns:a16="http://schemas.microsoft.com/office/drawing/2014/main" id="{42A31DA1-90A1-7E8B-CC17-6B2EE60102E8}"/>
              </a:ext>
            </a:extLst>
          </p:cNvPr>
          <p:cNvSpPr txBox="1">
            <a:spLocks/>
          </p:cNvSpPr>
          <p:nvPr/>
        </p:nvSpPr>
        <p:spPr>
          <a:xfrm>
            <a:off x="3503393" y="4363923"/>
            <a:ext cx="5027700" cy="409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1400"/>
              <a:buFont typeface="Nunito"/>
              <a:buNone/>
              <a:defRPr sz="18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marL="0" indent="0"/>
            <a:r>
              <a:rPr lang="en-US" dirty="0"/>
              <a:t>Abdullah </a:t>
            </a:r>
            <a:r>
              <a:rPr lang="en-US" dirty="0" err="1"/>
              <a:t>Qa'id</a:t>
            </a:r>
            <a:r>
              <a:rPr lang="en-US" dirty="0"/>
              <a:t> </a:t>
            </a:r>
            <a:r>
              <a:rPr lang="en-US" dirty="0" err="1"/>
              <a:t>Mu'aadz</a:t>
            </a:r>
            <a:endParaRPr lang="en-US" dirty="0"/>
          </a:p>
        </p:txBody>
      </p:sp>
      <p:pic>
        <p:nvPicPr>
          <p:cNvPr id="4" name="Picture 3">
            <a:extLst>
              <a:ext uri="{FF2B5EF4-FFF2-40B4-BE49-F238E27FC236}">
                <a16:creationId xmlns:a16="http://schemas.microsoft.com/office/drawing/2014/main" id="{2A1DF613-AA70-2B41-24A4-2D52C9717420}"/>
              </a:ext>
            </a:extLst>
          </p:cNvPr>
          <p:cNvPicPr>
            <a:picLocks noChangeAspect="1"/>
          </p:cNvPicPr>
          <p:nvPr/>
        </p:nvPicPr>
        <p:blipFill>
          <a:blip r:embed="rId3"/>
          <a:stretch>
            <a:fillRect/>
          </a:stretch>
        </p:blipFill>
        <p:spPr>
          <a:xfrm>
            <a:off x="132500" y="-80996"/>
            <a:ext cx="3072650" cy="3072650"/>
          </a:xfrm>
          <a:prstGeom prst="rect">
            <a:avLst/>
          </a:prstGeom>
        </p:spPr>
      </p:pic>
      <p:sp>
        <p:nvSpPr>
          <p:cNvPr id="8" name="Google Shape;489;p39">
            <a:extLst>
              <a:ext uri="{FF2B5EF4-FFF2-40B4-BE49-F238E27FC236}">
                <a16:creationId xmlns:a16="http://schemas.microsoft.com/office/drawing/2014/main" id="{C479E2E4-56F9-ECD7-92B7-4B4A17DC9932}"/>
              </a:ext>
            </a:extLst>
          </p:cNvPr>
          <p:cNvSpPr/>
          <p:nvPr/>
        </p:nvSpPr>
        <p:spPr>
          <a:xfrm>
            <a:off x="137925" y="2146429"/>
            <a:ext cx="3061800" cy="306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447;p37">
            <a:extLst>
              <a:ext uri="{FF2B5EF4-FFF2-40B4-BE49-F238E27FC236}">
                <a16:creationId xmlns:a16="http://schemas.microsoft.com/office/drawing/2014/main" id="{437943D5-7117-25CE-F644-166E8D18BAAE}"/>
              </a:ext>
            </a:extLst>
          </p:cNvPr>
          <p:cNvSpPr txBox="1">
            <a:spLocks/>
          </p:cNvSpPr>
          <p:nvPr/>
        </p:nvSpPr>
        <p:spPr>
          <a:xfrm>
            <a:off x="3420000" y="3608107"/>
            <a:ext cx="5027700" cy="409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1400"/>
              <a:buFont typeface="Nunito"/>
              <a:buNone/>
              <a:defRPr sz="18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marL="0" indent="0"/>
            <a:r>
              <a:rPr lang="en-US" dirty="0"/>
              <a:t>Lutfi </a:t>
            </a:r>
            <a:r>
              <a:rPr lang="en-US" dirty="0" err="1"/>
              <a:t>Alfian</a:t>
            </a:r>
            <a:endParaRPr lang="en-US" dirty="0"/>
          </a:p>
        </p:txBody>
      </p:sp>
      <p:sp>
        <p:nvSpPr>
          <p:cNvPr id="5" name="Google Shape;447;p37">
            <a:extLst>
              <a:ext uri="{FF2B5EF4-FFF2-40B4-BE49-F238E27FC236}">
                <a16:creationId xmlns:a16="http://schemas.microsoft.com/office/drawing/2014/main" id="{B14927BD-39B1-A7F4-F0D6-99A739AF60FA}"/>
              </a:ext>
            </a:extLst>
          </p:cNvPr>
          <p:cNvSpPr txBox="1">
            <a:spLocks/>
          </p:cNvSpPr>
          <p:nvPr/>
        </p:nvSpPr>
        <p:spPr>
          <a:xfrm>
            <a:off x="3430427" y="3986015"/>
            <a:ext cx="5027700" cy="4095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r" rtl="0">
              <a:lnSpc>
                <a:spcPct val="100000"/>
              </a:lnSpc>
              <a:spcBef>
                <a:spcPts val="0"/>
              </a:spcBef>
              <a:spcAft>
                <a:spcPts val="0"/>
              </a:spcAft>
              <a:buClr>
                <a:schemeClr val="dk1"/>
              </a:buClr>
              <a:buSzPts val="1400"/>
              <a:buFont typeface="Nunito"/>
              <a:buNone/>
              <a:defRPr sz="18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800"/>
              <a:buFont typeface="Nunito"/>
              <a:buNone/>
              <a:defRPr sz="1800" b="0" i="0" u="none" strike="noStrike" cap="none">
                <a:solidFill>
                  <a:schemeClr val="dk1"/>
                </a:solidFill>
                <a:latin typeface="Nunito"/>
                <a:ea typeface="Nunito"/>
                <a:cs typeface="Nunito"/>
                <a:sym typeface="Nunito"/>
              </a:defRPr>
            </a:lvl9pPr>
          </a:lstStyle>
          <a:p>
            <a:pPr marL="0" indent="0"/>
            <a:r>
              <a:rPr lang="en-US" dirty="0" err="1"/>
              <a:t>Lailatul</a:t>
            </a:r>
            <a:r>
              <a:rPr lang="en-US" dirty="0"/>
              <a:t> Qadri</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70"/>
        <p:cNvGrpSpPr/>
        <p:nvPr/>
      </p:nvGrpSpPr>
      <p:grpSpPr>
        <a:xfrm>
          <a:off x="0" y="0"/>
          <a:ext cx="0" cy="0"/>
          <a:chOff x="0" y="0"/>
          <a:chExt cx="0" cy="0"/>
        </a:xfrm>
      </p:grpSpPr>
      <p:sp>
        <p:nvSpPr>
          <p:cNvPr id="471" name="Google Shape;471;p39"/>
          <p:cNvSpPr/>
          <p:nvPr/>
        </p:nvSpPr>
        <p:spPr>
          <a:xfrm>
            <a:off x="836601" y="1579011"/>
            <a:ext cx="808800" cy="808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9"/>
          <p:cNvSpPr/>
          <p:nvPr/>
        </p:nvSpPr>
        <p:spPr>
          <a:xfrm>
            <a:off x="4285551" y="1614562"/>
            <a:ext cx="808800" cy="808798"/>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9"/>
          <p:cNvSpPr/>
          <p:nvPr/>
        </p:nvSpPr>
        <p:spPr>
          <a:xfrm>
            <a:off x="4364350" y="2723599"/>
            <a:ext cx="808800" cy="808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9"/>
          <p:cNvSpPr txBox="1">
            <a:spLocks noGrp="1"/>
          </p:cNvSpPr>
          <p:nvPr>
            <p:ph type="title"/>
          </p:nvPr>
        </p:nvSpPr>
        <p:spPr>
          <a:xfrm>
            <a:off x="898051" y="1579011"/>
            <a:ext cx="685800" cy="68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01</a:t>
            </a:r>
            <a:endParaRPr dirty="0"/>
          </a:p>
        </p:txBody>
      </p:sp>
      <p:sp>
        <p:nvSpPr>
          <p:cNvPr id="477" name="Google Shape;477;p39"/>
          <p:cNvSpPr txBox="1">
            <a:spLocks noGrp="1"/>
          </p:cNvSpPr>
          <p:nvPr>
            <p:ph type="title" idx="2"/>
          </p:nvPr>
        </p:nvSpPr>
        <p:spPr>
          <a:xfrm>
            <a:off x="4346451" y="1614559"/>
            <a:ext cx="687000" cy="686998"/>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02</a:t>
            </a:r>
            <a:endParaRPr dirty="0"/>
          </a:p>
        </p:txBody>
      </p:sp>
      <p:sp>
        <p:nvSpPr>
          <p:cNvPr id="479" name="Google Shape;479;p39"/>
          <p:cNvSpPr txBox="1">
            <a:spLocks noGrp="1"/>
          </p:cNvSpPr>
          <p:nvPr>
            <p:ph type="title" idx="4"/>
          </p:nvPr>
        </p:nvSpPr>
        <p:spPr>
          <a:xfrm>
            <a:off x="887651" y="2763229"/>
            <a:ext cx="685800" cy="68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03</a:t>
            </a:r>
            <a:endParaRPr dirty="0"/>
          </a:p>
        </p:txBody>
      </p:sp>
      <p:sp>
        <p:nvSpPr>
          <p:cNvPr id="481" name="Google Shape;481;p39"/>
          <p:cNvSpPr txBox="1">
            <a:spLocks noGrp="1"/>
          </p:cNvSpPr>
          <p:nvPr>
            <p:ph type="title" idx="6"/>
          </p:nvPr>
        </p:nvSpPr>
        <p:spPr>
          <a:xfrm>
            <a:off x="4348601" y="2825957"/>
            <a:ext cx="687000" cy="6870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
        <p:nvSpPr>
          <p:cNvPr id="483" name="Google Shape;483;p39"/>
          <p:cNvSpPr txBox="1">
            <a:spLocks noGrp="1"/>
          </p:cNvSpPr>
          <p:nvPr>
            <p:ph type="title" idx="8"/>
          </p:nvPr>
        </p:nvSpPr>
        <p:spPr>
          <a:xfrm>
            <a:off x="720000" y="544400"/>
            <a:ext cx="7704000" cy="71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a:t>Pembahasan</a:t>
            </a:r>
            <a:endParaRPr dirty="0"/>
          </a:p>
        </p:txBody>
      </p:sp>
      <p:sp>
        <p:nvSpPr>
          <p:cNvPr id="484" name="Google Shape;484;p39"/>
          <p:cNvSpPr txBox="1">
            <a:spLocks noGrp="1"/>
          </p:cNvSpPr>
          <p:nvPr>
            <p:ph type="subTitle" idx="9"/>
          </p:nvPr>
        </p:nvSpPr>
        <p:spPr>
          <a:xfrm>
            <a:off x="1832101" y="1659849"/>
            <a:ext cx="2336400" cy="53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Pengertian</a:t>
            </a:r>
            <a:endParaRPr dirty="0"/>
          </a:p>
        </p:txBody>
      </p:sp>
      <p:sp>
        <p:nvSpPr>
          <p:cNvPr id="485" name="Google Shape;485;p39"/>
          <p:cNvSpPr txBox="1">
            <a:spLocks noGrp="1"/>
          </p:cNvSpPr>
          <p:nvPr>
            <p:ph type="subTitle" idx="13"/>
          </p:nvPr>
        </p:nvSpPr>
        <p:spPr>
          <a:xfrm>
            <a:off x="5281051" y="1692858"/>
            <a:ext cx="2336400" cy="530400"/>
          </a:xfrm>
          <a:prstGeom prst="rect">
            <a:avLst/>
          </a:prstGeom>
        </p:spPr>
        <p:txBody>
          <a:bodyPr spcFirstLastPara="1" wrap="square" lIns="91425" tIns="91425" rIns="91425" bIns="91425" anchor="b" anchorCtr="0">
            <a:noAutofit/>
          </a:bodyPr>
          <a:lstStyle/>
          <a:p>
            <a:pPr marL="0" indent="0"/>
            <a:r>
              <a:rPr lang="en-ID" dirty="0"/>
              <a:t>Sejarah</a:t>
            </a:r>
          </a:p>
        </p:txBody>
      </p:sp>
      <p:sp>
        <p:nvSpPr>
          <p:cNvPr id="486" name="Google Shape;486;p39"/>
          <p:cNvSpPr txBox="1">
            <a:spLocks noGrp="1"/>
          </p:cNvSpPr>
          <p:nvPr>
            <p:ph type="subTitle" idx="14"/>
          </p:nvPr>
        </p:nvSpPr>
        <p:spPr>
          <a:xfrm>
            <a:off x="1832101" y="2877846"/>
            <a:ext cx="2336400" cy="694185"/>
          </a:xfrm>
          <a:prstGeom prst="rect">
            <a:avLst/>
          </a:prstGeom>
        </p:spPr>
        <p:txBody>
          <a:bodyPr spcFirstLastPara="1" wrap="square" lIns="91425" tIns="91425" rIns="91425" bIns="91425" anchor="b" anchorCtr="0">
            <a:noAutofit/>
          </a:bodyPr>
          <a:lstStyle/>
          <a:p>
            <a:pPr marL="0" indent="0"/>
            <a:r>
              <a:rPr lang="en-ID" dirty="0" err="1"/>
              <a:t>Kelebihan</a:t>
            </a:r>
            <a:r>
              <a:rPr lang="en-ID" dirty="0"/>
              <a:t> &amp; </a:t>
            </a:r>
            <a:r>
              <a:rPr lang="en-ID" dirty="0" err="1"/>
              <a:t>Kekurangan</a:t>
            </a:r>
            <a:endParaRPr lang="en-ID" dirty="0"/>
          </a:p>
        </p:txBody>
      </p:sp>
      <p:sp>
        <p:nvSpPr>
          <p:cNvPr id="487" name="Google Shape;487;p39"/>
          <p:cNvSpPr txBox="1">
            <a:spLocks noGrp="1"/>
          </p:cNvSpPr>
          <p:nvPr>
            <p:ph type="subTitle" idx="15"/>
          </p:nvPr>
        </p:nvSpPr>
        <p:spPr>
          <a:xfrm>
            <a:off x="5412851" y="2928639"/>
            <a:ext cx="2336400" cy="530400"/>
          </a:xfrm>
          <a:prstGeom prst="rect">
            <a:avLst/>
          </a:prstGeom>
        </p:spPr>
        <p:txBody>
          <a:bodyPr spcFirstLastPara="1" wrap="square" lIns="91425" tIns="91425" rIns="91425" bIns="91425" anchor="b" anchorCtr="0">
            <a:noAutofit/>
          </a:bodyPr>
          <a:lstStyle/>
          <a:p>
            <a:pPr marL="0" indent="0"/>
            <a:r>
              <a:rPr lang="en-US" dirty="0"/>
              <a:t>M</a:t>
            </a:r>
            <a:r>
              <a:rPr lang="en-ID" dirty="0" err="1"/>
              <a:t>anfaat</a:t>
            </a:r>
            <a:endParaRPr lang="en-ID" dirty="0"/>
          </a:p>
        </p:txBody>
      </p:sp>
      <p:cxnSp>
        <p:nvCxnSpPr>
          <p:cNvPr id="488" name="Google Shape;488;p39"/>
          <p:cNvCxnSpPr/>
          <p:nvPr/>
        </p:nvCxnSpPr>
        <p:spPr>
          <a:xfrm rot="10800000">
            <a:off x="722050" y="1268050"/>
            <a:ext cx="7710300" cy="0"/>
          </a:xfrm>
          <a:prstGeom prst="straightConnector1">
            <a:avLst/>
          </a:prstGeom>
          <a:noFill/>
          <a:ln w="9525" cap="flat" cmpd="sng">
            <a:solidFill>
              <a:schemeClr val="dk1"/>
            </a:solidFill>
            <a:prstDash val="solid"/>
            <a:round/>
            <a:headEnd type="none" w="med" len="med"/>
            <a:tailEnd type="none" w="med" len="med"/>
          </a:ln>
        </p:spPr>
      </p:cxnSp>
      <p:pic>
        <p:nvPicPr>
          <p:cNvPr id="10" name="Picture 9">
            <a:extLst>
              <a:ext uri="{FF2B5EF4-FFF2-40B4-BE49-F238E27FC236}">
                <a16:creationId xmlns:a16="http://schemas.microsoft.com/office/drawing/2014/main" id="{513B6DB9-BF37-C7A4-BD36-0330D047B37D}"/>
              </a:ext>
            </a:extLst>
          </p:cNvPr>
          <p:cNvPicPr>
            <a:picLocks noChangeAspect="1"/>
          </p:cNvPicPr>
          <p:nvPr/>
        </p:nvPicPr>
        <p:blipFill>
          <a:blip r:embed="rId3"/>
          <a:stretch>
            <a:fillRect/>
          </a:stretch>
        </p:blipFill>
        <p:spPr>
          <a:xfrm>
            <a:off x="7555151" y="-1112837"/>
            <a:ext cx="3072650" cy="3072650"/>
          </a:xfrm>
          <a:prstGeom prst="rect">
            <a:avLst/>
          </a:prstGeom>
        </p:spPr>
      </p:pic>
      <p:pic>
        <p:nvPicPr>
          <p:cNvPr id="2" name="Picture 1">
            <a:extLst>
              <a:ext uri="{FF2B5EF4-FFF2-40B4-BE49-F238E27FC236}">
                <a16:creationId xmlns:a16="http://schemas.microsoft.com/office/drawing/2014/main" id="{535F6882-16D2-6433-A75E-72B235BADFD7}"/>
              </a:ext>
            </a:extLst>
          </p:cNvPr>
          <p:cNvPicPr>
            <a:picLocks noChangeAspect="1"/>
          </p:cNvPicPr>
          <p:nvPr/>
        </p:nvPicPr>
        <p:blipFill>
          <a:blip r:embed="rId4"/>
          <a:stretch>
            <a:fillRect/>
          </a:stretch>
        </p:blipFill>
        <p:spPr>
          <a:xfrm>
            <a:off x="6079425" y="3630416"/>
            <a:ext cx="2951452" cy="1575645"/>
          </a:xfrm>
          <a:prstGeom prst="rect">
            <a:avLst/>
          </a:prstGeom>
        </p:spPr>
      </p:pic>
      <p:pic>
        <p:nvPicPr>
          <p:cNvPr id="4" name="Picture 3">
            <a:extLst>
              <a:ext uri="{FF2B5EF4-FFF2-40B4-BE49-F238E27FC236}">
                <a16:creationId xmlns:a16="http://schemas.microsoft.com/office/drawing/2014/main" id="{6F2216A7-1B87-7F22-33E7-88A2DE53CD47}"/>
              </a:ext>
            </a:extLst>
          </p:cNvPr>
          <p:cNvPicPr>
            <a:picLocks noChangeAspect="1"/>
          </p:cNvPicPr>
          <p:nvPr/>
        </p:nvPicPr>
        <p:blipFill>
          <a:blip r:embed="rId5"/>
          <a:stretch>
            <a:fillRect/>
          </a:stretch>
        </p:blipFill>
        <p:spPr>
          <a:xfrm>
            <a:off x="7061056" y="2688785"/>
            <a:ext cx="195089" cy="274344"/>
          </a:xfrm>
          <a:prstGeom prst="rect">
            <a:avLst/>
          </a:prstGeom>
        </p:spPr>
      </p:pic>
      <p:sp>
        <p:nvSpPr>
          <p:cNvPr id="6" name="Google Shape;489;p39">
            <a:extLst>
              <a:ext uri="{FF2B5EF4-FFF2-40B4-BE49-F238E27FC236}">
                <a16:creationId xmlns:a16="http://schemas.microsoft.com/office/drawing/2014/main" id="{5B85676A-3B59-2ECF-707A-2632ABCFAE13}"/>
              </a:ext>
            </a:extLst>
          </p:cNvPr>
          <p:cNvSpPr/>
          <p:nvPr/>
        </p:nvSpPr>
        <p:spPr>
          <a:xfrm>
            <a:off x="7704950" y="-1263071"/>
            <a:ext cx="3061800" cy="3061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471;p39">
            <a:extLst>
              <a:ext uri="{FF2B5EF4-FFF2-40B4-BE49-F238E27FC236}">
                <a16:creationId xmlns:a16="http://schemas.microsoft.com/office/drawing/2014/main" id="{FCDA23D7-01DD-2D17-29C9-3A9B1EA12613}"/>
              </a:ext>
            </a:extLst>
          </p:cNvPr>
          <p:cNvSpPr/>
          <p:nvPr/>
        </p:nvSpPr>
        <p:spPr>
          <a:xfrm>
            <a:off x="826151" y="2763232"/>
            <a:ext cx="808800" cy="8088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 name="Google Shape;528;p42">
            <a:extLst>
              <a:ext uri="{FF2B5EF4-FFF2-40B4-BE49-F238E27FC236}">
                <a16:creationId xmlns:a16="http://schemas.microsoft.com/office/drawing/2014/main" id="{987F1236-6A22-5577-1FD1-112A740372E7}"/>
              </a:ext>
            </a:extLst>
          </p:cNvPr>
          <p:cNvGrpSpPr/>
          <p:nvPr/>
        </p:nvGrpSpPr>
        <p:grpSpPr>
          <a:xfrm>
            <a:off x="164940" y="63150"/>
            <a:ext cx="409357" cy="409357"/>
            <a:chOff x="1393875" y="-1823657"/>
            <a:chExt cx="409357" cy="409357"/>
          </a:xfrm>
        </p:grpSpPr>
        <p:cxnSp>
          <p:nvCxnSpPr>
            <p:cNvPr id="31" name="Google Shape;529;p42">
              <a:extLst>
                <a:ext uri="{FF2B5EF4-FFF2-40B4-BE49-F238E27FC236}">
                  <a16:creationId xmlns:a16="http://schemas.microsoft.com/office/drawing/2014/main" id="{E613DD07-DBF0-12A8-CFD4-3C7FD06BB6F9}"/>
                </a:ext>
              </a:extLst>
            </p:cNvPr>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32" name="Google Shape;530;p42">
              <a:extLst>
                <a:ext uri="{FF2B5EF4-FFF2-40B4-BE49-F238E27FC236}">
                  <a16:creationId xmlns:a16="http://schemas.microsoft.com/office/drawing/2014/main" id="{7EBDF840-6885-4583-CAD7-948A1B2BE1C7}"/>
                </a:ext>
              </a:extLst>
            </p:cNvPr>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33" name="Google Shape;531;p42">
              <a:extLst>
                <a:ext uri="{FF2B5EF4-FFF2-40B4-BE49-F238E27FC236}">
                  <a16:creationId xmlns:a16="http://schemas.microsoft.com/office/drawing/2014/main" id="{3D9AB9E8-4885-8864-56A4-8751B7796F13}"/>
                </a:ext>
              </a:extLst>
            </p:cNvPr>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34" name="Google Shape;532;p42">
              <a:extLst>
                <a:ext uri="{FF2B5EF4-FFF2-40B4-BE49-F238E27FC236}">
                  <a16:creationId xmlns:a16="http://schemas.microsoft.com/office/drawing/2014/main" id="{78F6F846-E584-C3C7-D9F8-99AF8CC385AB}"/>
                </a:ext>
              </a:extLst>
            </p:cNvPr>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35" name="Google Shape;533;p42">
            <a:extLst>
              <a:ext uri="{FF2B5EF4-FFF2-40B4-BE49-F238E27FC236}">
                <a16:creationId xmlns:a16="http://schemas.microsoft.com/office/drawing/2014/main" id="{29330696-F0D7-CE2F-20C3-445BD4D1C591}"/>
              </a:ext>
            </a:extLst>
          </p:cNvPr>
          <p:cNvGrpSpPr/>
          <p:nvPr/>
        </p:nvGrpSpPr>
        <p:grpSpPr>
          <a:xfrm>
            <a:off x="164940" y="4670836"/>
            <a:ext cx="409357" cy="409357"/>
            <a:chOff x="1393875" y="-1823657"/>
            <a:chExt cx="409357" cy="409357"/>
          </a:xfrm>
        </p:grpSpPr>
        <p:cxnSp>
          <p:nvCxnSpPr>
            <p:cNvPr id="36" name="Google Shape;534;p42">
              <a:extLst>
                <a:ext uri="{FF2B5EF4-FFF2-40B4-BE49-F238E27FC236}">
                  <a16:creationId xmlns:a16="http://schemas.microsoft.com/office/drawing/2014/main" id="{EA1C7879-7D56-DF46-2335-7F3DCE405405}"/>
                </a:ext>
              </a:extLst>
            </p:cNvPr>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37" name="Google Shape;535;p42">
              <a:extLst>
                <a:ext uri="{FF2B5EF4-FFF2-40B4-BE49-F238E27FC236}">
                  <a16:creationId xmlns:a16="http://schemas.microsoft.com/office/drawing/2014/main" id="{8844D84F-760F-AF4F-DAB0-3D0C655BA98B}"/>
                </a:ext>
              </a:extLst>
            </p:cNvPr>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38" name="Google Shape;536;p42">
              <a:extLst>
                <a:ext uri="{FF2B5EF4-FFF2-40B4-BE49-F238E27FC236}">
                  <a16:creationId xmlns:a16="http://schemas.microsoft.com/office/drawing/2014/main" id="{D4874CEA-B754-FEBB-D6B3-A7C5F17BFC6E}"/>
                </a:ext>
              </a:extLst>
            </p:cNvPr>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39" name="Google Shape;537;p42">
              <a:extLst>
                <a:ext uri="{FF2B5EF4-FFF2-40B4-BE49-F238E27FC236}">
                  <a16:creationId xmlns:a16="http://schemas.microsoft.com/office/drawing/2014/main" id="{9DF4EB44-2A61-4F17-260C-E211F2422B96}"/>
                </a:ext>
              </a:extLst>
            </p:cNvPr>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42"/>
          <p:cNvSpPr txBox="1">
            <a:spLocks noGrp="1"/>
          </p:cNvSpPr>
          <p:nvPr>
            <p:ph type="title"/>
          </p:nvPr>
        </p:nvSpPr>
        <p:spPr>
          <a:xfrm>
            <a:off x="715100" y="2702137"/>
            <a:ext cx="4782000" cy="84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Pengertian Kotlin</a:t>
            </a:r>
            <a:endParaRPr dirty="0"/>
          </a:p>
        </p:txBody>
      </p:sp>
      <p:sp>
        <p:nvSpPr>
          <p:cNvPr id="521" name="Google Shape;521;p42"/>
          <p:cNvSpPr txBox="1">
            <a:spLocks noGrp="1"/>
          </p:cNvSpPr>
          <p:nvPr>
            <p:ph type="title" idx="2"/>
          </p:nvPr>
        </p:nvSpPr>
        <p:spPr>
          <a:xfrm>
            <a:off x="715100" y="1064850"/>
            <a:ext cx="3150900" cy="8418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a:t>01</a:t>
            </a:r>
            <a:endParaRPr/>
          </a:p>
        </p:txBody>
      </p:sp>
      <p:grpSp>
        <p:nvGrpSpPr>
          <p:cNvPr id="523" name="Google Shape;523;p42"/>
          <p:cNvGrpSpPr/>
          <p:nvPr/>
        </p:nvGrpSpPr>
        <p:grpSpPr>
          <a:xfrm>
            <a:off x="6312750" y="-51200"/>
            <a:ext cx="2504100" cy="5303450"/>
            <a:chOff x="6701850" y="-51200"/>
            <a:chExt cx="2504100" cy="5303450"/>
          </a:xfrm>
        </p:grpSpPr>
        <p:sp>
          <p:nvSpPr>
            <p:cNvPr id="524" name="Google Shape;524;p42"/>
            <p:cNvSpPr/>
            <p:nvPr/>
          </p:nvSpPr>
          <p:spPr>
            <a:xfrm>
              <a:off x="6701850" y="-51200"/>
              <a:ext cx="2504100" cy="2165700"/>
            </a:xfrm>
            <a:prstGeom prst="triangle">
              <a:avLst>
                <a:gd name="adj" fmla="val 5000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42"/>
            <p:cNvSpPr/>
            <p:nvPr/>
          </p:nvSpPr>
          <p:spPr>
            <a:xfrm>
              <a:off x="6701850" y="1488900"/>
              <a:ext cx="2504100" cy="2165700"/>
            </a:xfrm>
            <a:prstGeom prst="triangle">
              <a:avLst>
                <a:gd name="adj" fmla="val 5000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42"/>
            <p:cNvSpPr/>
            <p:nvPr/>
          </p:nvSpPr>
          <p:spPr>
            <a:xfrm>
              <a:off x="6701850" y="3086550"/>
              <a:ext cx="2504100" cy="2165700"/>
            </a:xfrm>
            <a:prstGeom prst="triangle">
              <a:avLst>
                <a:gd name="adj" fmla="val 5000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27" name="Google Shape;527;p42"/>
          <p:cNvCxnSpPr/>
          <p:nvPr/>
        </p:nvCxnSpPr>
        <p:spPr>
          <a:xfrm rot="10800000">
            <a:off x="715100" y="3654687"/>
            <a:ext cx="4853700" cy="0"/>
          </a:xfrm>
          <a:prstGeom prst="straightConnector1">
            <a:avLst/>
          </a:prstGeom>
          <a:noFill/>
          <a:ln w="9525" cap="flat" cmpd="sng">
            <a:solidFill>
              <a:schemeClr val="dk1"/>
            </a:solidFill>
            <a:prstDash val="solid"/>
            <a:round/>
            <a:headEnd type="none" w="med" len="med"/>
            <a:tailEnd type="none" w="med" len="med"/>
          </a:ln>
        </p:spPr>
      </p:cxnSp>
      <p:grpSp>
        <p:nvGrpSpPr>
          <p:cNvPr id="528" name="Google Shape;528;p42"/>
          <p:cNvGrpSpPr/>
          <p:nvPr/>
        </p:nvGrpSpPr>
        <p:grpSpPr>
          <a:xfrm>
            <a:off x="3775250" y="534993"/>
            <a:ext cx="409357" cy="409357"/>
            <a:chOff x="1393875" y="-1823657"/>
            <a:chExt cx="409357" cy="409357"/>
          </a:xfrm>
        </p:grpSpPr>
        <p:cxnSp>
          <p:nvCxnSpPr>
            <p:cNvPr id="529" name="Google Shape;529;p42"/>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530" name="Google Shape;530;p42"/>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531" name="Google Shape;531;p42"/>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532" name="Google Shape;532;p42"/>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533" name="Google Shape;533;p42"/>
          <p:cNvGrpSpPr/>
          <p:nvPr/>
        </p:nvGrpSpPr>
        <p:grpSpPr>
          <a:xfrm>
            <a:off x="715100" y="4403818"/>
            <a:ext cx="409357" cy="409357"/>
            <a:chOff x="1393875" y="-1823657"/>
            <a:chExt cx="409357" cy="409357"/>
          </a:xfrm>
        </p:grpSpPr>
        <p:cxnSp>
          <p:nvCxnSpPr>
            <p:cNvPr id="534" name="Google Shape;534;p42"/>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535" name="Google Shape;535;p42"/>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536" name="Google Shape;536;p42"/>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537" name="Google Shape;537;p42"/>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06"/>
        <p:cNvGrpSpPr/>
        <p:nvPr/>
      </p:nvGrpSpPr>
      <p:grpSpPr>
        <a:xfrm>
          <a:off x="0" y="0"/>
          <a:ext cx="0" cy="0"/>
          <a:chOff x="0" y="0"/>
          <a:chExt cx="0" cy="0"/>
        </a:xfrm>
      </p:grpSpPr>
      <p:sp>
        <p:nvSpPr>
          <p:cNvPr id="507" name="Google Shape;507;p41"/>
          <p:cNvSpPr txBox="1">
            <a:spLocks noGrp="1"/>
          </p:cNvSpPr>
          <p:nvPr>
            <p:ph type="title"/>
          </p:nvPr>
        </p:nvSpPr>
        <p:spPr>
          <a:xfrm>
            <a:off x="1947300" y="156896"/>
            <a:ext cx="5249400" cy="759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a:t>Pengertian Kotlin</a:t>
            </a:r>
            <a:endParaRPr sz="4000" dirty="0"/>
          </a:p>
        </p:txBody>
      </p:sp>
      <p:cxnSp>
        <p:nvCxnSpPr>
          <p:cNvPr id="509" name="Google Shape;509;p41"/>
          <p:cNvCxnSpPr/>
          <p:nvPr/>
        </p:nvCxnSpPr>
        <p:spPr>
          <a:xfrm rot="10800000">
            <a:off x="2270906" y="945818"/>
            <a:ext cx="4660200" cy="0"/>
          </a:xfrm>
          <a:prstGeom prst="straightConnector1">
            <a:avLst/>
          </a:prstGeom>
          <a:noFill/>
          <a:ln w="9525" cap="flat" cmpd="sng">
            <a:solidFill>
              <a:schemeClr val="dk1"/>
            </a:solidFill>
            <a:prstDash val="solid"/>
            <a:round/>
            <a:headEnd type="none" w="med" len="med"/>
            <a:tailEnd type="none" w="med" len="med"/>
          </a:ln>
        </p:spPr>
      </p:cxnSp>
      <p:grpSp>
        <p:nvGrpSpPr>
          <p:cNvPr id="510" name="Google Shape;510;p41"/>
          <p:cNvGrpSpPr/>
          <p:nvPr/>
        </p:nvGrpSpPr>
        <p:grpSpPr>
          <a:xfrm>
            <a:off x="0" y="3933491"/>
            <a:ext cx="4300610" cy="1105409"/>
            <a:chOff x="-87025" y="3954291"/>
            <a:chExt cx="4300610" cy="1105409"/>
          </a:xfrm>
        </p:grpSpPr>
        <p:sp>
          <p:nvSpPr>
            <p:cNvPr id="511" name="Google Shape;511;p41"/>
            <p:cNvSpPr/>
            <p:nvPr/>
          </p:nvSpPr>
          <p:spPr>
            <a:xfrm>
              <a:off x="-87025" y="4196000"/>
              <a:ext cx="3799500" cy="863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41"/>
            <p:cNvSpPr/>
            <p:nvPr/>
          </p:nvSpPr>
          <p:spPr>
            <a:xfrm>
              <a:off x="414085" y="3954291"/>
              <a:ext cx="3799500" cy="863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3" name="Google Shape;513;p41"/>
          <p:cNvGrpSpPr/>
          <p:nvPr/>
        </p:nvGrpSpPr>
        <p:grpSpPr>
          <a:xfrm rot="5400000">
            <a:off x="6278600" y="-534709"/>
            <a:ext cx="4300610" cy="1105409"/>
            <a:chOff x="-87025" y="3954291"/>
            <a:chExt cx="4300610" cy="1105409"/>
          </a:xfrm>
        </p:grpSpPr>
        <p:sp>
          <p:nvSpPr>
            <p:cNvPr id="514" name="Google Shape;514;p41"/>
            <p:cNvSpPr/>
            <p:nvPr/>
          </p:nvSpPr>
          <p:spPr>
            <a:xfrm>
              <a:off x="-87025" y="4196000"/>
              <a:ext cx="3799500" cy="863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41"/>
            <p:cNvSpPr/>
            <p:nvPr/>
          </p:nvSpPr>
          <p:spPr>
            <a:xfrm>
              <a:off x="414085" y="3954291"/>
              <a:ext cx="3799500" cy="863700"/>
            </a:xfrm>
            <a:prstGeom prst="rect">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 name="Google Shape;528;p42">
            <a:extLst>
              <a:ext uri="{FF2B5EF4-FFF2-40B4-BE49-F238E27FC236}">
                <a16:creationId xmlns:a16="http://schemas.microsoft.com/office/drawing/2014/main" id="{16F7EBC8-C315-38AF-9EF9-D3BAD3B38453}"/>
              </a:ext>
            </a:extLst>
          </p:cNvPr>
          <p:cNvGrpSpPr/>
          <p:nvPr/>
        </p:nvGrpSpPr>
        <p:grpSpPr>
          <a:xfrm>
            <a:off x="5831176" y="127417"/>
            <a:ext cx="409357" cy="409357"/>
            <a:chOff x="1393875" y="-1823657"/>
            <a:chExt cx="409357" cy="409357"/>
          </a:xfrm>
        </p:grpSpPr>
        <p:cxnSp>
          <p:nvCxnSpPr>
            <p:cNvPr id="3" name="Google Shape;529;p42">
              <a:extLst>
                <a:ext uri="{FF2B5EF4-FFF2-40B4-BE49-F238E27FC236}">
                  <a16:creationId xmlns:a16="http://schemas.microsoft.com/office/drawing/2014/main" id="{187CEDF3-F91C-9300-F8D1-3F0C0E50DF8F}"/>
                </a:ext>
              </a:extLst>
            </p:cNvPr>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4" name="Google Shape;530;p42">
              <a:extLst>
                <a:ext uri="{FF2B5EF4-FFF2-40B4-BE49-F238E27FC236}">
                  <a16:creationId xmlns:a16="http://schemas.microsoft.com/office/drawing/2014/main" id="{E6A68308-F106-D016-E748-AC4A42E082A6}"/>
                </a:ext>
              </a:extLst>
            </p:cNvPr>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5" name="Google Shape;531;p42">
              <a:extLst>
                <a:ext uri="{FF2B5EF4-FFF2-40B4-BE49-F238E27FC236}">
                  <a16:creationId xmlns:a16="http://schemas.microsoft.com/office/drawing/2014/main" id="{EA4075AD-7F7A-434D-96C6-9E396FDE25A9}"/>
                </a:ext>
              </a:extLst>
            </p:cNvPr>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6" name="Google Shape;532;p42">
              <a:extLst>
                <a:ext uri="{FF2B5EF4-FFF2-40B4-BE49-F238E27FC236}">
                  <a16:creationId xmlns:a16="http://schemas.microsoft.com/office/drawing/2014/main" id="{137800C0-BB75-699D-AA13-E85F0D296BCE}"/>
                </a:ext>
              </a:extLst>
            </p:cNvPr>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7" name="Google Shape;533;p42">
            <a:extLst>
              <a:ext uri="{FF2B5EF4-FFF2-40B4-BE49-F238E27FC236}">
                <a16:creationId xmlns:a16="http://schemas.microsoft.com/office/drawing/2014/main" id="{118026EF-D919-10B7-01F2-59CCE568D824}"/>
              </a:ext>
            </a:extLst>
          </p:cNvPr>
          <p:cNvGrpSpPr/>
          <p:nvPr/>
        </p:nvGrpSpPr>
        <p:grpSpPr>
          <a:xfrm>
            <a:off x="8580717" y="2864330"/>
            <a:ext cx="409357" cy="409357"/>
            <a:chOff x="1393875" y="-1823657"/>
            <a:chExt cx="409357" cy="409357"/>
          </a:xfrm>
        </p:grpSpPr>
        <p:cxnSp>
          <p:nvCxnSpPr>
            <p:cNvPr id="8" name="Google Shape;534;p42">
              <a:extLst>
                <a:ext uri="{FF2B5EF4-FFF2-40B4-BE49-F238E27FC236}">
                  <a16:creationId xmlns:a16="http://schemas.microsoft.com/office/drawing/2014/main" id="{81313A82-95CA-F58E-0D8C-1F653690F7F2}"/>
                </a:ext>
              </a:extLst>
            </p:cNvPr>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9" name="Google Shape;535;p42">
              <a:extLst>
                <a:ext uri="{FF2B5EF4-FFF2-40B4-BE49-F238E27FC236}">
                  <a16:creationId xmlns:a16="http://schemas.microsoft.com/office/drawing/2014/main" id="{F303AD3A-D89D-76D7-7209-06993D46F8D5}"/>
                </a:ext>
              </a:extLst>
            </p:cNvPr>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0" name="Google Shape;536;p42">
              <a:extLst>
                <a:ext uri="{FF2B5EF4-FFF2-40B4-BE49-F238E27FC236}">
                  <a16:creationId xmlns:a16="http://schemas.microsoft.com/office/drawing/2014/main" id="{0F6E52A7-8299-DD5B-5DDD-CDB6D0CF03F4}"/>
                </a:ext>
              </a:extLst>
            </p:cNvPr>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1" name="Google Shape;537;p42">
              <a:extLst>
                <a:ext uri="{FF2B5EF4-FFF2-40B4-BE49-F238E27FC236}">
                  <a16:creationId xmlns:a16="http://schemas.microsoft.com/office/drawing/2014/main" id="{EE442649-17BF-1ABB-98B4-24B79D7EF02B}"/>
                </a:ext>
              </a:extLst>
            </p:cNvPr>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sp>
        <p:nvSpPr>
          <p:cNvPr id="15" name="Google Shape;508;p41">
            <a:extLst>
              <a:ext uri="{FF2B5EF4-FFF2-40B4-BE49-F238E27FC236}">
                <a16:creationId xmlns:a16="http://schemas.microsoft.com/office/drawing/2014/main" id="{4F034CCC-0D6E-0CE8-2119-E5D1F56212B1}"/>
              </a:ext>
            </a:extLst>
          </p:cNvPr>
          <p:cNvSpPr txBox="1">
            <a:spLocks/>
          </p:cNvSpPr>
          <p:nvPr/>
        </p:nvSpPr>
        <p:spPr>
          <a:xfrm>
            <a:off x="1239887" y="1404740"/>
            <a:ext cx="6664226" cy="2828562"/>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1"/>
              </a:buClr>
              <a:buSzPts val="1400"/>
              <a:buFont typeface="Nunito"/>
              <a:buNone/>
              <a:defRPr sz="1800" b="0" i="0" u="none" strike="noStrike" cap="none">
                <a:solidFill>
                  <a:schemeClr val="dk1"/>
                </a:solidFill>
                <a:latin typeface="Nunito"/>
                <a:ea typeface="Nunito"/>
                <a:cs typeface="Nunito"/>
                <a:sym typeface="Nunito"/>
              </a:defRPr>
            </a:lvl1pPr>
            <a:lvl2pPr marL="914400" marR="0" lvl="1" indent="-317500" algn="ctr" rtl="0">
              <a:lnSpc>
                <a:spcPct val="100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2pPr>
            <a:lvl3pPr marL="1371600" marR="0" lvl="2" indent="-317500" algn="ctr" rtl="0">
              <a:lnSpc>
                <a:spcPct val="100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3pPr>
            <a:lvl4pPr marL="1828800" marR="0" lvl="3" indent="-317500" algn="ctr" rtl="0">
              <a:lnSpc>
                <a:spcPct val="100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4pPr>
            <a:lvl5pPr marL="2286000" marR="0" lvl="4" indent="-317500" algn="ctr" rtl="0">
              <a:lnSpc>
                <a:spcPct val="100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5pPr>
            <a:lvl6pPr marL="2743200" marR="0" lvl="5" indent="-317500" algn="ctr" rtl="0">
              <a:lnSpc>
                <a:spcPct val="100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6pPr>
            <a:lvl7pPr marL="3200400" marR="0" lvl="6" indent="-317500" algn="ctr" rtl="0">
              <a:lnSpc>
                <a:spcPct val="100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7pPr>
            <a:lvl8pPr marL="3657600" marR="0" lvl="7" indent="-317500" algn="ctr" rtl="0">
              <a:lnSpc>
                <a:spcPct val="100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8pPr>
            <a:lvl9pPr marL="4114800" marR="0" lvl="8" indent="-317500" algn="ctr" rtl="0">
              <a:lnSpc>
                <a:spcPct val="100000"/>
              </a:lnSpc>
              <a:spcBef>
                <a:spcPts val="0"/>
              </a:spcBef>
              <a:spcAft>
                <a:spcPts val="0"/>
              </a:spcAft>
              <a:buClr>
                <a:schemeClr val="dk1"/>
              </a:buClr>
              <a:buSzPts val="1400"/>
              <a:buFont typeface="Nunito"/>
              <a:buNone/>
              <a:defRPr sz="1400" b="0" i="0" u="none" strike="noStrike" cap="none">
                <a:solidFill>
                  <a:schemeClr val="dk1"/>
                </a:solidFill>
                <a:latin typeface="Nunito"/>
                <a:ea typeface="Nunito"/>
                <a:cs typeface="Nunito"/>
                <a:sym typeface="Nunito"/>
              </a:defRPr>
            </a:lvl9pPr>
          </a:lstStyle>
          <a:p>
            <a:pPr marL="0" indent="0"/>
            <a:r>
              <a:rPr lang="en-ID"/>
              <a:t>Kotlin merupakan bahasa pemrograman modern untuk berbagai platform yang dikembangkan oleh JetBrains. Namun Kotlin semakin populer di kalangan developer Android untuk membangun aplikasi.</a:t>
            </a:r>
          </a:p>
          <a:p>
            <a:pPr marL="0" indent="0"/>
            <a:endParaRPr lang="en-ID"/>
          </a:p>
          <a:p>
            <a:pPr marL="0" indent="0"/>
            <a:r>
              <a:rPr lang="en-ID"/>
              <a:t>Bahasa pemrograman ini disajikan secara statis yang berjalan pada platform Java Virtual Machine. JVM merupakan platform yang memungkinkan komputer untuk menjalankan kode berbasis JavaScript atau kode dari bahasa lain yang dikompilasi ke dalam Java.</a:t>
            </a:r>
          </a:p>
          <a:p>
            <a:pPr marL="0" indent="0"/>
            <a:endParaRPr lang="en-ID"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sp>
        <p:nvSpPr>
          <p:cNvPr id="671" name="Google Shape;671;p49"/>
          <p:cNvSpPr txBox="1">
            <a:spLocks noGrp="1"/>
          </p:cNvSpPr>
          <p:nvPr>
            <p:ph type="title"/>
          </p:nvPr>
        </p:nvSpPr>
        <p:spPr>
          <a:xfrm>
            <a:off x="2663600" y="2179625"/>
            <a:ext cx="5765300" cy="841800"/>
          </a:xfrm>
          <a:prstGeom prst="rect">
            <a:avLst/>
          </a:prstGeom>
        </p:spPr>
        <p:txBody>
          <a:bodyPr spcFirstLastPara="1" wrap="square" lIns="91425" tIns="91425" rIns="91425" bIns="91425" anchor="b" anchorCtr="0">
            <a:noAutofit/>
          </a:bodyPr>
          <a:lstStyle/>
          <a:p>
            <a:pPr marL="0" lvl="0" indent="0" algn="r" rtl="0">
              <a:spcBef>
                <a:spcPts val="0"/>
              </a:spcBef>
              <a:spcAft>
                <a:spcPts val="0"/>
              </a:spcAft>
              <a:buNone/>
            </a:pPr>
            <a:r>
              <a:rPr lang="en" dirty="0"/>
              <a:t>Sejarah Kotlin</a:t>
            </a:r>
            <a:endParaRPr dirty="0"/>
          </a:p>
        </p:txBody>
      </p:sp>
      <p:sp>
        <p:nvSpPr>
          <p:cNvPr id="672" name="Google Shape;672;p49"/>
          <p:cNvSpPr txBox="1">
            <a:spLocks noGrp="1"/>
          </p:cNvSpPr>
          <p:nvPr>
            <p:ph type="title" idx="2"/>
          </p:nvPr>
        </p:nvSpPr>
        <p:spPr>
          <a:xfrm>
            <a:off x="5278000" y="1064838"/>
            <a:ext cx="3150900" cy="8418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02</a:t>
            </a:r>
            <a:endParaRPr dirty="0"/>
          </a:p>
        </p:txBody>
      </p:sp>
      <p:cxnSp>
        <p:nvCxnSpPr>
          <p:cNvPr id="674" name="Google Shape;674;p49"/>
          <p:cNvCxnSpPr/>
          <p:nvPr/>
        </p:nvCxnSpPr>
        <p:spPr>
          <a:xfrm rot="10800000">
            <a:off x="3575200" y="3132175"/>
            <a:ext cx="4853700" cy="0"/>
          </a:xfrm>
          <a:prstGeom prst="straightConnector1">
            <a:avLst/>
          </a:prstGeom>
          <a:noFill/>
          <a:ln w="9525" cap="flat" cmpd="sng">
            <a:solidFill>
              <a:schemeClr val="dk1"/>
            </a:solidFill>
            <a:prstDash val="solid"/>
            <a:round/>
            <a:headEnd type="none" w="med" len="med"/>
            <a:tailEnd type="none" w="med" len="med"/>
          </a:ln>
        </p:spPr>
      </p:cxnSp>
      <p:sp>
        <p:nvSpPr>
          <p:cNvPr id="675" name="Google Shape;675;p49"/>
          <p:cNvSpPr/>
          <p:nvPr/>
        </p:nvSpPr>
        <p:spPr>
          <a:xfrm rot="5400000">
            <a:off x="295075" y="403925"/>
            <a:ext cx="3198600" cy="2766300"/>
          </a:xfrm>
          <a:prstGeom prst="triangle">
            <a:avLst>
              <a:gd name="adj" fmla="val 5000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49"/>
          <p:cNvSpPr/>
          <p:nvPr/>
        </p:nvSpPr>
        <p:spPr>
          <a:xfrm rot="5400000">
            <a:off x="-318850" y="2071700"/>
            <a:ext cx="3198600" cy="2766300"/>
          </a:xfrm>
          <a:prstGeom prst="triangle">
            <a:avLst>
              <a:gd name="adj" fmla="val 50000"/>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7" name="Google Shape;677;p49"/>
          <p:cNvGrpSpPr/>
          <p:nvPr/>
        </p:nvGrpSpPr>
        <p:grpSpPr>
          <a:xfrm>
            <a:off x="7855188" y="655493"/>
            <a:ext cx="409357" cy="409357"/>
            <a:chOff x="1393875" y="-1823657"/>
            <a:chExt cx="409357" cy="409357"/>
          </a:xfrm>
        </p:grpSpPr>
        <p:cxnSp>
          <p:nvCxnSpPr>
            <p:cNvPr id="678" name="Google Shape;678;p49"/>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679" name="Google Shape;679;p49"/>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680" name="Google Shape;680;p49"/>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681" name="Google Shape;681;p49"/>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682" name="Google Shape;682;p49"/>
          <p:cNvGrpSpPr/>
          <p:nvPr/>
        </p:nvGrpSpPr>
        <p:grpSpPr>
          <a:xfrm>
            <a:off x="7855188" y="4136193"/>
            <a:ext cx="409357" cy="409357"/>
            <a:chOff x="1393875" y="-1823657"/>
            <a:chExt cx="409357" cy="409357"/>
          </a:xfrm>
        </p:grpSpPr>
        <p:cxnSp>
          <p:nvCxnSpPr>
            <p:cNvPr id="683" name="Google Shape;683;p49"/>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684" name="Google Shape;684;p49"/>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685" name="Google Shape;685;p49"/>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686" name="Google Shape;686;p49"/>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44"/>
          <p:cNvSpPr txBox="1">
            <a:spLocks noGrp="1"/>
          </p:cNvSpPr>
          <p:nvPr>
            <p:ph type="body" idx="1"/>
          </p:nvPr>
        </p:nvSpPr>
        <p:spPr>
          <a:xfrm>
            <a:off x="274646" y="1760120"/>
            <a:ext cx="5362091" cy="2697580"/>
          </a:xfrm>
          <a:prstGeom prst="rect">
            <a:avLst/>
          </a:prstGeom>
        </p:spPr>
        <p:txBody>
          <a:bodyPr spcFirstLastPara="1" wrap="square" lIns="91425" tIns="91425" rIns="91425" bIns="91425" anchor="t" anchorCtr="0">
            <a:noAutofit/>
          </a:bodyPr>
          <a:lstStyle/>
          <a:p>
            <a:pPr algn="just"/>
            <a:r>
              <a:rPr lang="en-ID" b="0" i="0" dirty="0">
                <a:solidFill>
                  <a:srgbClr val="3B4859"/>
                </a:solidFill>
                <a:effectLst/>
                <a:latin typeface="DM Sans" pitchFamily="2" charset="0"/>
              </a:rPr>
              <a:t>Kotlin </a:t>
            </a:r>
            <a:r>
              <a:rPr lang="en-ID" b="0" i="0" dirty="0" err="1">
                <a:solidFill>
                  <a:srgbClr val="3B4859"/>
                </a:solidFill>
                <a:effectLst/>
                <a:latin typeface="DM Sans" pitchFamily="2" charset="0"/>
              </a:rPr>
              <a:t>dikembangkan</a:t>
            </a:r>
            <a:r>
              <a:rPr lang="en-ID" b="0" i="0" dirty="0">
                <a:solidFill>
                  <a:srgbClr val="3B4859"/>
                </a:solidFill>
                <a:effectLst/>
                <a:latin typeface="DM Sans" pitchFamily="2" charset="0"/>
              </a:rPr>
              <a:t> pada </a:t>
            </a:r>
            <a:r>
              <a:rPr lang="en-ID" b="0" i="0" dirty="0" err="1">
                <a:solidFill>
                  <a:srgbClr val="3B4859"/>
                </a:solidFill>
                <a:effectLst/>
                <a:latin typeface="DM Sans" pitchFamily="2" charset="0"/>
              </a:rPr>
              <a:t>tahun</a:t>
            </a:r>
            <a:r>
              <a:rPr lang="en-ID" b="0" i="0" dirty="0">
                <a:solidFill>
                  <a:srgbClr val="3B4859"/>
                </a:solidFill>
                <a:effectLst/>
                <a:latin typeface="DM Sans" pitchFamily="2" charset="0"/>
              </a:rPr>
              <a:t> 2011 oleh </a:t>
            </a:r>
            <a:r>
              <a:rPr lang="en-ID" b="0" i="0" dirty="0" err="1">
                <a:solidFill>
                  <a:srgbClr val="3B4859"/>
                </a:solidFill>
                <a:effectLst/>
                <a:latin typeface="DM Sans" pitchFamily="2" charset="0"/>
              </a:rPr>
              <a:t>JeBrains</a:t>
            </a:r>
            <a:r>
              <a:rPr lang="en-ID" b="0" i="0" dirty="0">
                <a:solidFill>
                  <a:srgbClr val="3B4859"/>
                </a:solidFill>
                <a:effectLst/>
                <a:latin typeface="DM Sans" pitchFamily="2" charset="0"/>
              </a:rPr>
              <a:t> yang </a:t>
            </a:r>
            <a:r>
              <a:rPr lang="en-ID" b="0" i="0" dirty="0" err="1">
                <a:solidFill>
                  <a:srgbClr val="3B4859"/>
                </a:solidFill>
                <a:effectLst/>
                <a:latin typeface="DM Sans" pitchFamily="2" charset="0"/>
              </a:rPr>
              <a:t>dikepalai</a:t>
            </a:r>
            <a:r>
              <a:rPr lang="en-ID" b="0" i="0" dirty="0">
                <a:solidFill>
                  <a:srgbClr val="3B4859"/>
                </a:solidFill>
                <a:effectLst/>
                <a:latin typeface="DM Sans" pitchFamily="2" charset="0"/>
              </a:rPr>
              <a:t> oleh Dimitry </a:t>
            </a:r>
            <a:r>
              <a:rPr lang="en-ID" b="0" i="0" dirty="0" err="1">
                <a:solidFill>
                  <a:srgbClr val="3B4859"/>
                </a:solidFill>
                <a:effectLst/>
                <a:latin typeface="DM Sans" pitchFamily="2" charset="0"/>
              </a:rPr>
              <a:t>Jemerov</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Ia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ingin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menciptakan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bahasa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pemrograman</a:t>
            </a:r>
            <a:r>
              <a:rPr lang="en-ID" b="0" i="0" dirty="0">
                <a:solidFill>
                  <a:srgbClr val="3B4859"/>
                </a:solidFill>
                <a:effectLst/>
                <a:latin typeface="DM Sans" pitchFamily="2" charset="0"/>
              </a:rPr>
              <a:t> yang </a:t>
            </a:r>
            <a:r>
              <a:rPr lang="en-ID" b="0" i="0" dirty="0" err="1">
                <a:solidFill>
                  <a:srgbClr val="3B4859"/>
                </a:solidFill>
                <a:effectLst/>
                <a:latin typeface="DM Sans" pitchFamily="2" charset="0"/>
              </a:rPr>
              <a:t>sederhana</a:t>
            </a:r>
            <a:r>
              <a:rPr lang="en-ID" b="0" i="0" dirty="0">
                <a:solidFill>
                  <a:srgbClr val="3B4859"/>
                </a:solidFill>
                <a:effectLst/>
                <a:latin typeface="DM Sans" pitchFamily="2" charset="0"/>
              </a:rPr>
              <a:t> dan </a:t>
            </a:r>
            <a:r>
              <a:rPr lang="en-ID" b="0" i="0" dirty="0" err="1">
                <a:solidFill>
                  <a:srgbClr val="3B4859"/>
                </a:solidFill>
                <a:effectLst/>
                <a:latin typeface="DM Sans" pitchFamily="2" charset="0"/>
              </a:rPr>
              <a:t>lebih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ringkas</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dibandingkan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bahasa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pemrograman</a:t>
            </a:r>
            <a:r>
              <a:rPr lang="en-ID" b="0" i="0" dirty="0">
                <a:solidFill>
                  <a:srgbClr val="3B4859"/>
                </a:solidFill>
                <a:effectLst/>
                <a:latin typeface="DM Sans" pitchFamily="2" charset="0"/>
              </a:rPr>
              <a:t> lain yang </a:t>
            </a:r>
            <a:r>
              <a:rPr lang="en-ID" b="0" i="0" dirty="0" err="1">
                <a:solidFill>
                  <a:srgbClr val="3B4859"/>
                </a:solidFill>
                <a:effectLst/>
                <a:latin typeface="DM Sans" pitchFamily="2" charset="0"/>
              </a:rPr>
              <a:t>banyak</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digunakan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saat</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itu</a:t>
            </a:r>
            <a:r>
              <a:rPr lang="en-ID" b="0" i="0" dirty="0">
                <a:solidFill>
                  <a:srgbClr val="3B4859"/>
                </a:solidFill>
                <a:effectLst/>
                <a:latin typeface="DM Sans" pitchFamily="2" charset="0"/>
              </a:rPr>
              <a:t>.</a:t>
            </a:r>
          </a:p>
          <a:p>
            <a:pPr algn="just"/>
            <a:r>
              <a:rPr lang="en-ID" b="0" i="0" dirty="0" err="1">
                <a:solidFill>
                  <a:srgbClr val="3B4859"/>
                </a:solidFill>
                <a:effectLst/>
                <a:latin typeface="DM Sans" pitchFamily="2" charset="0"/>
              </a:rPr>
              <a:t>Dengan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kode</a:t>
            </a:r>
            <a:r>
              <a:rPr lang="en-ID" b="0" i="0" dirty="0">
                <a:solidFill>
                  <a:srgbClr val="3B4859"/>
                </a:solidFill>
                <a:effectLst/>
                <a:latin typeface="DM Sans" pitchFamily="2" charset="0"/>
              </a:rPr>
              <a:t> yang </a:t>
            </a:r>
            <a:r>
              <a:rPr lang="en-ID" b="0" i="0" dirty="0" err="1">
                <a:solidFill>
                  <a:srgbClr val="3B4859"/>
                </a:solidFill>
                <a:effectLst/>
                <a:latin typeface="DM Sans" pitchFamily="2" charset="0"/>
              </a:rPr>
              <a:t>lebih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ringkas</a:t>
            </a:r>
            <a:r>
              <a:rPr lang="en-ID" b="0" i="0" dirty="0">
                <a:solidFill>
                  <a:srgbClr val="3B4859"/>
                </a:solidFill>
                <a:effectLst/>
                <a:latin typeface="DM Sans" pitchFamily="2" charset="0"/>
              </a:rPr>
              <a:t>, developer </a:t>
            </a:r>
            <a:r>
              <a:rPr lang="en-ID" b="0" i="0" dirty="0" err="1">
                <a:solidFill>
                  <a:srgbClr val="3B4859"/>
                </a:solidFill>
                <a:effectLst/>
                <a:latin typeface="DM Sans" pitchFamily="2" charset="0"/>
              </a:rPr>
              <a:t>jadi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tak</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perlu</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menulis</a:t>
            </a:r>
            <a:r>
              <a:rPr lang="en-ID" b="0" i="0" dirty="0">
                <a:solidFill>
                  <a:srgbClr val="3B4859"/>
                </a:solidFill>
                <a:effectLst/>
                <a:latin typeface="DM Sans" pitchFamily="2" charset="0"/>
              </a:rPr>
              <a:t> baris </a:t>
            </a:r>
            <a:r>
              <a:rPr lang="en-ID" b="0" i="0" dirty="0" err="1">
                <a:solidFill>
                  <a:srgbClr val="3B4859"/>
                </a:solidFill>
                <a:effectLst/>
                <a:latin typeface="DM Sans" pitchFamily="2" charset="0"/>
              </a:rPr>
              <a:t>kode</a:t>
            </a:r>
            <a:r>
              <a:rPr lang="en-ID" b="0" i="0" dirty="0">
                <a:solidFill>
                  <a:srgbClr val="3B4859"/>
                </a:solidFill>
                <a:effectLst/>
                <a:latin typeface="DM Sans" pitchFamily="2" charset="0"/>
              </a:rPr>
              <a:t> yang </a:t>
            </a:r>
            <a:r>
              <a:rPr lang="en-ID" b="0" i="0" dirty="0" err="1">
                <a:solidFill>
                  <a:srgbClr val="3B4859"/>
                </a:solidFill>
                <a:effectLst/>
                <a:latin typeface="DM Sans" pitchFamily="2" charset="0"/>
              </a:rPr>
              <a:t>panjang</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untuk</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sebuah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perintah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Karenanya</a:t>
            </a:r>
            <a:r>
              <a:rPr lang="en-ID" b="0" i="0" dirty="0">
                <a:solidFill>
                  <a:srgbClr val="3B4859"/>
                </a:solidFill>
                <a:effectLst/>
                <a:latin typeface="DM Sans" pitchFamily="2" charset="0"/>
              </a:rPr>
              <a:t>, proses </a:t>
            </a:r>
            <a:r>
              <a:rPr lang="en-ID" b="0" i="0" dirty="0" err="1">
                <a:solidFill>
                  <a:srgbClr val="3B4859"/>
                </a:solidFill>
                <a:effectLst/>
                <a:latin typeface="DM Sans" pitchFamily="2" charset="0"/>
              </a:rPr>
              <a:t>pengembangan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aplikasi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bisa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jauh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lebih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mudah</a:t>
            </a:r>
            <a:r>
              <a:rPr lang="en-ID" b="0" i="0" dirty="0">
                <a:solidFill>
                  <a:srgbClr val="3B4859"/>
                </a:solidFill>
                <a:effectLst/>
                <a:latin typeface="DM Sans" pitchFamily="2" charset="0"/>
              </a:rPr>
              <a:t> dan </a:t>
            </a:r>
            <a:r>
              <a:rPr lang="en-ID" b="0" i="0" dirty="0" err="1">
                <a:solidFill>
                  <a:srgbClr val="3B4859"/>
                </a:solidFill>
                <a:effectLst/>
                <a:latin typeface="DM Sans" pitchFamily="2" charset="0"/>
              </a:rPr>
              <a:t>cepat</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Saat</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itu</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Jemerov</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memperhatikan</a:t>
            </a:r>
            <a:r>
              <a:rPr lang="en-ID" b="0" i="0" dirty="0">
                <a:solidFill>
                  <a:srgbClr val="3B4859"/>
                </a:solidFill>
                <a:effectLst/>
                <a:latin typeface="DM Sans" pitchFamily="2" charset="0"/>
              </a:rPr>
              <a:t> Java yang </a:t>
            </a:r>
            <a:r>
              <a:rPr lang="en-ID" b="0" i="0" dirty="0" err="1">
                <a:solidFill>
                  <a:srgbClr val="3B4859"/>
                </a:solidFill>
                <a:effectLst/>
                <a:latin typeface="DM Sans" pitchFamily="2" charset="0"/>
              </a:rPr>
              <a:t>ia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nilai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memiliki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aturan</a:t>
            </a:r>
            <a:r>
              <a:rPr lang="en-ID" b="0" i="0" dirty="0">
                <a:solidFill>
                  <a:srgbClr val="3B4859"/>
                </a:solidFill>
                <a:effectLst/>
                <a:latin typeface="DM Sans" pitchFamily="2" charset="0"/>
              </a:rPr>
              <a:t> coding </a:t>
            </a:r>
            <a:r>
              <a:rPr lang="en-ID" b="0" i="0" dirty="0" err="1">
                <a:solidFill>
                  <a:srgbClr val="3B4859"/>
                </a:solidFill>
                <a:effectLst/>
                <a:latin typeface="DM Sans" pitchFamily="2" charset="0"/>
              </a:rPr>
              <a:t>terlalu</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kompleks</a:t>
            </a:r>
            <a:r>
              <a:rPr lang="en-ID" b="0" i="0" dirty="0">
                <a:solidFill>
                  <a:srgbClr val="3B4859"/>
                </a:solidFill>
                <a:effectLst/>
                <a:latin typeface="DM Sans" pitchFamily="2" charset="0"/>
              </a:rPr>
              <a:t> dan </a:t>
            </a:r>
            <a:r>
              <a:rPr lang="en-ID" b="0" i="0" dirty="0" err="1">
                <a:solidFill>
                  <a:srgbClr val="3B4859"/>
                </a:solidFill>
                <a:effectLst/>
                <a:latin typeface="DM Sans" pitchFamily="2" charset="0"/>
              </a:rPr>
              <a:t>membuat</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pekerjaan</a:t>
            </a:r>
            <a:r>
              <a:rPr lang="en-ID" b="0" i="0" dirty="0">
                <a:solidFill>
                  <a:srgbClr val="3B4859"/>
                </a:solidFill>
                <a:effectLst/>
                <a:latin typeface="DM Sans" pitchFamily="2" charset="0"/>
              </a:rPr>
              <a:t> developer </a:t>
            </a:r>
            <a:r>
              <a:rPr lang="en-ID" b="0" i="0" dirty="0" err="1">
                <a:solidFill>
                  <a:srgbClr val="3B4859"/>
                </a:solidFill>
                <a:effectLst/>
                <a:latin typeface="DM Sans" pitchFamily="2" charset="0"/>
              </a:rPr>
              <a:t>kurang</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efisien</a:t>
            </a:r>
            <a:r>
              <a:rPr lang="en-ID" b="0" i="0" dirty="0">
                <a:solidFill>
                  <a:srgbClr val="3B4859"/>
                </a:solidFill>
                <a:effectLst/>
                <a:latin typeface="DM Sans" pitchFamily="2" charset="0"/>
              </a:rPr>
              <a:t>. </a:t>
            </a:r>
          </a:p>
        </p:txBody>
      </p:sp>
      <p:cxnSp>
        <p:nvCxnSpPr>
          <p:cNvPr id="554" name="Google Shape;554;p44"/>
          <p:cNvCxnSpPr>
            <a:cxnSpLocks/>
          </p:cNvCxnSpPr>
          <p:nvPr/>
        </p:nvCxnSpPr>
        <p:spPr>
          <a:xfrm flipH="1">
            <a:off x="332509" y="854910"/>
            <a:ext cx="8094641" cy="0"/>
          </a:xfrm>
          <a:prstGeom prst="straightConnector1">
            <a:avLst/>
          </a:prstGeom>
          <a:noFill/>
          <a:ln w="9525" cap="flat" cmpd="sng">
            <a:solidFill>
              <a:schemeClr val="dk1"/>
            </a:solidFill>
            <a:prstDash val="solid"/>
            <a:round/>
            <a:headEnd type="none" w="med" len="med"/>
            <a:tailEnd type="none" w="med" len="med"/>
          </a:ln>
        </p:spPr>
      </p:cxnSp>
      <p:sp>
        <p:nvSpPr>
          <p:cNvPr id="555" name="Google Shape;555;p44"/>
          <p:cNvSpPr/>
          <p:nvPr/>
        </p:nvSpPr>
        <p:spPr>
          <a:xfrm>
            <a:off x="5861525" y="1077900"/>
            <a:ext cx="2832900" cy="28329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44"/>
          <p:cNvSpPr/>
          <p:nvPr/>
        </p:nvSpPr>
        <p:spPr>
          <a:xfrm>
            <a:off x="6311100" y="2310600"/>
            <a:ext cx="2832900" cy="2832900"/>
          </a:xfrm>
          <a:prstGeom prst="diamond">
            <a:avLst/>
          </a:prstGeom>
          <a:ln>
            <a:headEnd type="none" w="sm" len="sm"/>
            <a:tailEnd type="none" w="sm" len="sm"/>
          </a:ln>
        </p:spPr>
        <p:style>
          <a:lnRef idx="0">
            <a:schemeClr val="accent5"/>
          </a:lnRef>
          <a:fillRef idx="3">
            <a:schemeClr val="accent5"/>
          </a:fillRef>
          <a:effectRef idx="3">
            <a:schemeClr val="accent5"/>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671;p49">
            <a:extLst>
              <a:ext uri="{FF2B5EF4-FFF2-40B4-BE49-F238E27FC236}">
                <a16:creationId xmlns:a16="http://schemas.microsoft.com/office/drawing/2014/main" id="{66173F64-5BE6-D0E6-D0DC-1244BF27871D}"/>
              </a:ext>
            </a:extLst>
          </p:cNvPr>
          <p:cNvSpPr txBox="1">
            <a:spLocks/>
          </p:cNvSpPr>
          <p:nvPr/>
        </p:nvSpPr>
        <p:spPr>
          <a:xfrm>
            <a:off x="1512675" y="18737"/>
            <a:ext cx="5765300" cy="841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Baskervville"/>
              <a:buNone/>
              <a:defRPr sz="3500" b="0" i="0" u="none" strike="noStrike" cap="none">
                <a:solidFill>
                  <a:schemeClr val="dk1"/>
                </a:solidFill>
                <a:latin typeface="Baskervville"/>
                <a:ea typeface="Baskervville"/>
                <a:cs typeface="Baskervville"/>
                <a:sym typeface="Baskervvill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D" dirty="0"/>
              <a:t>Sejarah Kotlin</a:t>
            </a:r>
          </a:p>
        </p:txBody>
      </p:sp>
      <p:grpSp>
        <p:nvGrpSpPr>
          <p:cNvPr id="7" name="Google Shape;677;p49">
            <a:extLst>
              <a:ext uri="{FF2B5EF4-FFF2-40B4-BE49-F238E27FC236}">
                <a16:creationId xmlns:a16="http://schemas.microsoft.com/office/drawing/2014/main" id="{D16FFB7D-DE8E-1AA9-342B-A8E43C606DE4}"/>
              </a:ext>
            </a:extLst>
          </p:cNvPr>
          <p:cNvGrpSpPr/>
          <p:nvPr/>
        </p:nvGrpSpPr>
        <p:grpSpPr>
          <a:xfrm>
            <a:off x="8604285" y="71471"/>
            <a:ext cx="409357" cy="409357"/>
            <a:chOff x="1393875" y="-1823657"/>
            <a:chExt cx="409357" cy="409357"/>
          </a:xfrm>
        </p:grpSpPr>
        <p:cxnSp>
          <p:nvCxnSpPr>
            <p:cNvPr id="8" name="Google Shape;678;p49">
              <a:extLst>
                <a:ext uri="{FF2B5EF4-FFF2-40B4-BE49-F238E27FC236}">
                  <a16:creationId xmlns:a16="http://schemas.microsoft.com/office/drawing/2014/main" id="{DC93431D-24BF-7160-9E17-510B950BF8C1}"/>
                </a:ext>
              </a:extLst>
            </p:cNvPr>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9" name="Google Shape;679;p49">
              <a:extLst>
                <a:ext uri="{FF2B5EF4-FFF2-40B4-BE49-F238E27FC236}">
                  <a16:creationId xmlns:a16="http://schemas.microsoft.com/office/drawing/2014/main" id="{A01A275E-DBA7-8405-9F37-2D9D9E07D983}"/>
                </a:ext>
              </a:extLst>
            </p:cNvPr>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0" name="Google Shape;680;p49">
              <a:extLst>
                <a:ext uri="{FF2B5EF4-FFF2-40B4-BE49-F238E27FC236}">
                  <a16:creationId xmlns:a16="http://schemas.microsoft.com/office/drawing/2014/main" id="{3BDF6436-0EE8-7375-78AD-8FC30571BA55}"/>
                </a:ext>
              </a:extLst>
            </p:cNvPr>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1" name="Google Shape;681;p49">
              <a:extLst>
                <a:ext uri="{FF2B5EF4-FFF2-40B4-BE49-F238E27FC236}">
                  <a16:creationId xmlns:a16="http://schemas.microsoft.com/office/drawing/2014/main" id="{673B8D65-01ED-CE7F-CC23-294B2566988F}"/>
                </a:ext>
              </a:extLst>
            </p:cNvPr>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12" name="Google Shape;682;p49">
            <a:extLst>
              <a:ext uri="{FF2B5EF4-FFF2-40B4-BE49-F238E27FC236}">
                <a16:creationId xmlns:a16="http://schemas.microsoft.com/office/drawing/2014/main" id="{29D08D1A-1B88-9C45-6577-A3EBEC72DDC4}"/>
              </a:ext>
            </a:extLst>
          </p:cNvPr>
          <p:cNvGrpSpPr/>
          <p:nvPr/>
        </p:nvGrpSpPr>
        <p:grpSpPr>
          <a:xfrm>
            <a:off x="130211" y="4667468"/>
            <a:ext cx="409357" cy="409357"/>
            <a:chOff x="1393875" y="-1823657"/>
            <a:chExt cx="409357" cy="409357"/>
          </a:xfrm>
        </p:grpSpPr>
        <p:cxnSp>
          <p:nvCxnSpPr>
            <p:cNvPr id="13" name="Google Shape;683;p49">
              <a:extLst>
                <a:ext uri="{FF2B5EF4-FFF2-40B4-BE49-F238E27FC236}">
                  <a16:creationId xmlns:a16="http://schemas.microsoft.com/office/drawing/2014/main" id="{1108B272-40C3-2691-615D-40A3C42940BA}"/>
                </a:ext>
              </a:extLst>
            </p:cNvPr>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4" name="Google Shape;684;p49">
              <a:extLst>
                <a:ext uri="{FF2B5EF4-FFF2-40B4-BE49-F238E27FC236}">
                  <a16:creationId xmlns:a16="http://schemas.microsoft.com/office/drawing/2014/main" id="{E7967659-B68A-CF45-9ECB-39F2406B4D11}"/>
                </a:ext>
              </a:extLst>
            </p:cNvPr>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5" name="Google Shape;685;p49">
              <a:extLst>
                <a:ext uri="{FF2B5EF4-FFF2-40B4-BE49-F238E27FC236}">
                  <a16:creationId xmlns:a16="http://schemas.microsoft.com/office/drawing/2014/main" id="{4FE738C5-ED54-8ECD-7A1A-0296CEE74045}"/>
                </a:ext>
              </a:extLst>
            </p:cNvPr>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6" name="Google Shape;686;p49">
              <a:extLst>
                <a:ext uri="{FF2B5EF4-FFF2-40B4-BE49-F238E27FC236}">
                  <a16:creationId xmlns:a16="http://schemas.microsoft.com/office/drawing/2014/main" id="{145F4F02-BB07-51C0-43B3-C649E27E8C5E}"/>
                </a:ext>
              </a:extLst>
            </p:cNvPr>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pic>
        <p:nvPicPr>
          <p:cNvPr id="17" name="Picture 16">
            <a:extLst>
              <a:ext uri="{FF2B5EF4-FFF2-40B4-BE49-F238E27FC236}">
                <a16:creationId xmlns:a16="http://schemas.microsoft.com/office/drawing/2014/main" id="{53349A41-C517-AB7A-3889-3C25E1EA6F27}"/>
              </a:ext>
            </a:extLst>
          </p:cNvPr>
          <p:cNvPicPr>
            <a:picLocks noChangeAspect="1"/>
          </p:cNvPicPr>
          <p:nvPr/>
        </p:nvPicPr>
        <p:blipFill>
          <a:blip r:embed="rId3"/>
          <a:stretch>
            <a:fillRect/>
          </a:stretch>
        </p:blipFill>
        <p:spPr>
          <a:xfrm>
            <a:off x="6836285" y="3519673"/>
            <a:ext cx="1866025" cy="41475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5" name="Google Shape;555;p44"/>
          <p:cNvSpPr/>
          <p:nvPr/>
        </p:nvSpPr>
        <p:spPr>
          <a:xfrm>
            <a:off x="-411475" y="933780"/>
            <a:ext cx="2832900" cy="28329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6" name="Google Shape;556;p44"/>
          <p:cNvSpPr/>
          <p:nvPr/>
        </p:nvSpPr>
        <p:spPr>
          <a:xfrm>
            <a:off x="0" y="2166480"/>
            <a:ext cx="2832900" cy="2832900"/>
          </a:xfrm>
          <a:prstGeom prst="diamond">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552;p44">
            <a:extLst>
              <a:ext uri="{FF2B5EF4-FFF2-40B4-BE49-F238E27FC236}">
                <a16:creationId xmlns:a16="http://schemas.microsoft.com/office/drawing/2014/main" id="{DA06779F-246B-D042-B080-27B0BB380F50}"/>
              </a:ext>
            </a:extLst>
          </p:cNvPr>
          <p:cNvSpPr txBox="1">
            <a:spLocks/>
          </p:cNvSpPr>
          <p:nvPr/>
        </p:nvSpPr>
        <p:spPr>
          <a:xfrm>
            <a:off x="3053559" y="1691527"/>
            <a:ext cx="5362091" cy="2832899"/>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1pPr>
            <a:lvl2pPr marL="914400" marR="0" lvl="1"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2pPr>
            <a:lvl3pPr marL="1371600" marR="0" lvl="2"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3pPr>
            <a:lvl4pPr marL="1828800" marR="0" lvl="3"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4pPr>
            <a:lvl5pPr marL="2286000" marR="0" lvl="4"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5pPr>
            <a:lvl6pPr marL="2743200" marR="0" lvl="5"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6pPr>
            <a:lvl7pPr marL="3200400" marR="0" lvl="6"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7pPr>
            <a:lvl8pPr marL="3657600" marR="0" lvl="7"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8pPr>
            <a:lvl9pPr marL="4114800" marR="0" lvl="8"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9pPr>
          </a:lstStyle>
          <a:p>
            <a:pPr algn="just"/>
            <a:r>
              <a:rPr lang="en-ID" b="0" i="0" dirty="0" err="1">
                <a:solidFill>
                  <a:srgbClr val="3B4859"/>
                </a:solidFill>
                <a:effectLst/>
                <a:latin typeface="DM Sans" pitchFamily="2" charset="0"/>
              </a:rPr>
              <a:t>Namun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ia</a:t>
            </a:r>
            <a:r>
              <a:rPr lang="en-ID" b="0" i="0" dirty="0">
                <a:solidFill>
                  <a:srgbClr val="3B4859"/>
                </a:solidFill>
                <a:effectLst/>
                <a:latin typeface="DM Sans" pitchFamily="2" charset="0"/>
              </a:rPr>
              <a:t> dan </a:t>
            </a:r>
            <a:r>
              <a:rPr lang="en-ID" b="0" i="0" dirty="0" err="1">
                <a:solidFill>
                  <a:srgbClr val="3B4859"/>
                </a:solidFill>
                <a:effectLst/>
                <a:latin typeface="DM Sans" pitchFamily="2" charset="0"/>
              </a:rPr>
              <a:t>timnya</a:t>
            </a:r>
            <a:r>
              <a:rPr lang="en-ID" b="0" i="0" dirty="0">
                <a:solidFill>
                  <a:srgbClr val="3B4859"/>
                </a:solidFill>
                <a:effectLst/>
                <a:latin typeface="DM Sans" pitchFamily="2" charset="0"/>
              </a:rPr>
              <a:t> juga </a:t>
            </a:r>
            <a:r>
              <a:rPr lang="en-ID" b="0" i="0" dirty="0" err="1">
                <a:solidFill>
                  <a:srgbClr val="3B4859"/>
                </a:solidFill>
                <a:effectLst/>
                <a:latin typeface="DM Sans" pitchFamily="2" charset="0"/>
              </a:rPr>
              <a:t>menyadari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bahwa</a:t>
            </a:r>
            <a:r>
              <a:rPr lang="en-ID" b="0" i="0" dirty="0">
                <a:solidFill>
                  <a:srgbClr val="3B4859"/>
                </a:solidFill>
                <a:effectLst/>
                <a:latin typeface="DM Sans" pitchFamily="2" charset="0"/>
              </a:rPr>
              <a:t> Java </a:t>
            </a:r>
            <a:r>
              <a:rPr lang="en-ID" b="0" i="0" dirty="0" err="1">
                <a:solidFill>
                  <a:srgbClr val="3B4859"/>
                </a:solidFill>
                <a:effectLst/>
                <a:latin typeface="DM Sans" pitchFamily="2" charset="0"/>
              </a:rPr>
              <a:t>memiliki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banyak</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keunggulan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Seperti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fiturnya</a:t>
            </a:r>
            <a:r>
              <a:rPr lang="en-ID" b="0" i="0" dirty="0">
                <a:solidFill>
                  <a:srgbClr val="3B4859"/>
                </a:solidFill>
                <a:effectLst/>
                <a:latin typeface="DM Sans" pitchFamily="2" charset="0"/>
              </a:rPr>
              <a:t> yang </a:t>
            </a:r>
            <a:r>
              <a:rPr lang="en-ID" b="0" i="0" dirty="0" err="1">
                <a:solidFill>
                  <a:srgbClr val="3B4859"/>
                </a:solidFill>
                <a:effectLst/>
                <a:latin typeface="DM Sans" pitchFamily="2" charset="0"/>
              </a:rPr>
              <a:t>banyak</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fleksibel</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serta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memiliki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ekosistem</a:t>
            </a:r>
            <a:r>
              <a:rPr lang="en-ID" b="0" i="0" dirty="0">
                <a:solidFill>
                  <a:srgbClr val="3B4859"/>
                </a:solidFill>
                <a:effectLst/>
                <a:latin typeface="DM Sans" pitchFamily="2" charset="0"/>
              </a:rPr>
              <a:t> yang </a:t>
            </a:r>
            <a:r>
              <a:rPr lang="en-ID" b="0" i="0" dirty="0" err="1">
                <a:solidFill>
                  <a:srgbClr val="3B4859"/>
                </a:solidFill>
                <a:effectLst/>
                <a:latin typeface="DM Sans" pitchFamily="2" charset="0"/>
              </a:rPr>
              <a:t>luas</a:t>
            </a:r>
            <a:r>
              <a:rPr lang="en-ID" b="0" i="0" dirty="0">
                <a:solidFill>
                  <a:srgbClr val="3B4859"/>
                </a:solidFill>
                <a:effectLst/>
                <a:latin typeface="DM Sans" pitchFamily="2" charset="0"/>
              </a:rPr>
              <a:t>. Karena </a:t>
            </a:r>
            <a:r>
              <a:rPr lang="en-ID" b="0" i="0" dirty="0" err="1">
                <a:solidFill>
                  <a:srgbClr val="3B4859"/>
                </a:solidFill>
                <a:effectLst/>
                <a:latin typeface="DM Sans" pitchFamily="2" charset="0"/>
              </a:rPr>
              <a:t>itulah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Jemerov</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bersama</a:t>
            </a:r>
            <a:r>
              <a:rPr lang="en-ID" b="0" i="0" dirty="0">
                <a:solidFill>
                  <a:srgbClr val="3B4859"/>
                </a:solidFill>
                <a:effectLst/>
                <a:latin typeface="DM Sans" pitchFamily="2" charset="0"/>
              </a:rPr>
              <a:t> JetBrains </a:t>
            </a:r>
            <a:r>
              <a:rPr lang="en-ID" b="0" i="0" dirty="0" err="1">
                <a:solidFill>
                  <a:srgbClr val="3B4859"/>
                </a:solidFill>
                <a:effectLst/>
                <a:latin typeface="DM Sans" pitchFamily="2" charset="0"/>
              </a:rPr>
              <a:t>ingin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membuat</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bahasa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pemrograman</a:t>
            </a:r>
            <a:r>
              <a:rPr lang="en-ID" b="0" i="0" dirty="0">
                <a:solidFill>
                  <a:srgbClr val="3B4859"/>
                </a:solidFill>
                <a:effectLst/>
                <a:latin typeface="DM Sans" pitchFamily="2" charset="0"/>
              </a:rPr>
              <a:t> yang </a:t>
            </a:r>
            <a:r>
              <a:rPr lang="en-ID" b="0" i="0" dirty="0" err="1">
                <a:solidFill>
                  <a:srgbClr val="3B4859"/>
                </a:solidFill>
                <a:effectLst/>
                <a:latin typeface="DM Sans" pitchFamily="2" charset="0"/>
              </a:rPr>
              <a:t>lebih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mudah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tapi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mengunakan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ekosistem</a:t>
            </a:r>
            <a:r>
              <a:rPr lang="en-ID" b="0" i="0" dirty="0">
                <a:solidFill>
                  <a:srgbClr val="3B4859"/>
                </a:solidFill>
                <a:effectLst/>
                <a:latin typeface="DM Sans" pitchFamily="2" charset="0"/>
              </a:rPr>
              <a:t> yang </a:t>
            </a:r>
            <a:r>
              <a:rPr lang="en-ID" b="0" i="0" dirty="0" err="1">
                <a:solidFill>
                  <a:srgbClr val="3B4859"/>
                </a:solidFill>
                <a:effectLst/>
                <a:latin typeface="DM Sans" pitchFamily="2" charset="0"/>
              </a:rPr>
              <a:t>luas</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milik</a:t>
            </a:r>
            <a:r>
              <a:rPr lang="en-ID" b="0" i="0" dirty="0">
                <a:solidFill>
                  <a:srgbClr val="3B4859"/>
                </a:solidFill>
                <a:effectLst/>
                <a:latin typeface="DM Sans" pitchFamily="2" charset="0"/>
              </a:rPr>
              <a:t> Java </a:t>
            </a:r>
            <a:r>
              <a:rPr lang="en-ID" b="0" i="0" dirty="0" err="1">
                <a:solidFill>
                  <a:srgbClr val="3B4859"/>
                </a:solidFill>
                <a:effectLst/>
                <a:latin typeface="DM Sans" pitchFamily="2" charset="0"/>
              </a:rPr>
              <a:t>tersebut</a:t>
            </a:r>
            <a:r>
              <a:rPr lang="en-ID" b="0" i="0" dirty="0">
                <a:solidFill>
                  <a:srgbClr val="3B4859"/>
                </a:solidFill>
                <a:effectLst/>
                <a:latin typeface="DM Sans" pitchFamily="2" charset="0"/>
              </a:rPr>
              <a:t>. </a:t>
            </a:r>
          </a:p>
          <a:p>
            <a:pPr algn="just"/>
            <a:r>
              <a:rPr lang="en-ID" b="0" i="0" dirty="0">
                <a:solidFill>
                  <a:srgbClr val="3B4859"/>
                </a:solidFill>
                <a:effectLst/>
                <a:latin typeface="DM Sans" pitchFamily="2" charset="0"/>
              </a:rPr>
              <a:t>Kotlin </a:t>
            </a:r>
            <a:r>
              <a:rPr lang="en-ID" b="0" i="0" dirty="0" err="1">
                <a:solidFill>
                  <a:srgbClr val="3B4859"/>
                </a:solidFill>
                <a:effectLst/>
                <a:latin typeface="DM Sans" pitchFamily="2" charset="0"/>
              </a:rPr>
              <a:t>baru</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dirilis</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ke</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publik</a:t>
            </a:r>
            <a:r>
              <a:rPr lang="en-ID" b="0" i="0" dirty="0">
                <a:solidFill>
                  <a:srgbClr val="3B4859"/>
                </a:solidFill>
                <a:effectLst/>
                <a:latin typeface="DM Sans" pitchFamily="2" charset="0"/>
              </a:rPr>
              <a:t> dan </a:t>
            </a:r>
            <a:r>
              <a:rPr lang="en-ID" b="0" i="0" dirty="0" err="1">
                <a:solidFill>
                  <a:srgbClr val="3B4859"/>
                </a:solidFill>
                <a:effectLst/>
                <a:latin typeface="DM Sans" pitchFamily="2" charset="0"/>
              </a:rPr>
              <a:t>digunakan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secara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luas</a:t>
            </a:r>
            <a:r>
              <a:rPr lang="en-ID" b="0" i="0" dirty="0">
                <a:solidFill>
                  <a:srgbClr val="3B4859"/>
                </a:solidFill>
                <a:effectLst/>
                <a:latin typeface="DM Sans" pitchFamily="2" charset="0"/>
              </a:rPr>
              <a:t> pada </a:t>
            </a:r>
            <a:r>
              <a:rPr lang="en-ID" b="0" i="0" dirty="0" err="1">
                <a:solidFill>
                  <a:srgbClr val="3B4859"/>
                </a:solidFill>
                <a:effectLst/>
                <a:latin typeface="DM Sans" pitchFamily="2" charset="0"/>
              </a:rPr>
              <a:t>tahun</a:t>
            </a:r>
            <a:r>
              <a:rPr lang="en-ID" b="0" i="0" dirty="0">
                <a:solidFill>
                  <a:srgbClr val="3B4859"/>
                </a:solidFill>
                <a:effectLst/>
                <a:latin typeface="DM Sans" pitchFamily="2" charset="0"/>
              </a:rPr>
              <a:t> 2012. Bahasa </a:t>
            </a:r>
            <a:r>
              <a:rPr lang="en-ID" b="0" i="0" dirty="0" err="1">
                <a:solidFill>
                  <a:srgbClr val="3B4859"/>
                </a:solidFill>
                <a:effectLst/>
                <a:latin typeface="DM Sans" pitchFamily="2" charset="0"/>
              </a:rPr>
              <a:t>pemrograman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ini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bersifat</a:t>
            </a:r>
            <a:r>
              <a:rPr lang="en-ID" b="0" i="0" dirty="0">
                <a:solidFill>
                  <a:srgbClr val="3B4859"/>
                </a:solidFill>
                <a:effectLst/>
                <a:latin typeface="DM Sans" pitchFamily="2" charset="0"/>
              </a:rPr>
              <a:t> open-source, </a:t>
            </a:r>
            <a:r>
              <a:rPr lang="en-ID" b="0" i="0" dirty="0" err="1">
                <a:solidFill>
                  <a:srgbClr val="3B4859"/>
                </a:solidFill>
                <a:effectLst/>
                <a:latin typeface="DM Sans" pitchFamily="2" charset="0"/>
              </a:rPr>
              <a:t>dengan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lisensi</a:t>
            </a:r>
            <a:r>
              <a:rPr lang="en-ID" b="0" i="0" dirty="0">
                <a:solidFill>
                  <a:srgbClr val="3B4859"/>
                </a:solidFill>
                <a:effectLst/>
                <a:latin typeface="DM Sans" pitchFamily="2" charset="0"/>
              </a:rPr>
              <a:t> Apache 2. Karena </a:t>
            </a:r>
            <a:r>
              <a:rPr lang="en-ID" b="0" i="0" dirty="0" err="1">
                <a:solidFill>
                  <a:srgbClr val="3B4859"/>
                </a:solidFill>
                <a:effectLst/>
                <a:latin typeface="DM Sans" pitchFamily="2" charset="0"/>
              </a:rPr>
              <a:t>sifatnya</a:t>
            </a:r>
            <a:r>
              <a:rPr lang="en-ID" b="0" i="0" dirty="0">
                <a:solidFill>
                  <a:srgbClr val="3B4859"/>
                </a:solidFill>
                <a:effectLst/>
                <a:latin typeface="DM Sans" pitchFamily="2" charset="0"/>
              </a:rPr>
              <a:t> yang open-source </a:t>
            </a:r>
            <a:r>
              <a:rPr lang="en-ID" b="0" i="0" dirty="0" err="1">
                <a:solidFill>
                  <a:srgbClr val="3B4859"/>
                </a:solidFill>
                <a:effectLst/>
                <a:latin typeface="DM Sans" pitchFamily="2" charset="0"/>
              </a:rPr>
              <a:t>itulah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perkembangannya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menjadi</a:t>
            </a:r>
            <a:r>
              <a:rPr lang="en-ID" b="0" i="0" dirty="0">
                <a:solidFill>
                  <a:srgbClr val="3B4859"/>
                </a:solidFill>
                <a:effectLst/>
                <a:latin typeface="DM Sans" pitchFamily="2" charset="0"/>
              </a:rPr>
              <a:t> sangat </a:t>
            </a:r>
            <a:r>
              <a:rPr lang="en-ID" b="0" i="0" dirty="0" err="1">
                <a:solidFill>
                  <a:srgbClr val="3B4859"/>
                </a:solidFill>
                <a:effectLst/>
                <a:latin typeface="DM Sans" pitchFamily="2" charset="0"/>
              </a:rPr>
              <a:t>cepat</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karena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banyak</a:t>
            </a:r>
            <a:r>
              <a:rPr lang="en-ID" b="0" i="0" dirty="0">
                <a:solidFill>
                  <a:srgbClr val="3B4859"/>
                </a:solidFill>
                <a:effectLst/>
                <a:latin typeface="DM Sans" pitchFamily="2" charset="0"/>
              </a:rPr>
              <a:t> developer yang </a:t>
            </a:r>
            <a:r>
              <a:rPr lang="en-ID" b="0" i="0" dirty="0" err="1">
                <a:solidFill>
                  <a:srgbClr val="3B4859"/>
                </a:solidFill>
                <a:effectLst/>
                <a:latin typeface="DM Sans" pitchFamily="2" charset="0"/>
              </a:rPr>
              <a:t>bisa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terlibat</a:t>
            </a:r>
            <a:r>
              <a:rPr lang="en-ID" b="0" i="0" dirty="0">
                <a:solidFill>
                  <a:srgbClr val="3B4859"/>
                </a:solidFill>
                <a:effectLst/>
                <a:latin typeface="DM Sans" pitchFamily="2" charset="0"/>
              </a:rPr>
              <a:t> di </a:t>
            </a:r>
            <a:r>
              <a:rPr lang="en-ID" b="0" i="0" dirty="0" err="1">
                <a:solidFill>
                  <a:srgbClr val="3B4859"/>
                </a:solidFill>
                <a:effectLst/>
                <a:latin typeface="DM Sans" pitchFamily="2" charset="0"/>
              </a:rPr>
              <a:t>dalamnya</a:t>
            </a:r>
            <a:r>
              <a:rPr lang="en-ID" b="0" i="0" dirty="0">
                <a:solidFill>
                  <a:srgbClr val="3B4859"/>
                </a:solidFill>
                <a:effectLst/>
                <a:latin typeface="DM Sans" pitchFamily="2" charset="0"/>
              </a:rPr>
              <a:t>. </a:t>
            </a:r>
          </a:p>
        </p:txBody>
      </p:sp>
      <p:cxnSp>
        <p:nvCxnSpPr>
          <p:cNvPr id="8" name="Google Shape;554;p44">
            <a:extLst>
              <a:ext uri="{FF2B5EF4-FFF2-40B4-BE49-F238E27FC236}">
                <a16:creationId xmlns:a16="http://schemas.microsoft.com/office/drawing/2014/main" id="{8AD6B732-7047-5023-4C5A-E70210F67F6D}"/>
              </a:ext>
            </a:extLst>
          </p:cNvPr>
          <p:cNvCxnSpPr>
            <a:cxnSpLocks/>
          </p:cNvCxnSpPr>
          <p:nvPr/>
        </p:nvCxnSpPr>
        <p:spPr>
          <a:xfrm flipH="1">
            <a:off x="332509" y="854910"/>
            <a:ext cx="8094641" cy="0"/>
          </a:xfrm>
          <a:prstGeom prst="straightConnector1">
            <a:avLst/>
          </a:prstGeom>
          <a:noFill/>
          <a:ln w="9525" cap="flat" cmpd="sng">
            <a:solidFill>
              <a:schemeClr val="dk1"/>
            </a:solidFill>
            <a:prstDash val="solid"/>
            <a:round/>
            <a:headEnd type="none" w="med" len="med"/>
            <a:tailEnd type="none" w="med" len="med"/>
          </a:ln>
        </p:spPr>
      </p:cxnSp>
      <p:sp>
        <p:nvSpPr>
          <p:cNvPr id="9" name="Google Shape;671;p49">
            <a:extLst>
              <a:ext uri="{FF2B5EF4-FFF2-40B4-BE49-F238E27FC236}">
                <a16:creationId xmlns:a16="http://schemas.microsoft.com/office/drawing/2014/main" id="{A4A157D4-07AF-163D-24C8-45C9971C0F49}"/>
              </a:ext>
            </a:extLst>
          </p:cNvPr>
          <p:cNvSpPr txBox="1">
            <a:spLocks/>
          </p:cNvSpPr>
          <p:nvPr/>
        </p:nvSpPr>
        <p:spPr>
          <a:xfrm>
            <a:off x="1512675" y="18737"/>
            <a:ext cx="5765300" cy="841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Baskervville"/>
              <a:buNone/>
              <a:defRPr sz="3500" b="0" i="0" u="none" strike="noStrike" cap="none">
                <a:solidFill>
                  <a:schemeClr val="dk1"/>
                </a:solidFill>
                <a:latin typeface="Baskervville"/>
                <a:ea typeface="Baskervville"/>
                <a:cs typeface="Baskervville"/>
                <a:sym typeface="Baskervvill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D" dirty="0"/>
              <a:t>Sejarah Kotlin</a:t>
            </a:r>
          </a:p>
        </p:txBody>
      </p:sp>
      <p:grpSp>
        <p:nvGrpSpPr>
          <p:cNvPr id="10" name="Google Shape;677;p49">
            <a:extLst>
              <a:ext uri="{FF2B5EF4-FFF2-40B4-BE49-F238E27FC236}">
                <a16:creationId xmlns:a16="http://schemas.microsoft.com/office/drawing/2014/main" id="{5C34C966-C331-8665-37AC-E758B2E7FF58}"/>
              </a:ext>
            </a:extLst>
          </p:cNvPr>
          <p:cNvGrpSpPr/>
          <p:nvPr/>
        </p:nvGrpSpPr>
        <p:grpSpPr>
          <a:xfrm>
            <a:off x="8604285" y="71471"/>
            <a:ext cx="409357" cy="409357"/>
            <a:chOff x="1393875" y="-1823657"/>
            <a:chExt cx="409357" cy="409357"/>
          </a:xfrm>
        </p:grpSpPr>
        <p:cxnSp>
          <p:nvCxnSpPr>
            <p:cNvPr id="11" name="Google Shape;678;p49">
              <a:extLst>
                <a:ext uri="{FF2B5EF4-FFF2-40B4-BE49-F238E27FC236}">
                  <a16:creationId xmlns:a16="http://schemas.microsoft.com/office/drawing/2014/main" id="{DCACF2C8-3EF3-39E1-DEAA-3554C21222FF}"/>
                </a:ext>
              </a:extLst>
            </p:cNvPr>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2" name="Google Shape;679;p49">
              <a:extLst>
                <a:ext uri="{FF2B5EF4-FFF2-40B4-BE49-F238E27FC236}">
                  <a16:creationId xmlns:a16="http://schemas.microsoft.com/office/drawing/2014/main" id="{78E00ED0-B846-AE02-642C-172BA356F254}"/>
                </a:ext>
              </a:extLst>
            </p:cNvPr>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3" name="Google Shape;680;p49">
              <a:extLst>
                <a:ext uri="{FF2B5EF4-FFF2-40B4-BE49-F238E27FC236}">
                  <a16:creationId xmlns:a16="http://schemas.microsoft.com/office/drawing/2014/main" id="{DADBAFDF-4494-0E9B-946E-6DEF48D18103}"/>
                </a:ext>
              </a:extLst>
            </p:cNvPr>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4" name="Google Shape;681;p49">
              <a:extLst>
                <a:ext uri="{FF2B5EF4-FFF2-40B4-BE49-F238E27FC236}">
                  <a16:creationId xmlns:a16="http://schemas.microsoft.com/office/drawing/2014/main" id="{E043AFF1-8843-63C0-5B72-93BBB822BCB7}"/>
                </a:ext>
              </a:extLst>
            </p:cNvPr>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15" name="Google Shape;682;p49">
            <a:extLst>
              <a:ext uri="{FF2B5EF4-FFF2-40B4-BE49-F238E27FC236}">
                <a16:creationId xmlns:a16="http://schemas.microsoft.com/office/drawing/2014/main" id="{A2B20D90-3301-E574-CD1D-C5CDDD2B138A}"/>
              </a:ext>
            </a:extLst>
          </p:cNvPr>
          <p:cNvGrpSpPr/>
          <p:nvPr/>
        </p:nvGrpSpPr>
        <p:grpSpPr>
          <a:xfrm>
            <a:off x="130211" y="4667468"/>
            <a:ext cx="409357" cy="409357"/>
            <a:chOff x="1393875" y="-1823657"/>
            <a:chExt cx="409357" cy="409357"/>
          </a:xfrm>
        </p:grpSpPr>
        <p:cxnSp>
          <p:nvCxnSpPr>
            <p:cNvPr id="16" name="Google Shape;683;p49">
              <a:extLst>
                <a:ext uri="{FF2B5EF4-FFF2-40B4-BE49-F238E27FC236}">
                  <a16:creationId xmlns:a16="http://schemas.microsoft.com/office/drawing/2014/main" id="{388AB247-203E-000A-9D6A-1041D5B4FE85}"/>
                </a:ext>
              </a:extLst>
            </p:cNvPr>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7" name="Google Shape;684;p49">
              <a:extLst>
                <a:ext uri="{FF2B5EF4-FFF2-40B4-BE49-F238E27FC236}">
                  <a16:creationId xmlns:a16="http://schemas.microsoft.com/office/drawing/2014/main" id="{3D38CACB-CF88-55BA-2DB2-279BBE2643C3}"/>
                </a:ext>
              </a:extLst>
            </p:cNvPr>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8" name="Google Shape;685;p49">
              <a:extLst>
                <a:ext uri="{FF2B5EF4-FFF2-40B4-BE49-F238E27FC236}">
                  <a16:creationId xmlns:a16="http://schemas.microsoft.com/office/drawing/2014/main" id="{5E0D673D-5D97-2968-AFFD-10412C3BD2FF}"/>
                </a:ext>
              </a:extLst>
            </p:cNvPr>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9" name="Google Shape;686;p49">
              <a:extLst>
                <a:ext uri="{FF2B5EF4-FFF2-40B4-BE49-F238E27FC236}">
                  <a16:creationId xmlns:a16="http://schemas.microsoft.com/office/drawing/2014/main" id="{C3AE734E-CEB1-3C44-516E-D6524F89C7D3}"/>
                </a:ext>
              </a:extLst>
            </p:cNvPr>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pic>
        <p:nvPicPr>
          <p:cNvPr id="20" name="Picture 19">
            <a:extLst>
              <a:ext uri="{FF2B5EF4-FFF2-40B4-BE49-F238E27FC236}">
                <a16:creationId xmlns:a16="http://schemas.microsoft.com/office/drawing/2014/main" id="{96F5834B-A197-EAEE-2630-F53897921938}"/>
              </a:ext>
            </a:extLst>
          </p:cNvPr>
          <p:cNvPicPr>
            <a:picLocks noChangeAspect="1"/>
          </p:cNvPicPr>
          <p:nvPr/>
        </p:nvPicPr>
        <p:blipFill>
          <a:blip r:embed="rId3"/>
          <a:stretch>
            <a:fillRect/>
          </a:stretch>
        </p:blipFill>
        <p:spPr>
          <a:xfrm>
            <a:off x="479683" y="3370977"/>
            <a:ext cx="1866025" cy="414753"/>
          </a:xfrm>
          <a:prstGeom prst="rect">
            <a:avLst/>
          </a:prstGeom>
        </p:spPr>
      </p:pic>
    </p:spTree>
    <p:extLst>
      <p:ext uri="{BB962C8B-B14F-4D97-AF65-F5344CB8AC3E}">
        <p14:creationId xmlns:p14="http://schemas.microsoft.com/office/powerpoint/2010/main" val="25767603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5" name="Google Shape;555;p44"/>
          <p:cNvSpPr/>
          <p:nvPr/>
        </p:nvSpPr>
        <p:spPr>
          <a:xfrm>
            <a:off x="-411475" y="933780"/>
            <a:ext cx="2832900" cy="28329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56" name="Google Shape;556;p44"/>
          <p:cNvSpPr/>
          <p:nvPr/>
        </p:nvSpPr>
        <p:spPr>
          <a:xfrm>
            <a:off x="0" y="2166480"/>
            <a:ext cx="2832900" cy="2832900"/>
          </a:xfrm>
          <a:prstGeom prst="diamond">
            <a:avLst/>
          </a:prstGeom>
          <a:ln>
            <a:headEnd type="none" w="med" len="med"/>
            <a:tailEnd type="none" w="med" len="med"/>
          </a:ln>
        </p:spPr>
        <p:style>
          <a:lnRef idx="0">
            <a:schemeClr val="accent5"/>
          </a:lnRef>
          <a:fillRef idx="3">
            <a:schemeClr val="accent5"/>
          </a:fillRef>
          <a:effectRef idx="3">
            <a:schemeClr val="accent5"/>
          </a:effectRef>
          <a:fontRef idx="minor">
            <a:schemeClr val="lt1"/>
          </a:fontRef>
        </p:style>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552;p44">
            <a:extLst>
              <a:ext uri="{FF2B5EF4-FFF2-40B4-BE49-F238E27FC236}">
                <a16:creationId xmlns:a16="http://schemas.microsoft.com/office/drawing/2014/main" id="{DA06779F-246B-D042-B080-27B0BB380F50}"/>
              </a:ext>
            </a:extLst>
          </p:cNvPr>
          <p:cNvSpPr txBox="1">
            <a:spLocks/>
          </p:cNvSpPr>
          <p:nvPr/>
        </p:nvSpPr>
        <p:spPr>
          <a:xfrm>
            <a:off x="3053559" y="1691527"/>
            <a:ext cx="5362091" cy="259706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1pPr>
            <a:lvl2pPr marL="914400" marR="0" lvl="1"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2pPr>
            <a:lvl3pPr marL="1371600" marR="0" lvl="2"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3pPr>
            <a:lvl4pPr marL="1828800" marR="0" lvl="3"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4pPr>
            <a:lvl5pPr marL="2286000" marR="0" lvl="4"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5pPr>
            <a:lvl6pPr marL="2743200" marR="0" lvl="5"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6pPr>
            <a:lvl7pPr marL="3200400" marR="0" lvl="6"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7pPr>
            <a:lvl8pPr marL="3657600" marR="0" lvl="7"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8pPr>
            <a:lvl9pPr marL="4114800" marR="0" lvl="8" indent="-317500" algn="l" rtl="0">
              <a:lnSpc>
                <a:spcPct val="100000"/>
              </a:lnSpc>
              <a:spcBef>
                <a:spcPts val="0"/>
              </a:spcBef>
              <a:spcAft>
                <a:spcPts val="0"/>
              </a:spcAft>
              <a:buClr>
                <a:schemeClr val="dk1"/>
              </a:buClr>
              <a:buSzPts val="1400"/>
              <a:buFont typeface="Nunito"/>
              <a:buChar char="■"/>
              <a:defRPr sz="1400" b="0" i="0" u="none" strike="noStrike" cap="none">
                <a:solidFill>
                  <a:schemeClr val="dk1"/>
                </a:solidFill>
                <a:latin typeface="Nunito"/>
                <a:ea typeface="Nunito"/>
                <a:cs typeface="Nunito"/>
                <a:sym typeface="Nunito"/>
              </a:defRPr>
            </a:lvl9pPr>
          </a:lstStyle>
          <a:p>
            <a:pPr algn="just"/>
            <a:r>
              <a:rPr lang="en-ID" b="0" i="0" dirty="0" err="1">
                <a:solidFill>
                  <a:srgbClr val="3B4859"/>
                </a:solidFill>
                <a:effectLst/>
                <a:latin typeface="DM Sans" pitchFamily="2" charset="0"/>
              </a:rPr>
              <a:t>Hingga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kini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bahasa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pemrograman</a:t>
            </a:r>
            <a:r>
              <a:rPr lang="en-ID" b="0" i="0" dirty="0">
                <a:solidFill>
                  <a:srgbClr val="3B4859"/>
                </a:solidFill>
                <a:effectLst/>
                <a:latin typeface="DM Sans" pitchFamily="2" charset="0"/>
              </a:rPr>
              <a:t> Kotlin </a:t>
            </a:r>
            <a:r>
              <a:rPr lang="en-ID" b="0" i="0" dirty="0" err="1">
                <a:solidFill>
                  <a:srgbClr val="3B4859"/>
                </a:solidFill>
                <a:effectLst/>
                <a:latin typeface="DM Sans" pitchFamily="2" charset="0"/>
              </a:rPr>
              <a:t>banyak</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digunakan</a:t>
            </a:r>
            <a:r>
              <a:rPr lang="en-ID" b="0" i="0" dirty="0">
                <a:solidFill>
                  <a:srgbClr val="3B4859"/>
                </a:solidFill>
                <a:effectLst/>
                <a:latin typeface="DM Sans" pitchFamily="2" charset="0"/>
              </a:rPr>
              <a:t> oleh </a:t>
            </a:r>
            <a:r>
              <a:rPr lang="en-ID" b="0" i="0" dirty="0" err="1">
                <a:solidFill>
                  <a:srgbClr val="3B4859"/>
                </a:solidFill>
                <a:effectLst/>
                <a:latin typeface="DM Sans" pitchFamily="2" charset="0"/>
              </a:rPr>
              <a:t>perusahaan-perusahaan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besar</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untuk</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mengembangkan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aplikasi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mereka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Beberapa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diantaranya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adalah</a:t>
            </a:r>
            <a:r>
              <a:rPr lang="en-ID" b="0" i="0" dirty="0">
                <a:solidFill>
                  <a:srgbClr val="3B4859"/>
                </a:solidFill>
                <a:effectLst/>
                <a:latin typeface="DM Sans" pitchFamily="2" charset="0"/>
              </a:rPr>
              <a:t> Netflix, Amazon, Pinterest, Uber, dan Trello. </a:t>
            </a:r>
          </a:p>
          <a:p>
            <a:pPr algn="just"/>
            <a:r>
              <a:rPr lang="en-ID" b="0" i="0" dirty="0" err="1">
                <a:solidFill>
                  <a:srgbClr val="3B4859"/>
                </a:solidFill>
                <a:effectLst/>
                <a:latin typeface="DM Sans" pitchFamily="2" charset="0"/>
              </a:rPr>
              <a:t>Perkembangan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ini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semakin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pesat</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ketika</a:t>
            </a:r>
            <a:r>
              <a:rPr lang="en-ID" b="0" i="0" dirty="0">
                <a:solidFill>
                  <a:srgbClr val="3B4859"/>
                </a:solidFill>
                <a:effectLst/>
                <a:latin typeface="DM Sans" pitchFamily="2" charset="0"/>
              </a:rPr>
              <a:t> Kotlin </a:t>
            </a:r>
            <a:r>
              <a:rPr lang="en-ID" b="0" i="0" dirty="0" err="1">
                <a:solidFill>
                  <a:srgbClr val="3B4859"/>
                </a:solidFill>
                <a:effectLst/>
                <a:latin typeface="DM Sans" pitchFamily="2" charset="0"/>
              </a:rPr>
              <a:t>mendapat</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dukungan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dari</a:t>
            </a:r>
            <a:r>
              <a:rPr lang="en-ID" b="0" i="0" dirty="0">
                <a:solidFill>
                  <a:srgbClr val="3B4859"/>
                </a:solidFill>
                <a:effectLst/>
                <a:latin typeface="DM Sans" pitchFamily="2" charset="0"/>
              </a:rPr>
              <a:t> Google pada 2017. Bahasa </a:t>
            </a:r>
            <a:r>
              <a:rPr lang="en-ID" b="0" i="0" dirty="0" err="1">
                <a:solidFill>
                  <a:srgbClr val="3B4859"/>
                </a:solidFill>
                <a:effectLst/>
                <a:latin typeface="DM Sans" pitchFamily="2" charset="0"/>
              </a:rPr>
              <a:t>pemrograman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ini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dinobatkan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sebagai</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bahasa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pemrograman</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kelas</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pertama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untuk</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aplikasi</a:t>
            </a:r>
            <a:r>
              <a:rPr lang="en-ID" b="0" i="0" dirty="0">
                <a:solidFill>
                  <a:srgbClr val="3B4859"/>
                </a:solidFill>
                <a:effectLst/>
                <a:latin typeface="DM Sans" pitchFamily="2" charset="0"/>
              </a:rPr>
              <a:t> Android. </a:t>
            </a:r>
            <a:r>
              <a:rPr lang="en-ID" b="0" i="0" dirty="0" err="1">
                <a:solidFill>
                  <a:srgbClr val="3B4859"/>
                </a:solidFill>
                <a:effectLst/>
                <a:latin typeface="DM Sans" pitchFamily="2" charset="0"/>
              </a:rPr>
              <a:t>Bahkan</a:t>
            </a:r>
            <a:r>
              <a:rPr lang="en-ID" b="0" i="0" dirty="0">
                <a:solidFill>
                  <a:srgbClr val="3B4859"/>
                </a:solidFill>
                <a:effectLst/>
                <a:latin typeface="DM Sans" pitchFamily="2" charset="0"/>
              </a:rPr>
              <a:t>, Google </a:t>
            </a:r>
            <a:r>
              <a:rPr lang="en-ID" b="0" i="0" dirty="0" err="1">
                <a:solidFill>
                  <a:srgbClr val="3B4859"/>
                </a:solidFill>
                <a:effectLst/>
                <a:latin typeface="DM Sans" pitchFamily="2" charset="0"/>
              </a:rPr>
              <a:t>lebih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memprioritaskan</a:t>
            </a:r>
            <a:r>
              <a:rPr lang="en-ID" b="0" i="0" dirty="0">
                <a:solidFill>
                  <a:srgbClr val="3B4859"/>
                </a:solidFill>
                <a:effectLst/>
                <a:latin typeface="DM Sans" pitchFamily="2" charset="0"/>
              </a:rPr>
              <a:t> Kotlin </a:t>
            </a:r>
            <a:r>
              <a:rPr lang="en-ID" b="0" i="0" dirty="0" err="1">
                <a:solidFill>
                  <a:srgbClr val="3B4859"/>
                </a:solidFill>
                <a:effectLst/>
                <a:latin typeface="DM Sans" pitchFamily="2" charset="0"/>
              </a:rPr>
              <a:t>dibandingkan</a:t>
            </a:r>
            <a:r>
              <a:rPr lang="en-ID" b="0" i="0" dirty="0">
                <a:solidFill>
                  <a:srgbClr val="3B4859"/>
                </a:solidFill>
                <a:effectLst/>
                <a:latin typeface="DM Sans" pitchFamily="2" charset="0"/>
              </a:rPr>
              <a:t> C++ </a:t>
            </a:r>
            <a:r>
              <a:rPr lang="en-ID" b="0" i="0" dirty="0" err="1">
                <a:solidFill>
                  <a:srgbClr val="3B4859"/>
                </a:solidFill>
                <a:effectLst/>
                <a:latin typeface="DM Sans" pitchFamily="2" charset="0"/>
              </a:rPr>
              <a:t>atau</a:t>
            </a:r>
            <a:r>
              <a:rPr lang="en-ID" b="0" i="0" dirty="0">
                <a:solidFill>
                  <a:srgbClr val="3B4859"/>
                </a:solidFill>
                <a:effectLst/>
                <a:latin typeface="DM Sans" pitchFamily="2" charset="0"/>
              </a:rPr>
              <a:t> Java yang </a:t>
            </a:r>
            <a:r>
              <a:rPr lang="en-ID" b="0" i="0" dirty="0" err="1">
                <a:solidFill>
                  <a:srgbClr val="3B4859"/>
                </a:solidFill>
                <a:effectLst/>
                <a:latin typeface="DM Sans" pitchFamily="2" charset="0"/>
              </a:rPr>
              <a:t>sudah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ada</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terlebih</a:t>
            </a:r>
            <a:r>
              <a:rPr lang="en-ID" b="0" i="0" dirty="0">
                <a:solidFill>
                  <a:srgbClr val="3B4859"/>
                </a:solidFill>
                <a:effectLst/>
                <a:latin typeface="DM Sans" pitchFamily="2" charset="0"/>
              </a:rPr>
              <a:t> </a:t>
            </a:r>
            <a:r>
              <a:rPr lang="en-ID" b="0" i="0" dirty="0" err="1">
                <a:solidFill>
                  <a:srgbClr val="3B4859"/>
                </a:solidFill>
                <a:effectLst/>
                <a:latin typeface="DM Sans" pitchFamily="2" charset="0"/>
              </a:rPr>
              <a:t>dahulu</a:t>
            </a:r>
            <a:r>
              <a:rPr lang="en-ID" b="0" i="0" dirty="0">
                <a:solidFill>
                  <a:srgbClr val="3B4859"/>
                </a:solidFill>
                <a:effectLst/>
                <a:latin typeface="DM Sans" pitchFamily="2" charset="0"/>
              </a:rPr>
              <a:t>. </a:t>
            </a:r>
          </a:p>
        </p:txBody>
      </p:sp>
      <p:cxnSp>
        <p:nvCxnSpPr>
          <p:cNvPr id="8" name="Google Shape;554;p44">
            <a:extLst>
              <a:ext uri="{FF2B5EF4-FFF2-40B4-BE49-F238E27FC236}">
                <a16:creationId xmlns:a16="http://schemas.microsoft.com/office/drawing/2014/main" id="{8AD6B732-7047-5023-4C5A-E70210F67F6D}"/>
              </a:ext>
            </a:extLst>
          </p:cNvPr>
          <p:cNvCxnSpPr>
            <a:cxnSpLocks/>
          </p:cNvCxnSpPr>
          <p:nvPr/>
        </p:nvCxnSpPr>
        <p:spPr>
          <a:xfrm flipH="1">
            <a:off x="332509" y="854910"/>
            <a:ext cx="8094641" cy="0"/>
          </a:xfrm>
          <a:prstGeom prst="straightConnector1">
            <a:avLst/>
          </a:prstGeom>
          <a:noFill/>
          <a:ln w="9525" cap="flat" cmpd="sng">
            <a:solidFill>
              <a:schemeClr val="dk1"/>
            </a:solidFill>
            <a:prstDash val="solid"/>
            <a:round/>
            <a:headEnd type="none" w="med" len="med"/>
            <a:tailEnd type="none" w="med" len="med"/>
          </a:ln>
        </p:spPr>
      </p:cxnSp>
      <p:sp>
        <p:nvSpPr>
          <p:cNvPr id="9" name="Google Shape;671;p49">
            <a:extLst>
              <a:ext uri="{FF2B5EF4-FFF2-40B4-BE49-F238E27FC236}">
                <a16:creationId xmlns:a16="http://schemas.microsoft.com/office/drawing/2014/main" id="{A4A157D4-07AF-163D-24C8-45C9971C0F49}"/>
              </a:ext>
            </a:extLst>
          </p:cNvPr>
          <p:cNvSpPr txBox="1">
            <a:spLocks/>
          </p:cNvSpPr>
          <p:nvPr/>
        </p:nvSpPr>
        <p:spPr>
          <a:xfrm>
            <a:off x="1512675" y="18737"/>
            <a:ext cx="5765300" cy="841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500"/>
              <a:buFont typeface="Baskervville"/>
              <a:buNone/>
              <a:defRPr sz="3500" b="0" i="0" u="none" strike="noStrike" cap="none">
                <a:solidFill>
                  <a:schemeClr val="dk1"/>
                </a:solidFill>
                <a:latin typeface="Baskervville"/>
                <a:ea typeface="Baskervville"/>
                <a:cs typeface="Baskervville"/>
                <a:sym typeface="Baskervville"/>
              </a:defRPr>
            </a:lvl1pPr>
            <a:lvl2pPr marR="0" lvl="1"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500"/>
              <a:buFont typeface="Bebas Neue"/>
              <a:buNone/>
              <a:defRPr sz="3500" b="0" i="0" u="none" strike="noStrike" cap="none">
                <a:solidFill>
                  <a:schemeClr val="dk1"/>
                </a:solidFill>
                <a:latin typeface="Bebas Neue"/>
                <a:ea typeface="Bebas Neue"/>
                <a:cs typeface="Bebas Neue"/>
                <a:sym typeface="Bebas Neue"/>
              </a:defRPr>
            </a:lvl9pPr>
          </a:lstStyle>
          <a:p>
            <a:r>
              <a:rPr lang="en-ID" dirty="0"/>
              <a:t>Sejarah Kotlin</a:t>
            </a:r>
          </a:p>
        </p:txBody>
      </p:sp>
      <p:grpSp>
        <p:nvGrpSpPr>
          <p:cNvPr id="10" name="Google Shape;677;p49">
            <a:extLst>
              <a:ext uri="{FF2B5EF4-FFF2-40B4-BE49-F238E27FC236}">
                <a16:creationId xmlns:a16="http://schemas.microsoft.com/office/drawing/2014/main" id="{5C34C966-C331-8665-37AC-E758B2E7FF58}"/>
              </a:ext>
            </a:extLst>
          </p:cNvPr>
          <p:cNvGrpSpPr/>
          <p:nvPr/>
        </p:nvGrpSpPr>
        <p:grpSpPr>
          <a:xfrm>
            <a:off x="8604285" y="71471"/>
            <a:ext cx="409357" cy="409357"/>
            <a:chOff x="1393875" y="-1823657"/>
            <a:chExt cx="409357" cy="409357"/>
          </a:xfrm>
        </p:grpSpPr>
        <p:cxnSp>
          <p:nvCxnSpPr>
            <p:cNvPr id="11" name="Google Shape;678;p49">
              <a:extLst>
                <a:ext uri="{FF2B5EF4-FFF2-40B4-BE49-F238E27FC236}">
                  <a16:creationId xmlns:a16="http://schemas.microsoft.com/office/drawing/2014/main" id="{DCACF2C8-3EF3-39E1-DEAA-3554C21222FF}"/>
                </a:ext>
              </a:extLst>
            </p:cNvPr>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2" name="Google Shape;679;p49">
              <a:extLst>
                <a:ext uri="{FF2B5EF4-FFF2-40B4-BE49-F238E27FC236}">
                  <a16:creationId xmlns:a16="http://schemas.microsoft.com/office/drawing/2014/main" id="{78E00ED0-B846-AE02-642C-172BA356F254}"/>
                </a:ext>
              </a:extLst>
            </p:cNvPr>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3" name="Google Shape;680;p49">
              <a:extLst>
                <a:ext uri="{FF2B5EF4-FFF2-40B4-BE49-F238E27FC236}">
                  <a16:creationId xmlns:a16="http://schemas.microsoft.com/office/drawing/2014/main" id="{DADBAFDF-4494-0E9B-946E-6DEF48D18103}"/>
                </a:ext>
              </a:extLst>
            </p:cNvPr>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4" name="Google Shape;681;p49">
              <a:extLst>
                <a:ext uri="{FF2B5EF4-FFF2-40B4-BE49-F238E27FC236}">
                  <a16:creationId xmlns:a16="http://schemas.microsoft.com/office/drawing/2014/main" id="{E043AFF1-8843-63C0-5B72-93BBB822BCB7}"/>
                </a:ext>
              </a:extLst>
            </p:cNvPr>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15" name="Google Shape;682;p49">
            <a:extLst>
              <a:ext uri="{FF2B5EF4-FFF2-40B4-BE49-F238E27FC236}">
                <a16:creationId xmlns:a16="http://schemas.microsoft.com/office/drawing/2014/main" id="{A2B20D90-3301-E574-CD1D-C5CDDD2B138A}"/>
              </a:ext>
            </a:extLst>
          </p:cNvPr>
          <p:cNvGrpSpPr/>
          <p:nvPr/>
        </p:nvGrpSpPr>
        <p:grpSpPr>
          <a:xfrm>
            <a:off x="130211" y="4667468"/>
            <a:ext cx="409357" cy="409357"/>
            <a:chOff x="1393875" y="-1823657"/>
            <a:chExt cx="409357" cy="409357"/>
          </a:xfrm>
        </p:grpSpPr>
        <p:cxnSp>
          <p:nvCxnSpPr>
            <p:cNvPr id="16" name="Google Shape;683;p49">
              <a:extLst>
                <a:ext uri="{FF2B5EF4-FFF2-40B4-BE49-F238E27FC236}">
                  <a16:creationId xmlns:a16="http://schemas.microsoft.com/office/drawing/2014/main" id="{388AB247-203E-000A-9D6A-1041D5B4FE85}"/>
                </a:ext>
              </a:extLst>
            </p:cNvPr>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7" name="Google Shape;684;p49">
              <a:extLst>
                <a:ext uri="{FF2B5EF4-FFF2-40B4-BE49-F238E27FC236}">
                  <a16:creationId xmlns:a16="http://schemas.microsoft.com/office/drawing/2014/main" id="{3D38CACB-CF88-55BA-2DB2-279BBE2643C3}"/>
                </a:ext>
              </a:extLst>
            </p:cNvPr>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18" name="Google Shape;685;p49">
              <a:extLst>
                <a:ext uri="{FF2B5EF4-FFF2-40B4-BE49-F238E27FC236}">
                  <a16:creationId xmlns:a16="http://schemas.microsoft.com/office/drawing/2014/main" id="{5E0D673D-5D97-2968-AFFD-10412C3BD2FF}"/>
                </a:ext>
              </a:extLst>
            </p:cNvPr>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19" name="Google Shape;686;p49">
              <a:extLst>
                <a:ext uri="{FF2B5EF4-FFF2-40B4-BE49-F238E27FC236}">
                  <a16:creationId xmlns:a16="http://schemas.microsoft.com/office/drawing/2014/main" id="{C3AE734E-CEB1-3C44-516E-D6524F89C7D3}"/>
                </a:ext>
              </a:extLst>
            </p:cNvPr>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pic>
        <p:nvPicPr>
          <p:cNvPr id="20" name="Picture 19">
            <a:extLst>
              <a:ext uri="{FF2B5EF4-FFF2-40B4-BE49-F238E27FC236}">
                <a16:creationId xmlns:a16="http://schemas.microsoft.com/office/drawing/2014/main" id="{96F5834B-A197-EAEE-2630-F53897921938}"/>
              </a:ext>
            </a:extLst>
          </p:cNvPr>
          <p:cNvPicPr>
            <a:picLocks noChangeAspect="1"/>
          </p:cNvPicPr>
          <p:nvPr/>
        </p:nvPicPr>
        <p:blipFill>
          <a:blip r:embed="rId3"/>
          <a:stretch>
            <a:fillRect/>
          </a:stretch>
        </p:blipFill>
        <p:spPr>
          <a:xfrm>
            <a:off x="479683" y="3370977"/>
            <a:ext cx="1866025" cy="414753"/>
          </a:xfrm>
          <a:prstGeom prst="rect">
            <a:avLst/>
          </a:prstGeom>
        </p:spPr>
      </p:pic>
    </p:spTree>
    <p:extLst>
      <p:ext uri="{BB962C8B-B14F-4D97-AF65-F5344CB8AC3E}">
        <p14:creationId xmlns:p14="http://schemas.microsoft.com/office/powerpoint/2010/main" val="27845826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3"/>
        <p:cNvGrpSpPr/>
        <p:nvPr/>
      </p:nvGrpSpPr>
      <p:grpSpPr>
        <a:xfrm>
          <a:off x="0" y="0"/>
          <a:ext cx="0" cy="0"/>
          <a:chOff x="0" y="0"/>
          <a:chExt cx="0" cy="0"/>
        </a:xfrm>
      </p:grpSpPr>
      <p:sp>
        <p:nvSpPr>
          <p:cNvPr id="754" name="Google Shape;754;p54"/>
          <p:cNvSpPr txBox="1">
            <a:spLocks noGrp="1"/>
          </p:cNvSpPr>
          <p:nvPr>
            <p:ph type="title"/>
          </p:nvPr>
        </p:nvSpPr>
        <p:spPr>
          <a:xfrm>
            <a:off x="1411518" y="2392950"/>
            <a:ext cx="6576000" cy="1198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000" dirty="0"/>
              <a:t>Kelebihan &amp; kekurangan</a:t>
            </a:r>
            <a:br>
              <a:rPr lang="en" sz="4000" dirty="0"/>
            </a:br>
            <a:r>
              <a:rPr lang="en" sz="4000" dirty="0"/>
              <a:t>Kotlin</a:t>
            </a:r>
            <a:endParaRPr sz="4000" dirty="0"/>
          </a:p>
        </p:txBody>
      </p:sp>
      <p:cxnSp>
        <p:nvCxnSpPr>
          <p:cNvPr id="756" name="Google Shape;756;p54"/>
          <p:cNvCxnSpPr/>
          <p:nvPr/>
        </p:nvCxnSpPr>
        <p:spPr>
          <a:xfrm rot="10800000">
            <a:off x="2272755" y="3651792"/>
            <a:ext cx="4853700" cy="0"/>
          </a:xfrm>
          <a:prstGeom prst="straightConnector1">
            <a:avLst/>
          </a:prstGeom>
          <a:noFill/>
          <a:ln w="9525" cap="flat" cmpd="sng">
            <a:solidFill>
              <a:schemeClr val="dk1"/>
            </a:solidFill>
            <a:prstDash val="solid"/>
            <a:round/>
            <a:headEnd type="none" w="med" len="med"/>
            <a:tailEnd type="none" w="med" len="med"/>
          </a:ln>
        </p:spPr>
      </p:cxnSp>
      <p:sp>
        <p:nvSpPr>
          <p:cNvPr id="769" name="Google Shape;769;p54"/>
          <p:cNvSpPr/>
          <p:nvPr/>
        </p:nvSpPr>
        <p:spPr>
          <a:xfrm>
            <a:off x="-971650" y="2992350"/>
            <a:ext cx="2832900" cy="28329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54"/>
          <p:cNvSpPr/>
          <p:nvPr/>
        </p:nvSpPr>
        <p:spPr>
          <a:xfrm>
            <a:off x="7227000" y="-881450"/>
            <a:ext cx="2832900" cy="28329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Google Shape;555;p44">
            <a:extLst>
              <a:ext uri="{FF2B5EF4-FFF2-40B4-BE49-F238E27FC236}">
                <a16:creationId xmlns:a16="http://schemas.microsoft.com/office/drawing/2014/main" id="{D587FA82-1EC1-CD42-F4D9-E159C03DA2D2}"/>
              </a:ext>
            </a:extLst>
          </p:cNvPr>
          <p:cNvSpPr/>
          <p:nvPr/>
        </p:nvSpPr>
        <p:spPr>
          <a:xfrm>
            <a:off x="-1421382" y="1749374"/>
            <a:ext cx="2832900" cy="28329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24" name="Google Shape;677;p49">
            <a:extLst>
              <a:ext uri="{FF2B5EF4-FFF2-40B4-BE49-F238E27FC236}">
                <a16:creationId xmlns:a16="http://schemas.microsoft.com/office/drawing/2014/main" id="{A2B4056B-CB18-6754-28DF-C90B7F17E487}"/>
              </a:ext>
            </a:extLst>
          </p:cNvPr>
          <p:cNvGrpSpPr/>
          <p:nvPr/>
        </p:nvGrpSpPr>
        <p:grpSpPr>
          <a:xfrm>
            <a:off x="4367156" y="534836"/>
            <a:ext cx="409357" cy="409357"/>
            <a:chOff x="1393875" y="-1823657"/>
            <a:chExt cx="409357" cy="409357"/>
          </a:xfrm>
        </p:grpSpPr>
        <p:cxnSp>
          <p:nvCxnSpPr>
            <p:cNvPr id="25" name="Google Shape;678;p49">
              <a:extLst>
                <a:ext uri="{FF2B5EF4-FFF2-40B4-BE49-F238E27FC236}">
                  <a16:creationId xmlns:a16="http://schemas.microsoft.com/office/drawing/2014/main" id="{1BBC3797-2CB6-EB1D-34CC-2791855229AD}"/>
                </a:ext>
              </a:extLst>
            </p:cNvPr>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26" name="Google Shape;679;p49">
              <a:extLst>
                <a:ext uri="{FF2B5EF4-FFF2-40B4-BE49-F238E27FC236}">
                  <a16:creationId xmlns:a16="http://schemas.microsoft.com/office/drawing/2014/main" id="{0912AF99-D761-BC73-D811-ECD545D2AC94}"/>
                </a:ext>
              </a:extLst>
            </p:cNvPr>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27" name="Google Shape;680;p49">
              <a:extLst>
                <a:ext uri="{FF2B5EF4-FFF2-40B4-BE49-F238E27FC236}">
                  <a16:creationId xmlns:a16="http://schemas.microsoft.com/office/drawing/2014/main" id="{F6F84B61-725B-7CCA-E7EE-922B9E70927F}"/>
                </a:ext>
              </a:extLst>
            </p:cNvPr>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28" name="Google Shape;681;p49">
              <a:extLst>
                <a:ext uri="{FF2B5EF4-FFF2-40B4-BE49-F238E27FC236}">
                  <a16:creationId xmlns:a16="http://schemas.microsoft.com/office/drawing/2014/main" id="{9391E7BD-E2B6-A257-4477-6979A2986F98}"/>
                </a:ext>
              </a:extLst>
            </p:cNvPr>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grpSp>
        <p:nvGrpSpPr>
          <p:cNvPr id="29" name="Google Shape;682;p49">
            <a:extLst>
              <a:ext uri="{FF2B5EF4-FFF2-40B4-BE49-F238E27FC236}">
                <a16:creationId xmlns:a16="http://schemas.microsoft.com/office/drawing/2014/main" id="{D5AF7DD8-4216-CC37-E945-B4D3EEEDC1F4}"/>
              </a:ext>
            </a:extLst>
          </p:cNvPr>
          <p:cNvGrpSpPr/>
          <p:nvPr/>
        </p:nvGrpSpPr>
        <p:grpSpPr>
          <a:xfrm>
            <a:off x="4367156" y="4198986"/>
            <a:ext cx="409357" cy="409357"/>
            <a:chOff x="1393875" y="-1823657"/>
            <a:chExt cx="409357" cy="409357"/>
          </a:xfrm>
        </p:grpSpPr>
        <p:cxnSp>
          <p:nvCxnSpPr>
            <p:cNvPr id="30" name="Google Shape;683;p49">
              <a:extLst>
                <a:ext uri="{FF2B5EF4-FFF2-40B4-BE49-F238E27FC236}">
                  <a16:creationId xmlns:a16="http://schemas.microsoft.com/office/drawing/2014/main" id="{AA5749D4-43EB-0770-9DFD-ADF5B28AD749}"/>
                </a:ext>
              </a:extLst>
            </p:cNvPr>
            <p:cNvCxnSpPr/>
            <p:nvPr/>
          </p:nvCxnSpPr>
          <p:spPr>
            <a:xfrm>
              <a:off x="145384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31" name="Google Shape;684;p49">
              <a:extLst>
                <a:ext uri="{FF2B5EF4-FFF2-40B4-BE49-F238E27FC236}">
                  <a16:creationId xmlns:a16="http://schemas.microsoft.com/office/drawing/2014/main" id="{BEF88451-F9CE-30B9-6BD1-149F9EFB6BE0}"/>
                </a:ext>
              </a:extLst>
            </p:cNvPr>
            <p:cNvCxnSpPr/>
            <p:nvPr/>
          </p:nvCxnSpPr>
          <p:spPr>
            <a:xfrm rot="5400000">
              <a:off x="1453917" y="-1763842"/>
              <a:ext cx="289500" cy="289500"/>
            </a:xfrm>
            <a:prstGeom prst="straightConnector1">
              <a:avLst/>
            </a:prstGeom>
            <a:noFill/>
            <a:ln w="9525" cap="flat" cmpd="sng">
              <a:solidFill>
                <a:schemeClr val="accent4"/>
              </a:solidFill>
              <a:prstDash val="solid"/>
              <a:round/>
              <a:headEnd type="none" w="med" len="med"/>
              <a:tailEnd type="none" w="med" len="med"/>
            </a:ln>
          </p:spPr>
        </p:cxnSp>
        <p:cxnSp>
          <p:nvCxnSpPr>
            <p:cNvPr id="32" name="Google Shape;685;p49">
              <a:extLst>
                <a:ext uri="{FF2B5EF4-FFF2-40B4-BE49-F238E27FC236}">
                  <a16:creationId xmlns:a16="http://schemas.microsoft.com/office/drawing/2014/main" id="{4172BC69-BFD2-9EBB-D4C0-A892D7910451}"/>
                </a:ext>
              </a:extLst>
            </p:cNvPr>
            <p:cNvCxnSpPr/>
            <p:nvPr/>
          </p:nvCxnSpPr>
          <p:spPr>
            <a:xfrm rot="-8100000" flipH="1">
              <a:off x="1453801" y="-1763731"/>
              <a:ext cx="289348" cy="289348"/>
            </a:xfrm>
            <a:prstGeom prst="straightConnector1">
              <a:avLst/>
            </a:prstGeom>
            <a:noFill/>
            <a:ln w="9525" cap="flat" cmpd="sng">
              <a:solidFill>
                <a:schemeClr val="accent4"/>
              </a:solidFill>
              <a:prstDash val="solid"/>
              <a:round/>
              <a:headEnd type="none" w="med" len="med"/>
              <a:tailEnd type="none" w="med" len="med"/>
            </a:ln>
          </p:spPr>
        </p:cxnSp>
        <p:cxnSp>
          <p:nvCxnSpPr>
            <p:cNvPr id="33" name="Google Shape;686;p49">
              <a:extLst>
                <a:ext uri="{FF2B5EF4-FFF2-40B4-BE49-F238E27FC236}">
                  <a16:creationId xmlns:a16="http://schemas.microsoft.com/office/drawing/2014/main" id="{388024ED-2CAE-02C2-4FED-D171220C9F36}"/>
                </a:ext>
              </a:extLst>
            </p:cNvPr>
            <p:cNvCxnSpPr/>
            <p:nvPr/>
          </p:nvCxnSpPr>
          <p:spPr>
            <a:xfrm rot="8100000" flipH="1">
              <a:off x="1453958" y="-1763574"/>
              <a:ext cx="289348" cy="289348"/>
            </a:xfrm>
            <a:prstGeom prst="straightConnector1">
              <a:avLst/>
            </a:prstGeom>
            <a:noFill/>
            <a:ln w="9525" cap="flat" cmpd="sng">
              <a:solidFill>
                <a:schemeClr val="accent4"/>
              </a:solidFill>
              <a:prstDash val="solid"/>
              <a:round/>
              <a:headEnd type="none" w="med" len="med"/>
              <a:tailEnd type="none" w="med" len="med"/>
            </a:ln>
          </p:spPr>
        </p:cxnSp>
      </p:grpSp>
      <p:sp>
        <p:nvSpPr>
          <p:cNvPr id="37" name="Google Shape;672;p49">
            <a:extLst>
              <a:ext uri="{FF2B5EF4-FFF2-40B4-BE49-F238E27FC236}">
                <a16:creationId xmlns:a16="http://schemas.microsoft.com/office/drawing/2014/main" id="{25E4B36F-82BC-EDB2-B925-AA81F0F50A2D}"/>
              </a:ext>
            </a:extLst>
          </p:cNvPr>
          <p:cNvSpPr txBox="1">
            <a:spLocks/>
          </p:cNvSpPr>
          <p:nvPr/>
        </p:nvSpPr>
        <p:spPr>
          <a:xfrm>
            <a:off x="3721437" y="1018368"/>
            <a:ext cx="1323250" cy="841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Baskervville"/>
              <a:buNone/>
              <a:defRPr sz="3500" b="0" i="1" u="none" strike="noStrike" cap="none">
                <a:solidFill>
                  <a:schemeClr val="accent4"/>
                </a:solidFill>
                <a:latin typeface="Baskervville"/>
                <a:ea typeface="Baskervville"/>
                <a:cs typeface="Baskervville"/>
                <a:sym typeface="Baskervville"/>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pPr algn="r"/>
            <a:r>
              <a:rPr lang="en" sz="6500" i="0" dirty="0">
                <a:solidFill>
                  <a:schemeClr val="tx1"/>
                </a:solidFill>
              </a:rPr>
              <a:t>03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3"/>
        <p:cNvGrpSpPr/>
        <p:nvPr/>
      </p:nvGrpSpPr>
      <p:grpSpPr>
        <a:xfrm>
          <a:off x="0" y="0"/>
          <a:ext cx="0" cy="0"/>
          <a:chOff x="0" y="0"/>
          <a:chExt cx="0" cy="0"/>
        </a:xfrm>
      </p:grpSpPr>
      <p:cxnSp>
        <p:nvCxnSpPr>
          <p:cNvPr id="1096" name="Google Shape;1096;p64"/>
          <p:cNvCxnSpPr/>
          <p:nvPr/>
        </p:nvCxnSpPr>
        <p:spPr>
          <a:xfrm rot="10800000">
            <a:off x="720000" y="852299"/>
            <a:ext cx="7710300" cy="0"/>
          </a:xfrm>
          <a:prstGeom prst="straightConnector1">
            <a:avLst/>
          </a:prstGeom>
          <a:noFill/>
          <a:ln w="9525" cap="flat" cmpd="sng">
            <a:solidFill>
              <a:schemeClr val="dk1"/>
            </a:solidFill>
            <a:prstDash val="solid"/>
            <a:round/>
            <a:headEnd type="none" w="med" len="med"/>
            <a:tailEnd type="none" w="med" len="med"/>
          </a:ln>
        </p:spPr>
      </p:cxnSp>
      <p:cxnSp>
        <p:nvCxnSpPr>
          <p:cNvPr id="3" name="Straight Connector 2">
            <a:extLst>
              <a:ext uri="{FF2B5EF4-FFF2-40B4-BE49-F238E27FC236}">
                <a16:creationId xmlns:a16="http://schemas.microsoft.com/office/drawing/2014/main" id="{E938B51F-337D-8875-000A-CF006B4D8A5C}"/>
              </a:ext>
            </a:extLst>
          </p:cNvPr>
          <p:cNvCxnSpPr>
            <a:cxnSpLocks/>
          </p:cNvCxnSpPr>
          <p:nvPr/>
        </p:nvCxnSpPr>
        <p:spPr>
          <a:xfrm>
            <a:off x="4572000" y="868499"/>
            <a:ext cx="0" cy="3958807"/>
          </a:xfrm>
          <a:prstGeom prst="line">
            <a:avLst/>
          </a:prstGeom>
        </p:spPr>
        <p:style>
          <a:lnRef idx="1">
            <a:schemeClr val="dk1"/>
          </a:lnRef>
          <a:fillRef idx="0">
            <a:schemeClr val="dk1"/>
          </a:fillRef>
          <a:effectRef idx="0">
            <a:schemeClr val="dk1"/>
          </a:effectRef>
          <a:fontRef idx="minor">
            <a:schemeClr val="tx1"/>
          </a:fontRef>
        </p:style>
      </p:cxnSp>
      <p:sp>
        <p:nvSpPr>
          <p:cNvPr id="5" name="Google Shape;542;p43">
            <a:extLst>
              <a:ext uri="{FF2B5EF4-FFF2-40B4-BE49-F238E27FC236}">
                <a16:creationId xmlns:a16="http://schemas.microsoft.com/office/drawing/2014/main" id="{88E5063D-F60E-FCF9-D024-DF77A0075446}"/>
              </a:ext>
            </a:extLst>
          </p:cNvPr>
          <p:cNvSpPr txBox="1">
            <a:spLocks/>
          </p:cNvSpPr>
          <p:nvPr/>
        </p:nvSpPr>
        <p:spPr>
          <a:xfrm>
            <a:off x="1065131" y="1445615"/>
            <a:ext cx="3113231" cy="30471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17500">
              <a:buClr>
                <a:schemeClr val="dk1"/>
              </a:buClr>
              <a:buSzPts val="1400"/>
              <a:buFont typeface="Nunito"/>
              <a:buChar char="✳"/>
            </a:pPr>
            <a:r>
              <a:rPr lang="en-ID" dirty="0">
                <a:solidFill>
                  <a:schemeClr val="tx1"/>
                </a:solidFill>
                <a:latin typeface="-apple-system"/>
                <a:sym typeface="Nunito"/>
              </a:rPr>
              <a:t>Kode </a:t>
            </a:r>
            <a:r>
              <a:rPr lang="en-ID" dirty="0" err="1">
                <a:solidFill>
                  <a:schemeClr val="tx1"/>
                </a:solidFill>
                <a:latin typeface="-apple-system"/>
                <a:sym typeface="Nunito"/>
              </a:rPr>
              <a:t>Lebih</a:t>
            </a:r>
            <a:r>
              <a:rPr lang="en-ID" dirty="0">
                <a:solidFill>
                  <a:schemeClr val="tx1"/>
                </a:solidFill>
                <a:latin typeface="-apple-system"/>
                <a:sym typeface="Nunito"/>
              </a:rPr>
              <a:t> </a:t>
            </a:r>
            <a:r>
              <a:rPr lang="en-ID" dirty="0" err="1">
                <a:solidFill>
                  <a:schemeClr val="tx1"/>
                </a:solidFill>
                <a:latin typeface="-apple-system"/>
                <a:sym typeface="Nunito"/>
              </a:rPr>
              <a:t>Sederhana</a:t>
            </a:r>
            <a:r>
              <a:rPr lang="en-ID" dirty="0">
                <a:solidFill>
                  <a:schemeClr val="tx1"/>
                </a:solidFill>
                <a:latin typeface="-apple-system"/>
                <a:sym typeface="Nunito"/>
              </a:rPr>
              <a:t> dan </a:t>
            </a:r>
            <a:r>
              <a:rPr lang="en-ID" dirty="0" err="1">
                <a:solidFill>
                  <a:schemeClr val="tx1"/>
                </a:solidFill>
                <a:latin typeface="-apple-system"/>
                <a:sym typeface="Nunito"/>
              </a:rPr>
              <a:t>Ringkas</a:t>
            </a:r>
            <a:endParaRPr lang="en-ID" dirty="0">
              <a:solidFill>
                <a:schemeClr val="tx1"/>
              </a:solidFill>
              <a:latin typeface="-apple-system"/>
              <a:sym typeface="Nunito"/>
            </a:endParaRPr>
          </a:p>
          <a:p>
            <a:pPr marL="457200" indent="-317500">
              <a:buClr>
                <a:schemeClr val="dk1"/>
              </a:buClr>
              <a:buSzPts val="1400"/>
              <a:buFont typeface="Nunito"/>
              <a:buChar char="✳"/>
            </a:pPr>
            <a:r>
              <a:rPr lang="en-ID" dirty="0">
                <a:solidFill>
                  <a:schemeClr val="tx1"/>
                </a:solidFill>
                <a:latin typeface="-apple-system"/>
                <a:sym typeface="Nunito"/>
              </a:rPr>
              <a:t>Aman </a:t>
            </a:r>
            <a:r>
              <a:rPr lang="en-ID" dirty="0" err="1">
                <a:solidFill>
                  <a:schemeClr val="tx1"/>
                </a:solidFill>
                <a:latin typeface="-apple-system"/>
                <a:sym typeface="Nunito"/>
              </a:rPr>
              <a:t>dari</a:t>
            </a:r>
            <a:r>
              <a:rPr lang="en-ID" dirty="0">
                <a:solidFill>
                  <a:schemeClr val="tx1"/>
                </a:solidFill>
                <a:latin typeface="-apple-system"/>
                <a:sym typeface="Nunito"/>
              </a:rPr>
              <a:t> Error</a:t>
            </a:r>
          </a:p>
          <a:p>
            <a:pPr marL="457200" indent="-317500">
              <a:buClr>
                <a:schemeClr val="dk1"/>
              </a:buClr>
              <a:buSzPts val="1400"/>
              <a:buFont typeface="Nunito"/>
              <a:buChar char="✳"/>
            </a:pPr>
            <a:r>
              <a:rPr lang="en-ID" dirty="0" err="1">
                <a:solidFill>
                  <a:schemeClr val="tx1"/>
                </a:solidFill>
                <a:latin typeface="-apple-system"/>
                <a:sym typeface="Nunito"/>
              </a:rPr>
              <a:t>Mudah</a:t>
            </a:r>
            <a:r>
              <a:rPr lang="en-ID" dirty="0">
                <a:solidFill>
                  <a:schemeClr val="tx1"/>
                </a:solidFill>
                <a:latin typeface="-apple-system"/>
                <a:sym typeface="Nunito"/>
              </a:rPr>
              <a:t> </a:t>
            </a:r>
            <a:r>
              <a:rPr lang="en-ID" dirty="0" err="1">
                <a:solidFill>
                  <a:schemeClr val="tx1"/>
                </a:solidFill>
                <a:latin typeface="-apple-system"/>
                <a:sym typeface="Nunito"/>
              </a:rPr>
              <a:t>Dipelajari</a:t>
            </a:r>
            <a:endParaRPr lang="en-ID" dirty="0">
              <a:solidFill>
                <a:schemeClr val="tx1"/>
              </a:solidFill>
              <a:latin typeface="-apple-system"/>
              <a:sym typeface="Nunito"/>
            </a:endParaRPr>
          </a:p>
          <a:p>
            <a:pPr marL="457200" indent="-317500">
              <a:buClr>
                <a:schemeClr val="dk1"/>
              </a:buClr>
              <a:buSzPts val="1400"/>
              <a:buFont typeface="Nunito"/>
              <a:buChar char="✳"/>
            </a:pPr>
            <a:r>
              <a:rPr lang="en-ID" dirty="0">
                <a:solidFill>
                  <a:schemeClr val="tx1"/>
                </a:solidFill>
                <a:latin typeface="-apple-system"/>
                <a:sym typeface="Nunito"/>
              </a:rPr>
              <a:t>Banyak </a:t>
            </a:r>
            <a:r>
              <a:rPr lang="en-ID" dirty="0" err="1">
                <a:solidFill>
                  <a:schemeClr val="tx1"/>
                </a:solidFill>
                <a:latin typeface="-apple-system"/>
                <a:sym typeface="Nunito"/>
              </a:rPr>
              <a:t>Digunakan</a:t>
            </a:r>
            <a:r>
              <a:rPr lang="en-ID" dirty="0">
                <a:solidFill>
                  <a:schemeClr val="tx1"/>
                </a:solidFill>
                <a:latin typeface="-apple-system"/>
                <a:sym typeface="Nunito"/>
              </a:rPr>
              <a:t> Perusahaan </a:t>
            </a:r>
            <a:r>
              <a:rPr lang="en-ID" dirty="0" err="1">
                <a:solidFill>
                  <a:schemeClr val="tx1"/>
                </a:solidFill>
                <a:latin typeface="-apple-system"/>
                <a:sym typeface="Nunito"/>
              </a:rPr>
              <a:t>Besar</a:t>
            </a:r>
            <a:endParaRPr lang="en-ID" dirty="0">
              <a:solidFill>
                <a:schemeClr val="tx1"/>
              </a:solidFill>
              <a:latin typeface="-apple-system"/>
              <a:sym typeface="Nunito"/>
            </a:endParaRPr>
          </a:p>
          <a:p>
            <a:pPr marL="457200" indent="-317500">
              <a:buClr>
                <a:schemeClr val="dk1"/>
              </a:buClr>
              <a:buSzPts val="1400"/>
              <a:buFont typeface="Nunito"/>
              <a:buChar char="✳"/>
            </a:pPr>
            <a:r>
              <a:rPr lang="en-ID" dirty="0" err="1">
                <a:solidFill>
                  <a:schemeClr val="tx1"/>
                </a:solidFill>
                <a:latin typeface="-apple-system"/>
                <a:sym typeface="Nunito"/>
              </a:rPr>
              <a:t>Fleksibel</a:t>
            </a:r>
            <a:endParaRPr lang="en-ID" dirty="0">
              <a:solidFill>
                <a:schemeClr val="tx1"/>
              </a:solidFill>
              <a:latin typeface="-apple-system"/>
              <a:sym typeface="Nunito"/>
            </a:endParaRPr>
          </a:p>
        </p:txBody>
      </p:sp>
      <p:sp>
        <p:nvSpPr>
          <p:cNvPr id="6" name="Google Shape;563;p45">
            <a:extLst>
              <a:ext uri="{FF2B5EF4-FFF2-40B4-BE49-F238E27FC236}">
                <a16:creationId xmlns:a16="http://schemas.microsoft.com/office/drawing/2014/main" id="{FEAD5B28-B1D6-B5DA-8CE8-ADB810192E4E}"/>
              </a:ext>
            </a:extLst>
          </p:cNvPr>
          <p:cNvSpPr txBox="1">
            <a:spLocks/>
          </p:cNvSpPr>
          <p:nvPr/>
        </p:nvSpPr>
        <p:spPr>
          <a:xfrm>
            <a:off x="1065132" y="915215"/>
            <a:ext cx="2768100" cy="5304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err="1"/>
              <a:t>Kelebihan</a:t>
            </a:r>
            <a:endParaRPr lang="en-ID" dirty="0"/>
          </a:p>
        </p:txBody>
      </p:sp>
      <p:sp>
        <p:nvSpPr>
          <p:cNvPr id="7" name="Google Shape;563;p45">
            <a:extLst>
              <a:ext uri="{FF2B5EF4-FFF2-40B4-BE49-F238E27FC236}">
                <a16:creationId xmlns:a16="http://schemas.microsoft.com/office/drawing/2014/main" id="{705B6291-27C9-18C9-1036-CC80278CA50B}"/>
              </a:ext>
            </a:extLst>
          </p:cNvPr>
          <p:cNvSpPr txBox="1">
            <a:spLocks/>
          </p:cNvSpPr>
          <p:nvPr/>
        </p:nvSpPr>
        <p:spPr>
          <a:xfrm>
            <a:off x="5379523" y="915215"/>
            <a:ext cx="2768100" cy="530400"/>
          </a:xfrm>
          <a:prstGeom prst="rect">
            <a:avLst/>
          </a:prstGeom>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dirty="0" err="1"/>
              <a:t>Kekurangan</a:t>
            </a:r>
            <a:endParaRPr lang="en-ID" dirty="0"/>
          </a:p>
        </p:txBody>
      </p:sp>
      <p:sp>
        <p:nvSpPr>
          <p:cNvPr id="8" name="Google Shape;542;p43">
            <a:extLst>
              <a:ext uri="{FF2B5EF4-FFF2-40B4-BE49-F238E27FC236}">
                <a16:creationId xmlns:a16="http://schemas.microsoft.com/office/drawing/2014/main" id="{B9825BDE-42D9-2F02-DBB4-5215ABCF6FD8}"/>
              </a:ext>
            </a:extLst>
          </p:cNvPr>
          <p:cNvSpPr txBox="1">
            <a:spLocks/>
          </p:cNvSpPr>
          <p:nvPr/>
        </p:nvSpPr>
        <p:spPr>
          <a:xfrm>
            <a:off x="4711500" y="1461816"/>
            <a:ext cx="2907600" cy="30471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317500">
              <a:buClr>
                <a:schemeClr val="dk1"/>
              </a:buClr>
              <a:buSzPts val="1400"/>
              <a:buFont typeface="Nunito"/>
              <a:buChar char="✳"/>
            </a:pPr>
            <a:r>
              <a:rPr lang="en-US" dirty="0" err="1">
                <a:solidFill>
                  <a:schemeClr val="tx1"/>
                </a:solidFill>
                <a:latin typeface="-apple-system"/>
                <a:sym typeface="Nunito"/>
              </a:rPr>
              <a:t>Kecepatan</a:t>
            </a:r>
            <a:r>
              <a:rPr lang="en-US" dirty="0">
                <a:solidFill>
                  <a:schemeClr val="tx1"/>
                </a:solidFill>
                <a:latin typeface="-apple-system"/>
                <a:sym typeface="Nunito"/>
              </a:rPr>
              <a:t> Belum Stabil</a:t>
            </a:r>
          </a:p>
          <a:p>
            <a:pPr marL="457200" indent="-317500">
              <a:buClr>
                <a:schemeClr val="dk1"/>
              </a:buClr>
              <a:buSzPts val="1400"/>
              <a:buFont typeface="Nunito"/>
              <a:buChar char="✳"/>
            </a:pPr>
            <a:r>
              <a:rPr lang="en-US" dirty="0" err="1">
                <a:solidFill>
                  <a:schemeClr val="tx1"/>
                </a:solidFill>
                <a:latin typeface="-apple-system"/>
                <a:sym typeface="Nunito"/>
              </a:rPr>
              <a:t>Komunitas</a:t>
            </a:r>
            <a:r>
              <a:rPr lang="en-US" dirty="0">
                <a:solidFill>
                  <a:schemeClr val="tx1"/>
                </a:solidFill>
                <a:latin typeface="-apple-system"/>
                <a:sym typeface="Nunito"/>
              </a:rPr>
              <a:t> </a:t>
            </a:r>
            <a:r>
              <a:rPr lang="en-US" dirty="0" err="1">
                <a:solidFill>
                  <a:schemeClr val="tx1"/>
                </a:solidFill>
                <a:latin typeface="-apple-system"/>
                <a:sym typeface="Nunito"/>
              </a:rPr>
              <a:t>Pengguna</a:t>
            </a:r>
            <a:r>
              <a:rPr lang="en-US" dirty="0">
                <a:solidFill>
                  <a:schemeClr val="tx1"/>
                </a:solidFill>
                <a:latin typeface="-apple-system"/>
                <a:sym typeface="Nunito"/>
              </a:rPr>
              <a:t> Masih Minim </a:t>
            </a:r>
          </a:p>
          <a:p>
            <a:pPr marL="457200" indent="-317500">
              <a:buClr>
                <a:schemeClr val="dk1"/>
              </a:buClr>
              <a:buSzPts val="1400"/>
              <a:buFont typeface="Nunito"/>
              <a:buChar char="✳"/>
            </a:pPr>
            <a:r>
              <a:rPr lang="en-US" dirty="0" err="1">
                <a:solidFill>
                  <a:schemeClr val="tx1"/>
                </a:solidFill>
                <a:latin typeface="-apple-system"/>
                <a:sym typeface="Nunito"/>
              </a:rPr>
              <a:t>Penutup</a:t>
            </a:r>
            <a:endParaRPr lang="en-US" dirty="0">
              <a:solidFill>
                <a:schemeClr val="tx1"/>
              </a:solidFill>
              <a:latin typeface="-apple-system"/>
              <a:sym typeface="Nunito"/>
            </a:endParaRPr>
          </a:p>
        </p:txBody>
      </p:sp>
      <p:sp>
        <p:nvSpPr>
          <p:cNvPr id="11" name="Google Shape;754;p54">
            <a:extLst>
              <a:ext uri="{FF2B5EF4-FFF2-40B4-BE49-F238E27FC236}">
                <a16:creationId xmlns:a16="http://schemas.microsoft.com/office/drawing/2014/main" id="{B6154CA6-BC65-1F07-6430-F742CFABD656}"/>
              </a:ext>
            </a:extLst>
          </p:cNvPr>
          <p:cNvSpPr txBox="1">
            <a:spLocks noGrp="1"/>
          </p:cNvSpPr>
          <p:nvPr>
            <p:ph type="title"/>
          </p:nvPr>
        </p:nvSpPr>
        <p:spPr>
          <a:xfrm>
            <a:off x="1550057" y="329999"/>
            <a:ext cx="6031287" cy="5304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2800" dirty="0"/>
              <a:t>Kelebihan &amp; kekurangan Kotlin</a:t>
            </a:r>
            <a:endParaRPr sz="2800" dirty="0"/>
          </a:p>
        </p:txBody>
      </p:sp>
    </p:spTree>
    <p:extLst>
      <p:ext uri="{BB962C8B-B14F-4D97-AF65-F5344CB8AC3E}">
        <p14:creationId xmlns:p14="http://schemas.microsoft.com/office/powerpoint/2010/main" val="276719976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5" name="Google Shape;495;p40"/>
          <p:cNvSpPr txBox="1">
            <a:spLocks noGrp="1"/>
          </p:cNvSpPr>
          <p:nvPr>
            <p:ph type="title"/>
          </p:nvPr>
        </p:nvSpPr>
        <p:spPr>
          <a:xfrm>
            <a:off x="1409767" y="1835250"/>
            <a:ext cx="4682273" cy="14730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6600" dirty="0"/>
              <a:t>Manfaat</a:t>
            </a:r>
            <a:endParaRPr sz="6600" dirty="0"/>
          </a:p>
        </p:txBody>
      </p:sp>
      <p:cxnSp>
        <p:nvCxnSpPr>
          <p:cNvPr id="496" name="Google Shape;496;p40"/>
          <p:cNvCxnSpPr>
            <a:cxnSpLocks/>
          </p:cNvCxnSpPr>
          <p:nvPr/>
        </p:nvCxnSpPr>
        <p:spPr>
          <a:xfrm flipH="1">
            <a:off x="1409767" y="3308250"/>
            <a:ext cx="4079333" cy="0"/>
          </a:xfrm>
          <a:prstGeom prst="straightConnector1">
            <a:avLst/>
          </a:prstGeom>
          <a:noFill/>
          <a:ln w="9525" cap="flat" cmpd="sng">
            <a:solidFill>
              <a:schemeClr val="dk1"/>
            </a:solidFill>
            <a:prstDash val="solid"/>
            <a:round/>
            <a:headEnd type="none" w="med" len="med"/>
            <a:tailEnd type="none" w="med" len="med"/>
          </a:ln>
        </p:spPr>
      </p:cxnSp>
      <p:grpSp>
        <p:nvGrpSpPr>
          <p:cNvPr id="497" name="Google Shape;497;p40"/>
          <p:cNvGrpSpPr/>
          <p:nvPr/>
        </p:nvGrpSpPr>
        <p:grpSpPr>
          <a:xfrm>
            <a:off x="6314117" y="4022106"/>
            <a:ext cx="3437258" cy="1970100"/>
            <a:chOff x="5028217" y="-848394"/>
            <a:chExt cx="3437258" cy="1970100"/>
          </a:xfrm>
        </p:grpSpPr>
        <p:sp>
          <p:nvSpPr>
            <p:cNvPr id="498" name="Google Shape;498;p40"/>
            <p:cNvSpPr/>
            <p:nvPr/>
          </p:nvSpPr>
          <p:spPr>
            <a:xfrm rot="5400000">
              <a:off x="6495375" y="-848394"/>
              <a:ext cx="1970100" cy="1970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40"/>
            <p:cNvSpPr/>
            <p:nvPr/>
          </p:nvSpPr>
          <p:spPr>
            <a:xfrm rot="5400000">
              <a:off x="5028217" y="-848394"/>
              <a:ext cx="1970100" cy="1970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0" name="Google Shape;500;p40"/>
          <p:cNvGrpSpPr/>
          <p:nvPr/>
        </p:nvGrpSpPr>
        <p:grpSpPr>
          <a:xfrm>
            <a:off x="-308608" y="-900844"/>
            <a:ext cx="3437258" cy="1970100"/>
            <a:chOff x="5028217" y="-848394"/>
            <a:chExt cx="3437258" cy="1970100"/>
          </a:xfrm>
        </p:grpSpPr>
        <p:sp>
          <p:nvSpPr>
            <p:cNvPr id="501" name="Google Shape;501;p40"/>
            <p:cNvSpPr/>
            <p:nvPr/>
          </p:nvSpPr>
          <p:spPr>
            <a:xfrm rot="5400000">
              <a:off x="6495375" y="-848394"/>
              <a:ext cx="1970100" cy="1970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40"/>
            <p:cNvSpPr/>
            <p:nvPr/>
          </p:nvSpPr>
          <p:spPr>
            <a:xfrm rot="5400000">
              <a:off x="5028217" y="-848394"/>
              <a:ext cx="1970100" cy="1970100"/>
            </a:xfrm>
            <a:prstGeom prst="ellipse">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672;p49">
            <a:extLst>
              <a:ext uri="{FF2B5EF4-FFF2-40B4-BE49-F238E27FC236}">
                <a16:creationId xmlns:a16="http://schemas.microsoft.com/office/drawing/2014/main" id="{B825E2D8-6EA6-71C9-AB51-56446CB014F6}"/>
              </a:ext>
            </a:extLst>
          </p:cNvPr>
          <p:cNvSpPr txBox="1">
            <a:spLocks/>
          </p:cNvSpPr>
          <p:nvPr/>
        </p:nvSpPr>
        <p:spPr>
          <a:xfrm>
            <a:off x="1409767" y="1136683"/>
            <a:ext cx="1323250" cy="8418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000"/>
              <a:buFont typeface="Baskervville"/>
              <a:buNone/>
              <a:defRPr sz="3500" b="0" i="1" u="none" strike="noStrike" cap="none">
                <a:solidFill>
                  <a:schemeClr val="accent4"/>
                </a:solidFill>
                <a:latin typeface="Baskervville"/>
                <a:ea typeface="Baskervville"/>
                <a:cs typeface="Baskervville"/>
                <a:sym typeface="Baskervville"/>
              </a:defRPr>
            </a:lvl1pPr>
            <a:lvl2pPr marR="0" lvl="1"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2pPr>
            <a:lvl3pPr marR="0" lvl="2"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3pPr>
            <a:lvl4pPr marR="0" lvl="3"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4pPr>
            <a:lvl5pPr marR="0" lvl="4"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5pPr>
            <a:lvl6pPr marR="0" lvl="5"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6pPr>
            <a:lvl7pPr marR="0" lvl="6"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7pPr>
            <a:lvl8pPr marR="0" lvl="7"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8pPr>
            <a:lvl9pPr marR="0" lvl="8" algn="l" rtl="0">
              <a:lnSpc>
                <a:spcPct val="100000"/>
              </a:lnSpc>
              <a:spcBef>
                <a:spcPts val="0"/>
              </a:spcBef>
              <a:spcAft>
                <a:spcPts val="0"/>
              </a:spcAft>
              <a:buClr>
                <a:schemeClr val="dk1"/>
              </a:buClr>
              <a:buSzPts val="3000"/>
              <a:buFont typeface="Bebas Neue"/>
              <a:buNone/>
              <a:defRPr sz="3000" b="0" i="0" u="none" strike="noStrike" cap="none">
                <a:solidFill>
                  <a:schemeClr val="dk1"/>
                </a:solidFill>
                <a:latin typeface="Bebas Neue"/>
                <a:ea typeface="Bebas Neue"/>
                <a:cs typeface="Bebas Neue"/>
                <a:sym typeface="Bebas Neue"/>
              </a:defRPr>
            </a:lvl9pPr>
          </a:lstStyle>
          <a:p>
            <a:pPr algn="l"/>
            <a:r>
              <a:rPr lang="en" sz="6500" i="0" dirty="0">
                <a:solidFill>
                  <a:schemeClr val="tx1"/>
                </a:solidFill>
              </a:rPr>
              <a:t>04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sp>
        <p:nvSpPr>
          <p:cNvPr id="565" name="Google Shape;565;p45"/>
          <p:cNvSpPr txBox="1">
            <a:spLocks noGrp="1"/>
          </p:cNvSpPr>
          <p:nvPr>
            <p:ph type="subTitle" idx="3"/>
          </p:nvPr>
        </p:nvSpPr>
        <p:spPr>
          <a:xfrm>
            <a:off x="713700" y="1131250"/>
            <a:ext cx="7710300" cy="3556864"/>
          </a:xfrm>
          <a:prstGeom prst="rect">
            <a:avLst/>
          </a:prstGeom>
        </p:spPr>
        <p:txBody>
          <a:bodyPr spcFirstLastPara="1" wrap="square" lIns="91425" tIns="91425" rIns="91425" bIns="91425" anchor="t" anchorCtr="0">
            <a:noAutofit/>
          </a:bodyPr>
          <a:lstStyle/>
          <a:p>
            <a:pPr marL="285750" lvl="0" indent="-285750" algn="l">
              <a:spcBef>
                <a:spcPts val="0"/>
              </a:spcBef>
              <a:spcAft>
                <a:spcPts val="0"/>
              </a:spcAft>
              <a:buFont typeface="Arial" panose="020B0604020202020204" pitchFamily="34" charset="0"/>
              <a:buChar char="•"/>
            </a:pPr>
            <a:r>
              <a:rPr lang="en-ID" dirty="0" err="1"/>
              <a:t>Ringan</a:t>
            </a:r>
            <a:endParaRPr lang="en-ID" dirty="0"/>
          </a:p>
          <a:p>
            <a:pPr marL="0" lvl="0" indent="0" algn="l" rtl="0">
              <a:spcBef>
                <a:spcPts val="0"/>
              </a:spcBef>
              <a:spcAft>
                <a:spcPts val="0"/>
              </a:spcAft>
            </a:pPr>
            <a:r>
              <a:rPr lang="en-ID" dirty="0"/>
              <a:t>Kotlin </a:t>
            </a:r>
            <a:r>
              <a:rPr lang="en-ID" dirty="0" err="1"/>
              <a:t>dapat</a:t>
            </a:r>
            <a:r>
              <a:rPr lang="en-ID" dirty="0"/>
              <a:t> </a:t>
            </a:r>
            <a:r>
              <a:rPr lang="en-ID" dirty="0" err="1"/>
              <a:t>meringankan</a:t>
            </a:r>
            <a:r>
              <a:rPr lang="en-ID" dirty="0"/>
              <a:t> </a:t>
            </a:r>
            <a:r>
              <a:rPr lang="en-ID" dirty="0" err="1"/>
              <a:t>beban</a:t>
            </a:r>
            <a:r>
              <a:rPr lang="en-ID" dirty="0"/>
              <a:t> </a:t>
            </a:r>
            <a:r>
              <a:rPr lang="en-ID" dirty="0" err="1"/>
              <a:t>kerja</a:t>
            </a:r>
            <a:r>
              <a:rPr lang="en-ID" dirty="0"/>
              <a:t> </a:t>
            </a:r>
            <a:r>
              <a:rPr lang="en-ID" dirty="0" err="1"/>
              <a:t>sistem</a:t>
            </a:r>
            <a:r>
              <a:rPr lang="en-ID" dirty="0"/>
              <a:t> </a:t>
            </a:r>
            <a:r>
              <a:rPr lang="en-ID" dirty="0" err="1"/>
              <a:t>dengan</a:t>
            </a:r>
            <a:r>
              <a:rPr lang="en-ID" dirty="0"/>
              <a:t> </a:t>
            </a:r>
            <a:r>
              <a:rPr lang="en-ID" dirty="0" err="1"/>
              <a:t>mengeliminasi</a:t>
            </a:r>
            <a:r>
              <a:rPr lang="en-ID" dirty="0"/>
              <a:t> </a:t>
            </a:r>
            <a:r>
              <a:rPr lang="en-ID" dirty="0" err="1"/>
              <a:t>perintah</a:t>
            </a:r>
            <a:r>
              <a:rPr lang="en-ID" dirty="0"/>
              <a:t> </a:t>
            </a:r>
            <a:r>
              <a:rPr lang="en-ID" dirty="0" err="1"/>
              <a:t>tidak</a:t>
            </a:r>
            <a:r>
              <a:rPr lang="en-ID" dirty="0"/>
              <a:t> </a:t>
            </a:r>
            <a:r>
              <a:rPr lang="en-ID" dirty="0" err="1"/>
              <a:t>diperlukan</a:t>
            </a:r>
            <a:r>
              <a:rPr lang="en-ID" dirty="0"/>
              <a:t> yang </a:t>
            </a:r>
            <a:r>
              <a:rPr lang="en-ID" dirty="0" err="1"/>
              <a:t>dapat</a:t>
            </a:r>
            <a:r>
              <a:rPr lang="en-ID" dirty="0"/>
              <a:t> </a:t>
            </a:r>
            <a:r>
              <a:rPr lang="en-ID" dirty="0" err="1"/>
              <a:t>menyebabkan</a:t>
            </a:r>
            <a:r>
              <a:rPr lang="en-ID" dirty="0"/>
              <a:t> </a:t>
            </a:r>
            <a:r>
              <a:rPr lang="en-ID" dirty="0" err="1"/>
              <a:t>aplikasi</a:t>
            </a:r>
            <a:r>
              <a:rPr lang="en-ID" dirty="0"/>
              <a:t> </a:t>
            </a:r>
            <a:r>
              <a:rPr lang="en-ID" dirty="0" err="1"/>
              <a:t>menjadi</a:t>
            </a:r>
            <a:r>
              <a:rPr lang="en-ID" dirty="0"/>
              <a:t> </a:t>
            </a:r>
            <a:r>
              <a:rPr lang="en-ID" dirty="0" err="1"/>
              <a:t>tidak</a:t>
            </a:r>
            <a:r>
              <a:rPr lang="en-ID" dirty="0"/>
              <a:t> </a:t>
            </a:r>
            <a:r>
              <a:rPr lang="en-ID" dirty="0" err="1"/>
              <a:t>responsif</a:t>
            </a:r>
            <a:r>
              <a:rPr lang="en-ID" dirty="0"/>
              <a:t>.</a:t>
            </a:r>
          </a:p>
          <a:p>
            <a:pPr marL="0" lvl="0" indent="0" algn="l" rtl="0">
              <a:spcBef>
                <a:spcPts val="0"/>
              </a:spcBef>
              <a:spcAft>
                <a:spcPts val="0"/>
              </a:spcAft>
            </a:pPr>
            <a:endParaRPr lang="en-ID" dirty="0"/>
          </a:p>
          <a:p>
            <a:pPr marL="285750" lvl="0" indent="-285750" algn="l" rtl="0">
              <a:spcBef>
                <a:spcPts val="0"/>
              </a:spcBef>
              <a:spcAft>
                <a:spcPts val="0"/>
              </a:spcAft>
              <a:buFont typeface="Arial" panose="020B0604020202020204" pitchFamily="34" charset="0"/>
              <a:buChar char="•"/>
            </a:pPr>
            <a:r>
              <a:rPr lang="en-ID" dirty="0"/>
              <a:t>Minim </a:t>
            </a:r>
            <a:r>
              <a:rPr lang="en-ID" dirty="0" err="1"/>
              <a:t>Kebocoran</a:t>
            </a:r>
            <a:r>
              <a:rPr lang="en-ID" dirty="0"/>
              <a:t> </a:t>
            </a:r>
            <a:r>
              <a:rPr lang="en-ID" dirty="0" err="1"/>
              <a:t>Memori</a:t>
            </a:r>
            <a:endParaRPr lang="en-ID" dirty="0"/>
          </a:p>
          <a:p>
            <a:pPr marL="0" lvl="0" indent="0" algn="l" rtl="0">
              <a:spcBef>
                <a:spcPts val="0"/>
              </a:spcBef>
              <a:spcAft>
                <a:spcPts val="0"/>
              </a:spcAft>
              <a:buNone/>
            </a:pPr>
            <a:r>
              <a:rPr lang="en-ID" dirty="0"/>
              <a:t>Kotlin juga minim </a:t>
            </a:r>
            <a:r>
              <a:rPr lang="en-ID" dirty="0" err="1"/>
              <a:t>kebocoran</a:t>
            </a:r>
            <a:r>
              <a:rPr lang="en-ID" dirty="0"/>
              <a:t> </a:t>
            </a:r>
            <a:r>
              <a:rPr lang="en-ID" dirty="0" err="1"/>
              <a:t>memori</a:t>
            </a:r>
            <a:r>
              <a:rPr lang="en-ID" dirty="0"/>
              <a:t>, di mana </a:t>
            </a:r>
            <a:r>
              <a:rPr lang="en-ID" dirty="0" err="1"/>
              <a:t>melalui</a:t>
            </a:r>
            <a:r>
              <a:rPr lang="en-ID" dirty="0"/>
              <a:t> </a:t>
            </a:r>
            <a:r>
              <a:rPr lang="en-ID" dirty="0" err="1"/>
              <a:t>penyederhanaan</a:t>
            </a:r>
            <a:r>
              <a:rPr lang="en-ID" dirty="0"/>
              <a:t> </a:t>
            </a:r>
            <a:r>
              <a:rPr lang="en-ID" dirty="0" err="1"/>
              <a:t>kode</a:t>
            </a:r>
            <a:r>
              <a:rPr lang="en-ID" dirty="0"/>
              <a:t> pada </a:t>
            </a:r>
            <a:r>
              <a:rPr lang="en-ID" dirty="0" err="1"/>
              <a:t>pola</a:t>
            </a:r>
            <a:r>
              <a:rPr lang="en-ID" dirty="0"/>
              <a:t> </a:t>
            </a:r>
            <a:r>
              <a:rPr lang="en-ID" dirty="0" err="1"/>
              <a:t>desain</a:t>
            </a:r>
            <a:r>
              <a:rPr lang="en-ID" dirty="0"/>
              <a:t> yang </a:t>
            </a:r>
            <a:r>
              <a:rPr lang="en-ID" dirty="0" err="1"/>
              <a:t>ada</a:t>
            </a:r>
            <a:r>
              <a:rPr lang="en-ID" dirty="0"/>
              <a:t>, </a:t>
            </a:r>
            <a:r>
              <a:rPr lang="en-ID" dirty="0" err="1"/>
              <a:t>dapat</a:t>
            </a:r>
            <a:r>
              <a:rPr lang="en-ID" dirty="0"/>
              <a:t> </a:t>
            </a:r>
            <a:r>
              <a:rPr lang="en-ID" dirty="0" err="1"/>
              <a:t>meminimalisir</a:t>
            </a:r>
            <a:r>
              <a:rPr lang="en-ID" dirty="0"/>
              <a:t> </a:t>
            </a:r>
            <a:r>
              <a:rPr lang="en-ID" dirty="0" err="1"/>
              <a:t>penggunaan</a:t>
            </a:r>
            <a:r>
              <a:rPr lang="en-ID" dirty="0"/>
              <a:t> </a:t>
            </a:r>
            <a:r>
              <a:rPr lang="en-ID" dirty="0" err="1"/>
              <a:t>memori</a:t>
            </a:r>
            <a:r>
              <a:rPr lang="en-ID" dirty="0"/>
              <a:t> </a:t>
            </a:r>
            <a:r>
              <a:rPr lang="en-ID" dirty="0" err="1"/>
              <a:t>berlebih</a:t>
            </a:r>
            <a:r>
              <a:rPr lang="en-ID" dirty="0"/>
              <a:t> pada </a:t>
            </a:r>
            <a:r>
              <a:rPr lang="en-ID" dirty="0" err="1"/>
              <a:t>sistem</a:t>
            </a:r>
            <a:r>
              <a:rPr lang="en-ID" dirty="0"/>
              <a:t>.</a:t>
            </a:r>
          </a:p>
          <a:p>
            <a:pPr marL="0" lvl="0" indent="0" algn="l" rtl="0">
              <a:spcBef>
                <a:spcPts val="0"/>
              </a:spcBef>
              <a:spcAft>
                <a:spcPts val="0"/>
              </a:spcAft>
              <a:buNone/>
            </a:pPr>
            <a:endParaRPr lang="en-ID" dirty="0"/>
          </a:p>
          <a:p>
            <a:pPr marL="285750" lvl="0" indent="-285750" algn="l" rtl="0">
              <a:spcBef>
                <a:spcPts val="0"/>
              </a:spcBef>
              <a:spcAft>
                <a:spcPts val="0"/>
              </a:spcAft>
              <a:buFont typeface="Arial" panose="020B0604020202020204" pitchFamily="34" charset="0"/>
              <a:buChar char="•"/>
            </a:pPr>
            <a:r>
              <a:rPr lang="en-ID" dirty="0" err="1"/>
              <a:t>Dukungan</a:t>
            </a:r>
            <a:r>
              <a:rPr lang="en-ID" dirty="0"/>
              <a:t> </a:t>
            </a:r>
            <a:r>
              <a:rPr lang="en-ID" dirty="0" err="1"/>
              <a:t>Pembatalan</a:t>
            </a:r>
            <a:endParaRPr lang="en-ID" dirty="0"/>
          </a:p>
          <a:p>
            <a:pPr marL="0" lvl="0" indent="0" algn="l" rtl="0">
              <a:spcBef>
                <a:spcPts val="0"/>
              </a:spcBef>
              <a:spcAft>
                <a:spcPts val="0"/>
              </a:spcAft>
              <a:buNone/>
            </a:pPr>
            <a:r>
              <a:rPr lang="en-ID" dirty="0"/>
              <a:t>Kotlin juga </a:t>
            </a:r>
            <a:r>
              <a:rPr lang="en-ID" dirty="0" err="1"/>
              <a:t>memiliki</a:t>
            </a:r>
            <a:r>
              <a:rPr lang="en-ID" dirty="0"/>
              <a:t> </a:t>
            </a:r>
            <a:r>
              <a:rPr lang="en-ID" dirty="0" err="1"/>
              <a:t>manfaat</a:t>
            </a:r>
            <a:r>
              <a:rPr lang="en-ID" dirty="0"/>
              <a:t> yang </a:t>
            </a:r>
            <a:r>
              <a:rPr lang="en-ID" dirty="0" err="1"/>
              <a:t>dapat</a:t>
            </a:r>
            <a:r>
              <a:rPr lang="en-ID" dirty="0"/>
              <a:t> </a:t>
            </a:r>
            <a:r>
              <a:rPr lang="en-ID" dirty="0" err="1"/>
              <a:t>mendukung</a:t>
            </a:r>
            <a:r>
              <a:rPr lang="en-ID" dirty="0"/>
              <a:t> </a:t>
            </a:r>
            <a:r>
              <a:rPr lang="en-ID" dirty="0" err="1"/>
              <a:t>pembatalan</a:t>
            </a:r>
            <a:r>
              <a:rPr lang="en-ID" dirty="0"/>
              <a:t> </a:t>
            </a:r>
            <a:r>
              <a:rPr lang="en-ID" dirty="0" err="1"/>
              <a:t>otomatis</a:t>
            </a:r>
            <a:r>
              <a:rPr lang="en-ID" dirty="0"/>
              <a:t> </a:t>
            </a:r>
            <a:r>
              <a:rPr lang="en-ID" dirty="0" err="1"/>
              <a:t>jika</a:t>
            </a:r>
            <a:r>
              <a:rPr lang="en-ID" dirty="0"/>
              <a:t> </a:t>
            </a:r>
            <a:r>
              <a:rPr lang="en-ID" dirty="0" err="1"/>
              <a:t>sistem</a:t>
            </a:r>
            <a:r>
              <a:rPr lang="en-ID" dirty="0"/>
              <a:t> </a:t>
            </a:r>
            <a:r>
              <a:rPr lang="en-ID" dirty="0" err="1"/>
              <a:t>mengalami</a:t>
            </a:r>
            <a:r>
              <a:rPr lang="en-ID" dirty="0"/>
              <a:t> </a:t>
            </a:r>
            <a:r>
              <a:rPr lang="en-ID" dirty="0" err="1"/>
              <a:t>kendala</a:t>
            </a:r>
            <a:r>
              <a:rPr lang="en-ID" dirty="0"/>
              <a:t> </a:t>
            </a:r>
            <a:r>
              <a:rPr lang="en-ID" dirty="0" err="1"/>
              <a:t>atau</a:t>
            </a:r>
            <a:r>
              <a:rPr lang="en-ID" dirty="0"/>
              <a:t> </a:t>
            </a:r>
            <a:r>
              <a:rPr lang="en-ID" dirty="0" err="1"/>
              <a:t>sedang</a:t>
            </a:r>
            <a:r>
              <a:rPr lang="en-ID" dirty="0"/>
              <a:t> </a:t>
            </a:r>
            <a:r>
              <a:rPr lang="en-ID" dirty="0" err="1"/>
              <a:t>tidak</a:t>
            </a:r>
            <a:r>
              <a:rPr lang="en-ID" dirty="0"/>
              <a:t> </a:t>
            </a:r>
            <a:r>
              <a:rPr lang="en-ID" dirty="0" err="1"/>
              <a:t>responsif</a:t>
            </a:r>
            <a:r>
              <a:rPr lang="en-ID" dirty="0"/>
              <a:t>.</a:t>
            </a:r>
          </a:p>
          <a:p>
            <a:pPr marL="0" lvl="0" indent="0" algn="l" rtl="0">
              <a:spcBef>
                <a:spcPts val="0"/>
              </a:spcBef>
              <a:spcAft>
                <a:spcPts val="0"/>
              </a:spcAft>
              <a:buNone/>
            </a:pPr>
            <a:endParaRPr lang="en-ID" dirty="0"/>
          </a:p>
          <a:p>
            <a:pPr marL="285750" lvl="0" indent="-285750" algn="l" rtl="0">
              <a:spcBef>
                <a:spcPts val="0"/>
              </a:spcBef>
              <a:spcAft>
                <a:spcPts val="0"/>
              </a:spcAft>
              <a:buFont typeface="Arial" panose="020B0604020202020204" pitchFamily="34" charset="0"/>
              <a:buChar char="•"/>
            </a:pPr>
            <a:r>
              <a:rPr lang="en-ID" dirty="0"/>
              <a:t>Integrasi Jetpack</a:t>
            </a:r>
          </a:p>
          <a:p>
            <a:pPr marL="0" lvl="0" indent="0" algn="l" rtl="0">
              <a:spcBef>
                <a:spcPts val="0"/>
              </a:spcBef>
              <a:spcAft>
                <a:spcPts val="0"/>
              </a:spcAft>
              <a:buNone/>
            </a:pPr>
            <a:r>
              <a:rPr lang="en-ID" dirty="0" err="1"/>
              <a:t>Terakhir</a:t>
            </a:r>
            <a:r>
              <a:rPr lang="en-ID" dirty="0"/>
              <a:t>, </a:t>
            </a:r>
            <a:r>
              <a:rPr lang="en-ID" dirty="0" err="1"/>
              <a:t>kotlin</a:t>
            </a:r>
            <a:r>
              <a:rPr lang="en-ID" dirty="0"/>
              <a:t> </a:t>
            </a:r>
            <a:r>
              <a:rPr lang="en-ID" dirty="0" err="1"/>
              <a:t>dapat</a:t>
            </a:r>
            <a:r>
              <a:rPr lang="en-ID" dirty="0"/>
              <a:t> </a:t>
            </a:r>
            <a:r>
              <a:rPr lang="en-ID" dirty="0" err="1"/>
              <a:t>menggunakan</a:t>
            </a:r>
            <a:r>
              <a:rPr lang="en-ID" dirty="0"/>
              <a:t> library Jetpack yang mana </a:t>
            </a:r>
            <a:r>
              <a:rPr lang="en-ID" dirty="0" err="1"/>
              <a:t>bisa</a:t>
            </a:r>
            <a:r>
              <a:rPr lang="en-ID" dirty="0"/>
              <a:t> </a:t>
            </a:r>
            <a:r>
              <a:rPr lang="en-ID" dirty="0" err="1"/>
              <a:t>menyediakan</a:t>
            </a:r>
            <a:r>
              <a:rPr lang="en-ID" dirty="0"/>
              <a:t> </a:t>
            </a:r>
            <a:r>
              <a:rPr lang="en-ID" dirty="0" err="1"/>
              <a:t>banyak</a:t>
            </a:r>
            <a:r>
              <a:rPr lang="en-ID" dirty="0"/>
              <a:t> </a:t>
            </a:r>
            <a:r>
              <a:rPr lang="en-ID" dirty="0" err="1"/>
              <a:t>ekstensi</a:t>
            </a:r>
            <a:r>
              <a:rPr lang="en-ID" dirty="0"/>
              <a:t> </a:t>
            </a:r>
            <a:r>
              <a:rPr lang="en-ID" dirty="0" err="1"/>
              <a:t>pendukung</a:t>
            </a:r>
            <a:r>
              <a:rPr lang="en-ID" dirty="0"/>
              <a:t>.</a:t>
            </a:r>
          </a:p>
          <a:p>
            <a:pPr marL="0" lvl="0" indent="0" algn="l" rtl="0">
              <a:spcBef>
                <a:spcPts val="0"/>
              </a:spcBef>
              <a:spcAft>
                <a:spcPts val="0"/>
              </a:spcAft>
              <a:buNone/>
            </a:pPr>
            <a:endParaRPr lang="en-ID" dirty="0"/>
          </a:p>
          <a:p>
            <a:pPr marL="0" lvl="0" indent="0" algn="l" rtl="0">
              <a:spcBef>
                <a:spcPts val="0"/>
              </a:spcBef>
              <a:spcAft>
                <a:spcPts val="0"/>
              </a:spcAft>
              <a:buNone/>
            </a:pPr>
            <a:endParaRPr lang="en-ID" dirty="0"/>
          </a:p>
        </p:txBody>
      </p:sp>
      <p:sp>
        <p:nvSpPr>
          <p:cNvPr id="567" name="Google Shape;567;p45"/>
          <p:cNvSpPr txBox="1">
            <a:spLocks noGrp="1"/>
          </p:cNvSpPr>
          <p:nvPr>
            <p:ph type="title"/>
          </p:nvPr>
        </p:nvSpPr>
        <p:spPr>
          <a:xfrm>
            <a:off x="720000" y="172411"/>
            <a:ext cx="7704000" cy="7134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err="1"/>
              <a:t>Manfaat</a:t>
            </a:r>
            <a:endParaRPr dirty="0"/>
          </a:p>
        </p:txBody>
      </p:sp>
      <p:cxnSp>
        <p:nvCxnSpPr>
          <p:cNvPr id="570" name="Google Shape;570;p45"/>
          <p:cNvCxnSpPr/>
          <p:nvPr/>
        </p:nvCxnSpPr>
        <p:spPr>
          <a:xfrm rot="10800000">
            <a:off x="713700" y="844356"/>
            <a:ext cx="7710300" cy="0"/>
          </a:xfrm>
          <a:prstGeom prst="straightConnector1">
            <a:avLst/>
          </a:prstGeom>
          <a:noFill/>
          <a:ln w="9525" cap="flat" cmpd="sng">
            <a:solidFill>
              <a:schemeClr val="dk1"/>
            </a:solidFill>
            <a:prstDash val="solid"/>
            <a:round/>
            <a:headEnd type="none" w="med" len="med"/>
            <a:tailEnd type="none" w="med" len="med"/>
          </a:ln>
        </p:spPr>
      </p:cxnSp>
      <p:grpSp>
        <p:nvGrpSpPr>
          <p:cNvPr id="571" name="Google Shape;571;p45"/>
          <p:cNvGrpSpPr/>
          <p:nvPr/>
        </p:nvGrpSpPr>
        <p:grpSpPr>
          <a:xfrm>
            <a:off x="0" y="2245850"/>
            <a:ext cx="1213500" cy="1766400"/>
            <a:chOff x="0" y="3380425"/>
            <a:chExt cx="1213500" cy="1766400"/>
          </a:xfrm>
        </p:grpSpPr>
        <p:sp>
          <p:nvSpPr>
            <p:cNvPr id="572" name="Google Shape;572;p45"/>
            <p:cNvSpPr/>
            <p:nvPr/>
          </p:nvSpPr>
          <p:spPr>
            <a:xfrm>
              <a:off x="0" y="3380425"/>
              <a:ext cx="1213500" cy="17664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45"/>
            <p:cNvSpPr/>
            <p:nvPr/>
          </p:nvSpPr>
          <p:spPr>
            <a:xfrm>
              <a:off x="102900" y="3530125"/>
              <a:ext cx="1007700" cy="14670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73"/>
        <p:cNvGrpSpPr/>
        <p:nvPr/>
      </p:nvGrpSpPr>
      <p:grpSpPr>
        <a:xfrm>
          <a:off x="0" y="0"/>
          <a:ext cx="0" cy="0"/>
          <a:chOff x="0" y="0"/>
          <a:chExt cx="0" cy="0"/>
        </a:xfrm>
      </p:grpSpPr>
      <p:sp>
        <p:nvSpPr>
          <p:cNvPr id="1182" name="Google Shape;1182;p68"/>
          <p:cNvSpPr txBox="1">
            <a:spLocks noGrp="1"/>
          </p:cNvSpPr>
          <p:nvPr>
            <p:ph type="title"/>
          </p:nvPr>
        </p:nvSpPr>
        <p:spPr>
          <a:xfrm>
            <a:off x="2641200" y="2238000"/>
            <a:ext cx="3861600" cy="6675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D" dirty="0"/>
              <a:t>T</a:t>
            </a:r>
            <a:r>
              <a:rPr lang="en" dirty="0"/>
              <a:t>erima Kasih</a:t>
            </a:r>
            <a:endParaRPr dirty="0"/>
          </a:p>
        </p:txBody>
      </p:sp>
      <p:cxnSp>
        <p:nvCxnSpPr>
          <p:cNvPr id="1184" name="Google Shape;1184;p68"/>
          <p:cNvCxnSpPr/>
          <p:nvPr/>
        </p:nvCxnSpPr>
        <p:spPr>
          <a:xfrm rot="10800000">
            <a:off x="2641325" y="3006025"/>
            <a:ext cx="3761100" cy="0"/>
          </a:xfrm>
          <a:prstGeom prst="straightConnector1">
            <a:avLst/>
          </a:prstGeom>
          <a:noFill/>
          <a:ln w="9525" cap="flat" cmpd="sng">
            <a:solidFill>
              <a:schemeClr val="dk1"/>
            </a:solidFill>
            <a:prstDash val="solid"/>
            <a:round/>
            <a:headEnd type="none" w="med" len="med"/>
            <a:tailEnd type="none" w="med" len="med"/>
          </a:ln>
        </p:spPr>
      </p:cxnSp>
      <p:grpSp>
        <p:nvGrpSpPr>
          <p:cNvPr id="1185" name="Google Shape;1185;p68"/>
          <p:cNvGrpSpPr/>
          <p:nvPr/>
        </p:nvGrpSpPr>
        <p:grpSpPr>
          <a:xfrm rot="5400000">
            <a:off x="748675" y="-2939525"/>
            <a:ext cx="2832900" cy="5089000"/>
            <a:chOff x="-2117800" y="-126050"/>
            <a:chExt cx="2832900" cy="5089000"/>
          </a:xfrm>
        </p:grpSpPr>
        <p:sp>
          <p:nvSpPr>
            <p:cNvPr id="1186" name="Google Shape;1186;p68"/>
            <p:cNvSpPr/>
            <p:nvPr/>
          </p:nvSpPr>
          <p:spPr>
            <a:xfrm>
              <a:off x="-2117800" y="1002000"/>
              <a:ext cx="2832900" cy="28329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68"/>
            <p:cNvSpPr/>
            <p:nvPr/>
          </p:nvSpPr>
          <p:spPr>
            <a:xfrm>
              <a:off x="-2117800" y="2130050"/>
              <a:ext cx="2832900" cy="28329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8" name="Google Shape;1188;p68"/>
            <p:cNvSpPr/>
            <p:nvPr/>
          </p:nvSpPr>
          <p:spPr>
            <a:xfrm>
              <a:off x="-2117800" y="-126050"/>
              <a:ext cx="2832900" cy="2832900"/>
            </a:xfrm>
            <a:prstGeom prst="diamond">
              <a:avLst/>
            </a:prstGeom>
            <a:no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2023 Business Bucket List by Slidesgo">
  <a:themeElements>
    <a:clrScheme name="Simple Light">
      <a:dk1>
        <a:srgbClr val="000000"/>
      </a:dk1>
      <a:lt1>
        <a:srgbClr val="FFFFFF"/>
      </a:lt1>
      <a:dk2>
        <a:srgbClr val="F4EDDA"/>
      </a:dk2>
      <a:lt2>
        <a:srgbClr val="F5E8C4"/>
      </a:lt2>
      <a:accent1>
        <a:srgbClr val="D3C5A3"/>
      </a:accent1>
      <a:accent2>
        <a:srgbClr val="B1AFE2"/>
      </a:accent2>
      <a:accent3>
        <a:srgbClr val="8E88BE"/>
      </a:accent3>
      <a:accent4>
        <a:srgbClr val="676494"/>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565</TotalTime>
  <Words>471</Words>
  <Application>Microsoft Office PowerPoint</Application>
  <PresentationFormat>On-screen Show (16:9)</PresentationFormat>
  <Paragraphs>58</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Baskervville</vt:lpstr>
      <vt:lpstr>Nunito</vt:lpstr>
      <vt:lpstr>Bebas Neue</vt:lpstr>
      <vt:lpstr>-apple-system</vt:lpstr>
      <vt:lpstr>DM Sans</vt:lpstr>
      <vt:lpstr>2023 Business Bucket List by Slidesgo</vt:lpstr>
      <vt:lpstr>Bahasa Pemograman Kotlin</vt:lpstr>
      <vt:lpstr>01</vt:lpstr>
      <vt:lpstr>Pengertian Kotlin</vt:lpstr>
      <vt:lpstr>Pengertian Kotlin</vt:lpstr>
      <vt:lpstr>Sejarah Kotlin</vt:lpstr>
      <vt:lpstr>PowerPoint Presentation</vt:lpstr>
      <vt:lpstr>PowerPoint Presentation</vt:lpstr>
      <vt:lpstr>PowerPoint Presentation</vt:lpstr>
      <vt:lpstr>Kelebihan &amp; kekurangan Kotlin</vt:lpstr>
      <vt:lpstr>Kelebihan &amp; kekurangan Kotlin</vt:lpstr>
      <vt:lpstr>Manfaat</vt:lpstr>
      <vt:lpstr>Manfaat</vt:lpstr>
      <vt:lpstr>Terima Kasih</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Perbedaan  RDMS(MySQL)   DBMS(MongoDB)</dc:title>
  <dc:creator>DM-09</dc:creator>
  <cp:lastModifiedBy>DM-09</cp:lastModifiedBy>
  <cp:revision>11</cp:revision>
  <dcterms:modified xsi:type="dcterms:W3CDTF">2023-05-08T14:21:04Z</dcterms:modified>
</cp:coreProperties>
</file>