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91" r:id="rId6"/>
    <p:sldId id="273" r:id="rId7"/>
    <p:sldId id="293" r:id="rId8"/>
    <p:sldId id="263" r:id="rId9"/>
    <p:sldId id="292" r:id="rId10"/>
    <p:sldId id="294" r:id="rId11"/>
    <p:sldId id="295" r:id="rId12"/>
    <p:sldId id="296" r:id="rId13"/>
    <p:sldId id="288" r:id="rId14"/>
    <p:sldId id="289" r:id="rId15"/>
    <p:sldId id="297" r:id="rId16"/>
    <p:sldId id="290" r:id="rId17"/>
    <p:sldId id="272" r:id="rId18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Nirmala UI" panose="020B0502040204020203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882421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025299" y="2905780"/>
            <a:ext cx="6141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STYLE &amp; THEME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KALIAN PIKIRKAN TENTANG STYLE?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159138" y="2745954"/>
            <a:ext cx="5873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STYLE = GAYA/TAMPILAN TERTENTU</a:t>
            </a:r>
            <a:endParaRPr lang="en-ID" sz="20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242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191236" y="1036171"/>
            <a:ext cx="10801075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spc="300" dirty="0" err="1"/>
              <a:t>Prinsip</a:t>
            </a:r>
            <a:r>
              <a:rPr lang="en-ID" b="1" spc="300" dirty="0"/>
              <a:t> Dasar </a:t>
            </a:r>
            <a:r>
              <a:rPr lang="en-ID" spc="300" dirty="0" err="1"/>
              <a:t>dalam</a:t>
            </a:r>
            <a:r>
              <a:rPr lang="en-ID" spc="300" dirty="0"/>
              <a:t> </a:t>
            </a:r>
            <a:r>
              <a:rPr lang="en-ID" spc="300" dirty="0" err="1"/>
              <a:t>merancang</a:t>
            </a:r>
            <a:r>
              <a:rPr lang="en-ID" spc="300" dirty="0"/>
              <a:t> </a:t>
            </a:r>
            <a:r>
              <a:rPr lang="en-ID" spc="300" dirty="0" err="1"/>
              <a:t>antarmuka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 Android </a:t>
            </a:r>
            <a:r>
              <a:rPr lang="en-ID" spc="300" dirty="0" err="1"/>
              <a:t>harus</a:t>
            </a:r>
            <a:r>
              <a:rPr lang="en-ID" spc="300" dirty="0"/>
              <a:t> </a:t>
            </a:r>
            <a:r>
              <a:rPr lang="en-ID" spc="300" dirty="0" err="1"/>
              <a:t>mematuhi</a:t>
            </a:r>
            <a:r>
              <a:rPr lang="en-ID" spc="300" dirty="0"/>
              <a:t> </a:t>
            </a:r>
            <a:r>
              <a:rPr lang="en-ID" spc="300" dirty="0" err="1"/>
              <a:t>kaidah</a:t>
            </a:r>
            <a:r>
              <a:rPr lang="en-ID" spc="300" dirty="0"/>
              <a:t> yang </a:t>
            </a:r>
            <a:r>
              <a:rPr lang="en-ID" spc="300" dirty="0" err="1"/>
              <a:t>ditetapkan</a:t>
            </a:r>
            <a:r>
              <a:rPr lang="en-ID" spc="300" dirty="0"/>
              <a:t> oleh Design Guideline. Guideline </a:t>
            </a:r>
            <a:r>
              <a:rPr lang="en-ID" spc="300" dirty="0" err="1"/>
              <a:t>ini</a:t>
            </a:r>
            <a:r>
              <a:rPr lang="en-ID" spc="300" dirty="0"/>
              <a:t> </a:t>
            </a:r>
            <a:r>
              <a:rPr lang="en-ID" spc="300" dirty="0" err="1"/>
              <a:t>dibuat</a:t>
            </a:r>
            <a:r>
              <a:rPr lang="en-ID" spc="300" dirty="0"/>
              <a:t> oleh </a:t>
            </a:r>
            <a:r>
              <a:rPr lang="en-ID" spc="300" dirty="0" err="1"/>
              <a:t>tim</a:t>
            </a:r>
            <a:r>
              <a:rPr lang="en-ID" spc="300" dirty="0"/>
              <a:t> android di Google. </a:t>
            </a:r>
            <a:r>
              <a:rPr lang="en-ID" spc="300" dirty="0" err="1"/>
              <a:t>Beberapa</a:t>
            </a:r>
            <a:r>
              <a:rPr lang="en-ID" spc="300" dirty="0"/>
              <a:t> </a:t>
            </a:r>
            <a:r>
              <a:rPr lang="en-ID" spc="300" dirty="0" err="1"/>
              <a:t>prinsipnya</a:t>
            </a:r>
            <a:r>
              <a:rPr lang="en-ID" spc="300" dirty="0"/>
              <a:t> </a:t>
            </a:r>
            <a:r>
              <a:rPr lang="en-ID" spc="300" dirty="0" err="1"/>
              <a:t>adalah</a:t>
            </a:r>
            <a:r>
              <a:rPr lang="en-ID" spc="3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Menampilkan</a:t>
            </a:r>
            <a:r>
              <a:rPr lang="en-ID" spc="300" dirty="0"/>
              <a:t> </a:t>
            </a:r>
            <a:r>
              <a:rPr lang="en-ID" spc="300" dirty="0" err="1"/>
              <a:t>informasi</a:t>
            </a:r>
            <a:r>
              <a:rPr lang="en-ID" spc="300" dirty="0"/>
              <a:t> yang </a:t>
            </a:r>
            <a:r>
              <a:rPr lang="en-ID" spc="300" dirty="0" err="1"/>
              <a:t>hanya</a:t>
            </a:r>
            <a:r>
              <a:rPr lang="en-ID" spc="300" dirty="0"/>
              <a:t> </a:t>
            </a:r>
            <a:r>
              <a:rPr lang="en-ID" spc="300" dirty="0" err="1"/>
              <a:t>dibutuhkan</a:t>
            </a:r>
            <a:r>
              <a:rPr lang="en-ID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/>
              <a:t>Jika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meminta</a:t>
            </a:r>
            <a:r>
              <a:rPr lang="en-ID" spc="300" dirty="0"/>
              <a:t> </a:t>
            </a:r>
            <a:r>
              <a:rPr lang="en-ID" spc="300" dirty="0" err="1"/>
              <a:t>izin</a:t>
            </a:r>
            <a:r>
              <a:rPr lang="en-ID" spc="300" dirty="0"/>
              <a:t> </a:t>
            </a:r>
            <a:r>
              <a:rPr lang="en-ID" spc="300" dirty="0" err="1"/>
              <a:t>pengguna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</a:t>
            </a:r>
            <a:r>
              <a:rPr lang="en-ID" spc="300" dirty="0" err="1"/>
              <a:t>sebuah</a:t>
            </a:r>
            <a:r>
              <a:rPr lang="en-ID" spc="300" dirty="0"/>
              <a:t> </a:t>
            </a:r>
            <a:r>
              <a:rPr lang="en-ID" spc="300" dirty="0" err="1"/>
              <a:t>aksi</a:t>
            </a:r>
            <a:r>
              <a:rPr lang="en-ID" spc="300" dirty="0"/>
              <a:t>, </a:t>
            </a:r>
            <a:r>
              <a:rPr lang="en-ID" spc="300" dirty="0" err="1"/>
              <a:t>maka</a:t>
            </a:r>
            <a:r>
              <a:rPr lang="en-ID" spc="300" dirty="0"/>
              <a:t> </a:t>
            </a:r>
            <a:r>
              <a:rPr lang="en-ID" spc="300" dirty="0" err="1"/>
              <a:t>pengembang</a:t>
            </a:r>
            <a:r>
              <a:rPr lang="en-ID" spc="300" dirty="0"/>
              <a:t> </a:t>
            </a:r>
            <a:r>
              <a:rPr lang="en-ID" spc="300" dirty="0" err="1"/>
              <a:t>harus</a:t>
            </a:r>
            <a:r>
              <a:rPr lang="en-ID" spc="300" dirty="0"/>
              <a:t> </a:t>
            </a:r>
            <a:r>
              <a:rPr lang="en-ID" spc="300" dirty="0" err="1"/>
              <a:t>menyediakan</a:t>
            </a:r>
            <a:r>
              <a:rPr lang="en-ID" spc="300" dirty="0"/>
              <a:t> </a:t>
            </a:r>
            <a:r>
              <a:rPr lang="en-ID" spc="300" dirty="0" err="1"/>
              <a:t>mekanisme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membatalkan</a:t>
            </a:r>
            <a:r>
              <a:rPr lang="en-ID" spc="300" dirty="0"/>
              <a:t> </a:t>
            </a:r>
            <a:r>
              <a:rPr lang="en-ID" spc="300" dirty="0" err="1"/>
              <a:t>izin</a:t>
            </a:r>
            <a:r>
              <a:rPr lang="en-ID" spc="300" dirty="0"/>
              <a:t> </a:t>
            </a:r>
            <a:r>
              <a:rPr lang="en-ID" spc="300" dirty="0" err="1"/>
              <a:t>tersebut</a:t>
            </a:r>
            <a:r>
              <a:rPr lang="en-ID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Menggunakan</a:t>
            </a:r>
            <a:r>
              <a:rPr lang="en-ID" spc="300" dirty="0"/>
              <a:t> </a:t>
            </a:r>
            <a:r>
              <a:rPr lang="en-ID" spc="300" dirty="0" err="1"/>
              <a:t>teks</a:t>
            </a:r>
            <a:r>
              <a:rPr lang="en-ID" spc="300" dirty="0"/>
              <a:t> </a:t>
            </a:r>
            <a:r>
              <a:rPr lang="en-ID" spc="300" dirty="0" err="1"/>
              <a:t>secara</a:t>
            </a:r>
            <a:r>
              <a:rPr lang="en-ID" spc="300" dirty="0"/>
              <a:t> </a:t>
            </a:r>
            <a:r>
              <a:rPr lang="en-ID" spc="300" dirty="0" err="1"/>
              <a:t>singkat</a:t>
            </a:r>
            <a:r>
              <a:rPr lang="en-ID" spc="300" dirty="0"/>
              <a:t>. </a:t>
            </a:r>
            <a:r>
              <a:rPr lang="en-ID" spc="300" dirty="0" err="1"/>
              <a:t>Gunakan</a:t>
            </a:r>
            <a:r>
              <a:rPr lang="en-ID" spc="300" dirty="0"/>
              <a:t> </a:t>
            </a:r>
            <a:r>
              <a:rPr lang="en-ID" spc="300" dirty="0" err="1"/>
              <a:t>gambar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menjelaskan</a:t>
            </a:r>
            <a:r>
              <a:rPr lang="en-ID" spc="300" dirty="0"/>
              <a:t> </a:t>
            </a:r>
            <a:r>
              <a:rPr lang="en-ID" spc="300" dirty="0" err="1"/>
              <a:t>informasi</a:t>
            </a:r>
            <a:r>
              <a:rPr lang="en-ID" spc="300" dirty="0"/>
              <a:t> </a:t>
            </a:r>
            <a:r>
              <a:rPr lang="en-ID" spc="300" dirty="0" err="1"/>
              <a:t>secara</a:t>
            </a:r>
            <a:r>
              <a:rPr lang="en-ID" spc="300" dirty="0"/>
              <a:t> </a:t>
            </a:r>
            <a:r>
              <a:rPr lang="en-ID" spc="300" dirty="0" err="1"/>
              <a:t>lebih</a:t>
            </a:r>
            <a:r>
              <a:rPr lang="en-ID" spc="300" dirty="0"/>
              <a:t> </a:t>
            </a:r>
            <a:r>
              <a:rPr lang="en-ID" spc="300" dirty="0" err="1"/>
              <a:t>deskriptif</a:t>
            </a:r>
            <a:r>
              <a:rPr lang="en-ID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Permudah</a:t>
            </a:r>
            <a:r>
              <a:rPr lang="en-ID" spc="300" dirty="0"/>
              <a:t> </a:t>
            </a:r>
            <a:r>
              <a:rPr lang="en-ID" spc="300" dirty="0" err="1"/>
              <a:t>pengguna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</a:t>
            </a:r>
            <a:r>
              <a:rPr lang="en-ID" spc="300" dirty="0" err="1"/>
              <a:t>sesuatu</a:t>
            </a:r>
            <a:r>
              <a:rPr lang="en-ID" spc="300" dirty="0"/>
              <a:t> yang </a:t>
            </a:r>
            <a:r>
              <a:rPr lang="en-ID" spc="300" dirty="0" err="1"/>
              <a:t>penting</a:t>
            </a:r>
            <a:r>
              <a:rPr lang="en-ID" spc="300" dirty="0"/>
              <a:t> </a:t>
            </a:r>
            <a:r>
              <a:rPr lang="en-ID" spc="300" dirty="0" err="1"/>
              <a:t>secara</a:t>
            </a:r>
            <a:r>
              <a:rPr lang="en-ID" spc="300" dirty="0"/>
              <a:t> </a:t>
            </a:r>
            <a:r>
              <a:rPr lang="en-ID" spc="300" dirty="0" err="1"/>
              <a:t>cepat</a:t>
            </a:r>
            <a:r>
              <a:rPr lang="en-ID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/>
              <a:t>Jika </a:t>
            </a:r>
            <a:r>
              <a:rPr lang="en-ID" spc="300" dirty="0" err="1"/>
              <a:t>terlihat</a:t>
            </a:r>
            <a:r>
              <a:rPr lang="en-ID" spc="300" dirty="0"/>
              <a:t> </a:t>
            </a:r>
            <a:r>
              <a:rPr lang="en-ID" spc="300" dirty="0" err="1"/>
              <a:t>sama</a:t>
            </a:r>
            <a:r>
              <a:rPr lang="en-ID" spc="300" dirty="0"/>
              <a:t>, </a:t>
            </a:r>
            <a:r>
              <a:rPr lang="en-ID" spc="300" dirty="0" err="1"/>
              <a:t>maka</a:t>
            </a:r>
            <a:r>
              <a:rPr lang="en-ID" spc="300" dirty="0"/>
              <a:t> </a:t>
            </a:r>
            <a:r>
              <a:rPr lang="en-ID" spc="300" dirty="0" err="1"/>
              <a:t>perilaku</a:t>
            </a:r>
            <a:r>
              <a:rPr lang="en-ID" spc="300" dirty="0"/>
              <a:t> </a:t>
            </a:r>
            <a:r>
              <a:rPr lang="en-ID" spc="300" dirty="0" err="1"/>
              <a:t>haruslah</a:t>
            </a:r>
            <a:r>
              <a:rPr lang="en-ID" spc="300" dirty="0"/>
              <a:t> </a:t>
            </a:r>
            <a:r>
              <a:rPr lang="en-ID" spc="300" dirty="0" err="1"/>
              <a:t>sama</a:t>
            </a:r>
            <a:r>
              <a:rPr lang="en-ID" spc="3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/>
              <a:t>Bantu </a:t>
            </a:r>
            <a:r>
              <a:rPr lang="en-ID" spc="300" dirty="0" err="1"/>
              <a:t>pengguna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membuat</a:t>
            </a:r>
            <a:r>
              <a:rPr lang="en-ID" spc="300" dirty="0"/>
              <a:t> </a:t>
            </a:r>
            <a:r>
              <a:rPr lang="en-ID" spc="300" dirty="0" err="1"/>
              <a:t>keputusan</a:t>
            </a:r>
            <a:r>
              <a:rPr lang="en-ID" spc="300" dirty="0"/>
              <a:t> </a:t>
            </a:r>
            <a:r>
              <a:rPr lang="en-ID" spc="300" dirty="0" err="1"/>
              <a:t>tapi</a:t>
            </a:r>
            <a:r>
              <a:rPr lang="en-ID" spc="300" dirty="0"/>
              <a:t> </a:t>
            </a:r>
            <a:r>
              <a:rPr lang="en-ID" spc="300" dirty="0" err="1"/>
              <a:t>tetap</a:t>
            </a:r>
            <a:r>
              <a:rPr lang="en-ID" spc="300" dirty="0"/>
              <a:t> </a:t>
            </a:r>
            <a:r>
              <a:rPr lang="en-ID" spc="300" dirty="0" err="1"/>
              <a:t>biarkan</a:t>
            </a:r>
            <a:r>
              <a:rPr lang="en-ID" spc="300" dirty="0"/>
              <a:t> </a:t>
            </a:r>
            <a:r>
              <a:rPr lang="en-ID" spc="300" dirty="0" err="1"/>
              <a:t>pengguna</a:t>
            </a:r>
            <a:r>
              <a:rPr lang="en-ID" spc="300" dirty="0"/>
              <a:t> </a:t>
            </a:r>
            <a:r>
              <a:rPr lang="en-ID" spc="300" dirty="0" err="1"/>
              <a:t>menentukan</a:t>
            </a:r>
            <a:r>
              <a:rPr lang="en-ID" spc="300" dirty="0"/>
              <a:t> </a:t>
            </a:r>
            <a:r>
              <a:rPr lang="en-ID" spc="300" dirty="0" err="1"/>
              <a:t>keputusannya</a:t>
            </a:r>
            <a:r>
              <a:rPr lang="en-ID" spc="300" dirty="0"/>
              <a:t>.</a:t>
            </a:r>
            <a:endParaRPr lang="en-ID" sz="1400" spc="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522224" y="2967335"/>
            <a:ext cx="5147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BEST PRACTICE STYLE ANDROID</a:t>
            </a:r>
            <a:endParaRPr lang="en-ID" sz="20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05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4572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Desain yang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performa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dirancang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dijalankan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cepat</a:t>
            </a:r>
            <a:r>
              <a:rPr lang="en-ID" sz="2000" spc="300" dirty="0"/>
              <a:t> dan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terdapat</a:t>
            </a:r>
            <a:r>
              <a:rPr lang="en-ID" sz="2000" spc="300" dirty="0"/>
              <a:t> proses yang </a:t>
            </a:r>
            <a:r>
              <a:rPr lang="en-ID" sz="2000" spc="300" dirty="0" err="1"/>
              <a:t>memakan</a:t>
            </a:r>
            <a:r>
              <a:rPr lang="en-ID" sz="2000" spc="300" dirty="0"/>
              <a:t> </a:t>
            </a:r>
            <a:r>
              <a:rPr lang="en-ID" sz="2000" spc="300" dirty="0" err="1"/>
              <a:t>waktu</a:t>
            </a:r>
            <a:r>
              <a:rPr lang="en-ID" sz="2000" spc="300" dirty="0"/>
              <a:t>,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jalankan</a:t>
            </a:r>
            <a:r>
              <a:rPr lang="en-ID" sz="2000" spc="300" dirty="0"/>
              <a:t> di background dan asynchronous.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405981"/>
            <a:ext cx="7388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DESAIN YANG BAIK UNTUK PERFORMA APLIKASI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4572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Desain yang </a:t>
            </a:r>
            <a:r>
              <a:rPr lang="en-ID" sz="2000" spc="300" dirty="0" err="1"/>
              <a:t>baik</a:t>
            </a:r>
            <a:r>
              <a:rPr lang="en-ID" sz="2000" spc="300" dirty="0"/>
              <a:t> agar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bersifat</a:t>
            </a:r>
            <a:r>
              <a:rPr lang="en-ID" sz="2000" spc="300" dirty="0"/>
              <a:t> </a:t>
            </a:r>
            <a:r>
              <a:rPr lang="en-ID" sz="2000" spc="300" dirty="0" err="1"/>
              <a:t>responsif</a:t>
            </a:r>
            <a:r>
              <a:rPr lang="en-ID" sz="2000" spc="300" dirty="0"/>
              <a:t>, </a:t>
            </a:r>
            <a:r>
              <a:rPr lang="en-ID" sz="2000" spc="300" dirty="0" err="1"/>
              <a:t>Berikan</a:t>
            </a:r>
            <a:r>
              <a:rPr lang="en-ID" sz="2000" spc="300" dirty="0"/>
              <a:t> feedback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terhadap</a:t>
            </a:r>
            <a:r>
              <a:rPr lang="en-ID" sz="2000" spc="300" dirty="0"/>
              <a:t> </a:t>
            </a:r>
            <a:r>
              <a:rPr lang="en-ID" sz="2000" spc="300" dirty="0" err="1"/>
              <a:t>aksi</a:t>
            </a:r>
            <a:r>
              <a:rPr lang="en-ID" sz="2000" spc="300" dirty="0"/>
              <a:t> yang </a:t>
            </a:r>
            <a:r>
              <a:rPr lang="en-ID" sz="2000" spc="300" dirty="0" err="1"/>
              <a:t>dilakukannya</a:t>
            </a:r>
            <a:r>
              <a:rPr lang="en-ID" sz="2000" spc="300" dirty="0"/>
              <a:t>. </a:t>
            </a:r>
            <a:r>
              <a:rPr lang="en-ID" sz="2000" spc="300" dirty="0" err="1"/>
              <a:t>Contohnya</a:t>
            </a:r>
            <a:r>
              <a:rPr lang="en-ID" sz="2000" spc="300" dirty="0"/>
              <a:t>,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menekan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tombol</a:t>
            </a:r>
            <a:r>
              <a:rPr lang="en-ID" sz="2000" spc="300" dirty="0"/>
              <a:t>,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</a:t>
            </a:r>
            <a:r>
              <a:rPr lang="en-ID" sz="2000" spc="300" dirty="0" err="1"/>
              <a:t>efek</a:t>
            </a:r>
            <a:r>
              <a:rPr lang="en-ID" sz="2000" spc="300" dirty="0"/>
              <a:t> </a:t>
            </a:r>
            <a:r>
              <a:rPr lang="en-ID" sz="2000" spc="300" dirty="0" err="1"/>
              <a:t>tekan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405981"/>
            <a:ext cx="8621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DESAIN YANG BAIK AGAR APLIKASI BERSIFAT RESPONSIF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6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4572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Desain yang </a:t>
            </a:r>
            <a:r>
              <a:rPr lang="en-ID" sz="2000" spc="300" dirty="0" err="1"/>
              <a:t>mengakomodasi</a:t>
            </a:r>
            <a:r>
              <a:rPr lang="en-ID" sz="2000" spc="300" dirty="0"/>
              <a:t> </a:t>
            </a:r>
            <a:r>
              <a:rPr lang="en-ID" sz="2000" spc="300" dirty="0" err="1"/>
              <a:t>kebutuhan</a:t>
            </a:r>
            <a:r>
              <a:rPr lang="en-ID" sz="2000" spc="300" dirty="0"/>
              <a:t> </a:t>
            </a:r>
            <a:r>
              <a:rPr lang="en-ID" sz="2000" spc="300" dirty="0" err="1"/>
              <a:t>informasi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</a:t>
            </a:r>
            <a:r>
              <a:rPr lang="en-ID" sz="2000" spc="300" dirty="0" err="1"/>
              <a:t>informasi</a:t>
            </a:r>
            <a:r>
              <a:rPr lang="en-ID" sz="2000" spc="300" dirty="0"/>
              <a:t> yang </a:t>
            </a:r>
            <a:r>
              <a:rPr lang="en-ID" sz="2000" spc="300" dirty="0" err="1"/>
              <a:t>dibutuhkan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 </a:t>
            </a:r>
            <a:r>
              <a:rPr lang="en-ID" sz="2000" spc="300" dirty="0" err="1"/>
              <a:t>Bila</a:t>
            </a:r>
            <a:r>
              <a:rPr lang="en-ID" sz="2000" spc="300" dirty="0"/>
              <a:t> </a:t>
            </a:r>
            <a:r>
              <a:rPr lang="en-ID" sz="2000" spc="300" dirty="0" err="1"/>
              <a:t>diperlukan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perlu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</a:t>
            </a:r>
            <a:r>
              <a:rPr lang="en-ID" sz="2000" spc="300" dirty="0" err="1"/>
              <a:t>informasi</a:t>
            </a:r>
            <a:r>
              <a:rPr lang="en-ID" sz="2000" spc="300" dirty="0"/>
              <a:t> </a:t>
            </a:r>
            <a:r>
              <a:rPr lang="en-ID" sz="2000" spc="300" dirty="0" err="1"/>
              <a:t>terakhir</a:t>
            </a:r>
            <a:r>
              <a:rPr lang="en-ID" sz="2000" spc="300" dirty="0"/>
              <a:t> yang </a:t>
            </a:r>
            <a:r>
              <a:rPr lang="en-ID" sz="2000" spc="300" dirty="0" err="1"/>
              <a:t>diperoleh</a:t>
            </a:r>
            <a:r>
              <a:rPr lang="en-ID" sz="2000" spc="300" dirty="0"/>
              <a:t>, </a:t>
            </a:r>
            <a:r>
              <a:rPr lang="en-ID" sz="2000" spc="300" dirty="0" err="1"/>
              <a:t>sehingga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perlu</a:t>
            </a:r>
            <a:r>
              <a:rPr lang="en-ID" sz="2000" spc="300" dirty="0"/>
              <a:t> </a:t>
            </a:r>
            <a:r>
              <a:rPr lang="en-ID" sz="2000" spc="300" dirty="0" err="1"/>
              <a:t>lagi</a:t>
            </a:r>
            <a:r>
              <a:rPr lang="en-ID" sz="2000" spc="300" dirty="0"/>
              <a:t> </a:t>
            </a:r>
            <a:r>
              <a:rPr lang="en-ID" sz="2000" spc="300" dirty="0" err="1"/>
              <a:t>menunggu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memuat</a:t>
            </a:r>
            <a:r>
              <a:rPr lang="en-ID" sz="2000" spc="300" dirty="0"/>
              <a:t> data </a:t>
            </a:r>
            <a:r>
              <a:rPr lang="en-ID" sz="2000" spc="300" dirty="0" err="1"/>
              <a:t>dari</a:t>
            </a:r>
            <a:r>
              <a:rPr lang="en-ID" sz="2000" spc="300" dirty="0"/>
              <a:t> server.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405981"/>
            <a:ext cx="8037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DESAIN UNTUK KEBUTUHAN INFORMASI PENGGUNA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3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45726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Desain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optimasi</a:t>
            </a:r>
            <a:r>
              <a:rPr lang="en-ID" sz="2000" spc="300" dirty="0"/>
              <a:t> </a:t>
            </a:r>
            <a:r>
              <a:rPr lang="en-ID" sz="2000" spc="300" dirty="0" err="1"/>
              <a:t>pengunaan</a:t>
            </a:r>
            <a:r>
              <a:rPr lang="en-ID" sz="2000" spc="300" dirty="0"/>
              <a:t> </a:t>
            </a:r>
            <a:r>
              <a:rPr lang="en-ID" sz="2000" spc="300" dirty="0" err="1"/>
              <a:t>baterai</a:t>
            </a:r>
            <a:r>
              <a:rPr lang="en-ID" sz="2000" spc="300" dirty="0"/>
              <a:t>, </a:t>
            </a:r>
            <a:r>
              <a:rPr lang="en-ID" sz="2000" spc="300" dirty="0" err="1"/>
              <a:t>Usahakan</a:t>
            </a:r>
            <a:r>
              <a:rPr lang="en-ID" sz="2000" spc="300" dirty="0"/>
              <a:t> agar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</a:t>
            </a:r>
            <a:r>
              <a:rPr lang="en-ID" sz="2000" spc="300" dirty="0" err="1"/>
              <a:t>daya</a:t>
            </a:r>
            <a:r>
              <a:rPr lang="en-ID" sz="2000" spc="300" dirty="0"/>
              <a:t> </a:t>
            </a:r>
            <a:r>
              <a:rPr lang="en-ID" sz="2000" spc="300" dirty="0" err="1"/>
              <a:t>baterai</a:t>
            </a:r>
            <a:r>
              <a:rPr lang="en-ID" sz="2000" spc="300" dirty="0"/>
              <a:t> yang </a:t>
            </a:r>
            <a:r>
              <a:rPr lang="en-ID" sz="2000" spc="300" dirty="0" err="1"/>
              <a:t>kecil</a:t>
            </a:r>
            <a:r>
              <a:rPr lang="en-ID" sz="2000" spc="300" dirty="0"/>
              <a:t>. </a:t>
            </a:r>
            <a:r>
              <a:rPr lang="en-ID" sz="2000" spc="300" dirty="0" err="1"/>
              <a:t>Minimalisir</a:t>
            </a:r>
            <a:r>
              <a:rPr lang="en-ID" sz="2000" spc="300" dirty="0"/>
              <a:t> </a:t>
            </a:r>
            <a:r>
              <a:rPr lang="en-ID" sz="2000" spc="300" dirty="0" err="1"/>
              <a:t>penggunaan</a:t>
            </a:r>
            <a:r>
              <a:rPr lang="en-ID" sz="2000" spc="300" dirty="0"/>
              <a:t> background service yang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perlu</a:t>
            </a:r>
            <a:r>
              <a:rPr lang="en-ID" sz="2000" spc="300" dirty="0"/>
              <a:t>. </a:t>
            </a:r>
            <a:r>
              <a:rPr lang="en-ID" sz="2000" spc="300" dirty="0" err="1"/>
              <a:t>Berhentikan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listener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sedang</a:t>
            </a:r>
            <a:r>
              <a:rPr lang="en-ID" sz="2000" spc="300" dirty="0"/>
              <a:t> </a:t>
            </a:r>
            <a:r>
              <a:rPr lang="en-ID" sz="2000" spc="300" dirty="0" err="1"/>
              <a:t>dijalankan</a:t>
            </a:r>
            <a:r>
              <a:rPr lang="en-ID" sz="2000" spc="300" dirty="0"/>
              <a:t>. </a:t>
            </a:r>
            <a:r>
              <a:rPr lang="en-ID" sz="2000" spc="300" dirty="0" err="1"/>
              <a:t>Manfaatkan</a:t>
            </a:r>
            <a:r>
              <a:rPr lang="en-ID" sz="2000" spc="300" dirty="0"/>
              <a:t> </a:t>
            </a:r>
            <a:r>
              <a:rPr lang="en-ID" sz="2000" spc="300" dirty="0" err="1"/>
              <a:t>alarmmanager</a:t>
            </a:r>
            <a:r>
              <a:rPr lang="en-ID" sz="2000" spc="300" dirty="0"/>
              <a:t> dan </a:t>
            </a:r>
            <a:r>
              <a:rPr lang="en-ID" sz="2000" spc="300" dirty="0" err="1"/>
              <a:t>jobscheduler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memang</a:t>
            </a:r>
            <a:r>
              <a:rPr lang="en-ID" sz="2000" spc="300" dirty="0"/>
              <a:t> </a:t>
            </a:r>
            <a:r>
              <a:rPr lang="en-ID" sz="2000" spc="300" dirty="0" err="1"/>
              <a:t>terdapat</a:t>
            </a:r>
            <a:r>
              <a:rPr lang="en-ID" sz="2000" spc="300" dirty="0"/>
              <a:t> task yang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dilakukan</a:t>
            </a:r>
            <a:r>
              <a:rPr lang="en-ID" sz="2000" spc="300" dirty="0"/>
              <a:t> </a:t>
            </a:r>
            <a:r>
              <a:rPr lang="en-ID" sz="2000" spc="300" dirty="0" err="1"/>
              <a:t>secara</a:t>
            </a:r>
            <a:r>
              <a:rPr lang="en-ID" sz="2000" spc="300" dirty="0"/>
              <a:t> </a:t>
            </a:r>
            <a:r>
              <a:rPr lang="en-ID" sz="2000" spc="300" dirty="0" err="1"/>
              <a:t>berkala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405981"/>
            <a:ext cx="7653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DESAIN UNTUK OPTIMASI PENGGUNAAN BATERAI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83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4572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Desain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efisiensi</a:t>
            </a:r>
            <a:r>
              <a:rPr lang="en-ID" sz="2000" spc="300" dirty="0"/>
              <a:t> </a:t>
            </a:r>
            <a:r>
              <a:rPr lang="en-ID" sz="2000" spc="300" dirty="0" err="1"/>
              <a:t>pengunaan</a:t>
            </a:r>
            <a:r>
              <a:rPr lang="en-ID" sz="2000" spc="300" dirty="0"/>
              <a:t> </a:t>
            </a:r>
            <a:r>
              <a:rPr lang="en-ID" sz="2000" spc="300" dirty="0" err="1"/>
              <a:t>koneksi</a:t>
            </a:r>
            <a:r>
              <a:rPr lang="en-ID" sz="2000" spc="300" dirty="0"/>
              <a:t> </a:t>
            </a:r>
            <a:r>
              <a:rPr lang="en-ID" sz="2000" spc="300" dirty="0" err="1"/>
              <a:t>jaringan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yang </a:t>
            </a:r>
            <a:r>
              <a:rPr lang="en-ID" sz="2000" spc="300" dirty="0" err="1"/>
              <a:t>efisien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memanfaatkan</a:t>
            </a:r>
            <a:r>
              <a:rPr lang="en-ID" sz="2000" spc="300" dirty="0"/>
              <a:t> </a:t>
            </a:r>
            <a:r>
              <a:rPr lang="en-ID" sz="2000" spc="300" dirty="0" err="1"/>
              <a:t>koneksi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jaringan</a:t>
            </a:r>
            <a:r>
              <a:rPr lang="en-ID" sz="2000" spc="300" dirty="0"/>
              <a:t> internet. </a:t>
            </a:r>
            <a:r>
              <a:rPr lang="en-ID" sz="2000" spc="300" dirty="0" err="1"/>
              <a:t>Ia</a:t>
            </a:r>
            <a:r>
              <a:rPr lang="en-ID" sz="2000" spc="300" dirty="0"/>
              <a:t> </a:t>
            </a:r>
            <a:r>
              <a:rPr lang="en-ID" sz="2000" spc="300" dirty="0" err="1"/>
              <a:t>memilah-milah</a:t>
            </a:r>
            <a:r>
              <a:rPr lang="en-ID" sz="2000" spc="300" dirty="0"/>
              <a:t> task mana yang </a:t>
            </a:r>
            <a:r>
              <a:rPr lang="en-ID" sz="2000" spc="300" dirty="0" err="1"/>
              <a:t>perlu</a:t>
            </a:r>
            <a:r>
              <a:rPr lang="en-ID" sz="2000" spc="300" dirty="0"/>
              <a:t> </a:t>
            </a:r>
            <a:r>
              <a:rPr lang="en-ID" sz="2000" spc="300" dirty="0" err="1"/>
              <a:t>dijalankan</a:t>
            </a:r>
            <a:r>
              <a:rPr lang="en-ID" sz="2000" spc="300" dirty="0"/>
              <a:t>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perangkat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terhubung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wifi</a:t>
            </a:r>
            <a:r>
              <a:rPr lang="en-ID" sz="2000" spc="300" dirty="0"/>
              <a:t> (unmetered network) </a:t>
            </a:r>
            <a:r>
              <a:rPr lang="en-ID" sz="2000" spc="300" dirty="0" err="1"/>
              <a:t>atau</a:t>
            </a:r>
            <a:r>
              <a:rPr lang="en-ID" sz="2000" spc="300" dirty="0"/>
              <a:t> pun network lain. </a:t>
            </a:r>
            <a:r>
              <a:rPr lang="en-ID" sz="2000" spc="300" dirty="0" err="1"/>
              <a:t>Penggunaan</a:t>
            </a:r>
            <a:r>
              <a:rPr lang="en-ID" sz="2000" spc="300" dirty="0"/>
              <a:t> </a:t>
            </a:r>
            <a:r>
              <a:rPr lang="en-ID" sz="2000" spc="300" dirty="0" err="1"/>
              <a:t>koneksi</a:t>
            </a:r>
            <a:r>
              <a:rPr lang="en-ID" sz="2000" spc="300" dirty="0"/>
              <a:t> </a:t>
            </a:r>
            <a:r>
              <a:rPr lang="en-ID" sz="2000" spc="300" dirty="0" err="1"/>
              <a:t>jaringan</a:t>
            </a:r>
            <a:r>
              <a:rPr lang="en-ID" sz="2000" spc="300" dirty="0"/>
              <a:t> yang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hal</a:t>
            </a:r>
            <a:r>
              <a:rPr lang="en-ID" sz="2000" spc="300" dirty="0"/>
              <a:t> </a:t>
            </a:r>
            <a:r>
              <a:rPr lang="en-ID" sz="2000" spc="300" dirty="0" err="1"/>
              <a:t>wajib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Anda </a:t>
            </a:r>
            <a:r>
              <a:rPr lang="en-ID" sz="2000" spc="300" dirty="0" err="1"/>
              <a:t>ingin</a:t>
            </a:r>
            <a:r>
              <a:rPr lang="en-ID" sz="2000" spc="300" dirty="0"/>
              <a:t> </a:t>
            </a:r>
            <a:r>
              <a:rPr lang="en-ID" sz="2000" spc="300" dirty="0" err="1"/>
              <a:t>tetap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405981"/>
            <a:ext cx="7090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DESAIN UNTUK OPTIMASI KONEKSI JARINGAN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47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98126"/>
            <a:ext cx="9662206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Style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kumpulan</a:t>
            </a:r>
            <a:r>
              <a:rPr lang="en-ID" sz="2000" spc="300" dirty="0"/>
              <a:t> </a:t>
            </a:r>
            <a:r>
              <a:rPr lang="en-ID" sz="2000" spc="300" dirty="0" err="1"/>
              <a:t>properti</a:t>
            </a:r>
            <a:r>
              <a:rPr lang="en-ID" sz="2000" spc="300" dirty="0"/>
              <a:t> yang </a:t>
            </a:r>
            <a:r>
              <a:rPr lang="en-ID" sz="2000" spc="300" dirty="0" err="1"/>
              <a:t>dibutuhkan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mendefinisikan</a:t>
            </a:r>
            <a:r>
              <a:rPr lang="en-ID" sz="2000" spc="300" dirty="0"/>
              <a:t> </a:t>
            </a:r>
            <a:r>
              <a:rPr lang="en-ID" sz="2000" spc="300" dirty="0" err="1"/>
              <a:t>bagaimana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view dan </a:t>
            </a:r>
            <a:r>
              <a:rPr lang="en-ID" sz="2000" spc="300" dirty="0" err="1"/>
              <a:t>layar</a:t>
            </a:r>
            <a:r>
              <a:rPr lang="en-ID" sz="2000" spc="300" dirty="0"/>
              <a:t> </a:t>
            </a:r>
            <a:r>
              <a:rPr lang="en-ID" sz="2000" spc="300" dirty="0" err="1"/>
              <a:t>jendela</a:t>
            </a:r>
            <a:r>
              <a:rPr lang="en-ID" sz="2000" spc="300" dirty="0"/>
              <a:t> (</a:t>
            </a:r>
            <a:r>
              <a:rPr lang="en-ID" sz="2000" spc="300" dirty="0" err="1"/>
              <a:t>bisa</a:t>
            </a:r>
            <a:r>
              <a:rPr lang="en-ID" sz="2000" spc="300" dirty="0"/>
              <a:t> activity </a:t>
            </a:r>
            <a:r>
              <a:rPr lang="en-ID" sz="2000" spc="300" dirty="0" err="1"/>
              <a:t>maupun</a:t>
            </a:r>
            <a:r>
              <a:rPr lang="en-ID" sz="2000" spc="300" dirty="0"/>
              <a:t> fragment) </a:t>
            </a:r>
            <a:r>
              <a:rPr lang="en-ID" sz="2000" spc="300" dirty="0" err="1"/>
              <a:t>ditampilkan</a:t>
            </a:r>
            <a:r>
              <a:rPr lang="en-ID" sz="2000" spc="300" dirty="0"/>
              <a:t>. </a:t>
            </a:r>
            <a:r>
              <a:rPr lang="en-ID" sz="2000" spc="300" dirty="0" err="1"/>
              <a:t>Contoh</a:t>
            </a:r>
            <a:r>
              <a:rPr lang="en-ID" sz="2000" spc="300" dirty="0"/>
              <a:t> </a:t>
            </a:r>
            <a:r>
              <a:rPr lang="en-ID" sz="2000" spc="300" dirty="0" err="1"/>
              <a:t>properti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height, width, </a:t>
            </a:r>
            <a:r>
              <a:rPr lang="en-ID" sz="2000" spc="300" dirty="0" err="1"/>
              <a:t>background_color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558381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STYLING ANDROID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01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805484"/>
            <a:ext cx="9144046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Pemusatan</a:t>
            </a:r>
            <a:r>
              <a:rPr lang="en-ID" sz="2000" spc="300" dirty="0"/>
              <a:t> style </a:t>
            </a:r>
            <a:r>
              <a:rPr lang="en-ID" sz="2000" spc="300" dirty="0" err="1"/>
              <a:t>cocok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mengumpulkan</a:t>
            </a:r>
            <a:r>
              <a:rPr lang="en-ID" sz="2000" spc="300" dirty="0"/>
              <a:t> attribute yang </a:t>
            </a:r>
            <a:r>
              <a:rPr lang="en-ID" sz="2000" spc="300" dirty="0" err="1"/>
              <a:t>berulang-ulang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di </a:t>
            </a:r>
            <a:r>
              <a:rPr lang="en-ID" sz="2000" spc="300" dirty="0" err="1"/>
              <a:t>banyak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. </a:t>
            </a:r>
            <a:r>
              <a:rPr lang="en-ID" sz="2000" spc="300" dirty="0" err="1"/>
              <a:t>Sehingga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perubahan</a:t>
            </a:r>
            <a:r>
              <a:rPr lang="en-ID" sz="2000" spc="300" dirty="0"/>
              <a:t>, Anda </a:t>
            </a:r>
            <a:r>
              <a:rPr lang="en-ID" sz="2000" spc="300" dirty="0" err="1"/>
              <a:t>cukup</a:t>
            </a:r>
            <a:r>
              <a:rPr lang="en-ID" sz="2000" spc="300" dirty="0"/>
              <a:t> </a:t>
            </a:r>
            <a:r>
              <a:rPr lang="en-ID" sz="2000" spc="300" dirty="0" err="1"/>
              <a:t>mengubahnya</a:t>
            </a:r>
            <a:r>
              <a:rPr lang="en-ID" sz="2000" spc="300" dirty="0"/>
              <a:t> di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tempat</a:t>
            </a:r>
            <a:r>
              <a:rPr lang="en-ID" sz="2000" spc="300" dirty="0"/>
              <a:t> </a:t>
            </a:r>
            <a:r>
              <a:rPr lang="en-ID" sz="2000" spc="300" dirty="0" err="1"/>
              <a:t>saja</a:t>
            </a:r>
            <a:r>
              <a:rPr lang="en-ID" sz="2000" spc="300" dirty="0"/>
              <a:t>. Style </a:t>
            </a:r>
            <a:r>
              <a:rPr lang="en-ID" sz="2000" spc="300" dirty="0" err="1"/>
              <a:t>terdefinisi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file xml </a:t>
            </a:r>
            <a:r>
              <a:rPr lang="en-ID" sz="2000" spc="300" dirty="0" err="1"/>
              <a:t>sendiri</a:t>
            </a:r>
            <a:r>
              <a:rPr lang="en-ID" sz="2000" spc="300" dirty="0"/>
              <a:t>. Anda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menemukannya</a:t>
            </a:r>
            <a:r>
              <a:rPr lang="en-ID" sz="2000" spc="300" dirty="0"/>
              <a:t> di </a:t>
            </a:r>
            <a:r>
              <a:rPr lang="en-ID" sz="2000" b="1" spc="300" dirty="0"/>
              <a:t>res</a:t>
            </a:r>
            <a:r>
              <a:rPr lang="en-ID" sz="2000" spc="300" dirty="0"/>
              <a:t> → </a:t>
            </a:r>
            <a:r>
              <a:rPr lang="en-ID" sz="2000" b="1" spc="300" dirty="0"/>
              <a:t>values</a:t>
            </a:r>
            <a:r>
              <a:rPr lang="en-ID" sz="2000" spc="300" dirty="0"/>
              <a:t> → </a:t>
            </a:r>
            <a:r>
              <a:rPr lang="en-ID" sz="2000" b="1" spc="300" dirty="0"/>
              <a:t>themes.xml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4072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C9650-9825-4875-ADDE-A2A1F97E9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960" y="1075572"/>
            <a:ext cx="6160077" cy="1860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5BA51-1C34-476C-94FB-F4040F354448}"/>
              </a:ext>
            </a:extLst>
          </p:cNvPr>
          <p:cNvSpPr txBox="1"/>
          <p:nvPr/>
        </p:nvSpPr>
        <p:spPr>
          <a:xfrm>
            <a:off x="1523976" y="3051209"/>
            <a:ext cx="9144046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/>
              <a:t>TextView</a:t>
            </a:r>
            <a:r>
              <a:rPr lang="en-ID" spc="300" dirty="0"/>
              <a:t> di </a:t>
            </a:r>
            <a:r>
              <a:rPr lang="en-ID" spc="300" dirty="0" err="1"/>
              <a:t>atas</a:t>
            </a:r>
            <a:r>
              <a:rPr lang="en-ID" spc="300" dirty="0"/>
              <a:t> </a:t>
            </a:r>
            <a:r>
              <a:rPr lang="en-ID" spc="300" dirty="0" err="1"/>
              <a:t>berguna</a:t>
            </a:r>
            <a:r>
              <a:rPr lang="en-ID" spc="300" dirty="0"/>
              <a:t> </a:t>
            </a:r>
            <a:r>
              <a:rPr lang="en-ID" spc="300" dirty="0" err="1"/>
              <a:t>untuk</a:t>
            </a:r>
            <a:r>
              <a:rPr lang="en-ID" spc="300" dirty="0"/>
              <a:t> </a:t>
            </a:r>
            <a:r>
              <a:rPr lang="en-ID" spc="300" dirty="0" err="1"/>
              <a:t>menampilkan</a:t>
            </a:r>
            <a:r>
              <a:rPr lang="en-ID" spc="300" dirty="0"/>
              <a:t> </a:t>
            </a:r>
            <a:r>
              <a:rPr lang="en-ID" spc="300" dirty="0" err="1"/>
              <a:t>konten</a:t>
            </a:r>
            <a:r>
              <a:rPr lang="en-ID" spc="300" dirty="0"/>
              <a:t> </a:t>
            </a:r>
            <a:r>
              <a:rPr lang="en-ID" spc="300" dirty="0" err="1"/>
              <a:t>dari</a:t>
            </a:r>
            <a:r>
              <a:rPr lang="en-ID" spc="300" dirty="0"/>
              <a:t> detail </a:t>
            </a:r>
            <a:r>
              <a:rPr lang="en-ID" spc="300" dirty="0" err="1"/>
              <a:t>informasi</a:t>
            </a:r>
            <a:r>
              <a:rPr lang="en-ID" spc="300" dirty="0"/>
              <a:t> yang </a:t>
            </a:r>
            <a:r>
              <a:rPr lang="en-ID" spc="300" dirty="0" err="1"/>
              <a:t>terdapat</a:t>
            </a:r>
            <a:r>
              <a:rPr lang="en-ID" spc="300" dirty="0"/>
              <a:t> di </a:t>
            </a:r>
            <a:r>
              <a:rPr lang="en-ID" spc="300" dirty="0" err="1"/>
              <a:t>keseluruhan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. Sangat </a:t>
            </a:r>
            <a:r>
              <a:rPr lang="en-ID" spc="300" dirty="0" err="1"/>
              <a:t>tidak</a:t>
            </a:r>
            <a:r>
              <a:rPr lang="en-ID" spc="300" dirty="0"/>
              <a:t> </a:t>
            </a:r>
            <a:r>
              <a:rPr lang="en-ID" spc="300" dirty="0" err="1"/>
              <a:t>efektif</a:t>
            </a:r>
            <a:r>
              <a:rPr lang="en-ID" spc="300" dirty="0"/>
              <a:t> </a:t>
            </a:r>
            <a:r>
              <a:rPr lang="en-ID" spc="300" dirty="0" err="1"/>
              <a:t>jika</a:t>
            </a:r>
            <a:r>
              <a:rPr lang="en-ID" spc="300" dirty="0"/>
              <a:t> </a:t>
            </a:r>
            <a:r>
              <a:rPr lang="en-ID" spc="300" dirty="0" err="1"/>
              <a:t>kita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copy paste </a:t>
            </a:r>
            <a:r>
              <a:rPr lang="en-ID" spc="300" dirty="0" err="1"/>
              <a:t>dari</a:t>
            </a:r>
            <a:r>
              <a:rPr lang="en-ID" spc="300" dirty="0"/>
              <a:t> </a:t>
            </a:r>
            <a:r>
              <a:rPr lang="en-ID" spc="300" dirty="0" err="1"/>
              <a:t>satu</a:t>
            </a:r>
            <a:r>
              <a:rPr lang="en-ID" spc="300" dirty="0"/>
              <a:t> layout xml </a:t>
            </a:r>
            <a:r>
              <a:rPr lang="en-ID" spc="300" dirty="0" err="1"/>
              <a:t>ke</a:t>
            </a:r>
            <a:r>
              <a:rPr lang="en-ID" spc="300" dirty="0"/>
              <a:t> layout xml </a:t>
            </a:r>
            <a:r>
              <a:rPr lang="en-ID" spc="300" dirty="0" err="1"/>
              <a:t>lainnya</a:t>
            </a:r>
            <a:r>
              <a:rPr lang="en-ID" spc="300" dirty="0"/>
              <a:t>. Kita </a:t>
            </a:r>
            <a:r>
              <a:rPr lang="en-ID" spc="300" dirty="0" err="1"/>
              <a:t>dapat</a:t>
            </a:r>
            <a:r>
              <a:rPr lang="en-ID" spc="300" dirty="0"/>
              <a:t> </a:t>
            </a:r>
            <a:r>
              <a:rPr lang="en-ID" spc="300" dirty="0" err="1"/>
              <a:t>menyederhanakan</a:t>
            </a:r>
            <a:r>
              <a:rPr lang="en-ID" spc="300" dirty="0"/>
              <a:t> </a:t>
            </a:r>
            <a:r>
              <a:rPr lang="en-ID" spc="300" dirty="0" err="1"/>
              <a:t>hal</a:t>
            </a:r>
            <a:r>
              <a:rPr lang="en-ID" spc="300" dirty="0"/>
              <a:t> </a:t>
            </a:r>
            <a:r>
              <a:rPr lang="en-ID" spc="300" dirty="0" err="1"/>
              <a:t>tersebut</a:t>
            </a:r>
            <a:r>
              <a:rPr lang="en-ID" spc="300" dirty="0"/>
              <a:t> </a:t>
            </a:r>
            <a:r>
              <a:rPr lang="en-ID" spc="300" dirty="0" err="1"/>
              <a:t>menjadi</a:t>
            </a:r>
            <a:r>
              <a:rPr lang="en-ID" spc="300" dirty="0"/>
              <a:t>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9545F2-AD06-4A55-9A7C-95880D21F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007" y="4924997"/>
            <a:ext cx="5817986" cy="11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7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506</Words>
  <Application>Microsoft Office PowerPoint</Application>
  <PresentationFormat>Widescreen</PresentationFormat>
  <Paragraphs>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 Light</vt:lpstr>
      <vt:lpstr>Nirmala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91</cp:revision>
  <dcterms:created xsi:type="dcterms:W3CDTF">2023-03-27T01:36:44Z</dcterms:created>
  <dcterms:modified xsi:type="dcterms:W3CDTF">2023-05-22T01:55:42Z</dcterms:modified>
</cp:coreProperties>
</file>