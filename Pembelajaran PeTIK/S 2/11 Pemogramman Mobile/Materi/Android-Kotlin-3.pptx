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82" r:id="rId6"/>
    <p:sldId id="260" r:id="rId7"/>
    <p:sldId id="273" r:id="rId8"/>
    <p:sldId id="283" r:id="rId9"/>
    <p:sldId id="263" r:id="rId10"/>
    <p:sldId id="274" r:id="rId11"/>
    <p:sldId id="284" r:id="rId12"/>
    <p:sldId id="285" r:id="rId13"/>
    <p:sldId id="286" r:id="rId14"/>
    <p:sldId id="287" r:id="rId15"/>
    <p:sldId id="272" r:id="rId1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43" d="100"/>
          <a:sy n="43" d="100"/>
        </p:scale>
        <p:origin x="612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29E325-5EAA-480A-81BA-0EA5676E48F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269C70E-5875-4AF5-BBFC-72EC75A0012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D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C1D4AE2-9902-4972-A6A2-AA315F1528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4B5220-94FA-4DD9-9ED6-C13B07E3BBB2}" type="datetimeFigureOut">
              <a:rPr lang="en-ID" smtClean="0"/>
              <a:t>22/05/2023</a:t>
            </a:fld>
            <a:endParaRPr lang="en-ID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CD1ED90-5084-4B19-A00E-9E78ADDD30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BE60BF9-A85D-4B50-A393-7137582CDB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2F6289-1DF4-4978-8E42-F8F8671FF37E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286016375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43AC33-5C12-4F62-96C5-6AE03B92AB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E20D4F7-A771-43CC-88EA-7F3DDDBA207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28034EE-A72E-431E-A8FF-9DDD4F2E2E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4B5220-94FA-4DD9-9ED6-C13B07E3BBB2}" type="datetimeFigureOut">
              <a:rPr lang="en-ID" smtClean="0"/>
              <a:t>22/05/2023</a:t>
            </a:fld>
            <a:endParaRPr lang="en-ID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2B960C8-0281-4AF3-B9CB-3919E4BF59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F10772F-88F1-4B8B-BD1C-37FEC76225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2F6289-1DF4-4978-8E42-F8F8671FF37E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231853764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6BA791-78C5-4BCE-BC6D-CA58ECAA30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1C3CA01-4F78-4D2E-9A35-91155C621BE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11CA56B-51E6-4F5C-AA9A-7047999E5D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4B5220-94FA-4DD9-9ED6-C13B07E3BBB2}" type="datetimeFigureOut">
              <a:rPr lang="en-ID" smtClean="0"/>
              <a:t>22/05/2023</a:t>
            </a:fld>
            <a:endParaRPr lang="en-ID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E0EBDDC-4521-4C93-A6BB-A6CB1C4CFE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74E79AE-2958-45BA-A68C-FAD56CF054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2F6289-1DF4-4978-8E42-F8F8671FF37E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5675514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64D696-42E5-4DF9-BC88-FF19A28A6F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6B48B10-2AAB-4B84-8E4C-91AE82627A0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1FE5086-44CC-4793-89A0-813112ADA63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6585686-4B6E-48CF-A7B5-3503F9926E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4B5220-94FA-4DD9-9ED6-C13B07E3BBB2}" type="datetimeFigureOut">
              <a:rPr lang="en-ID" smtClean="0"/>
              <a:t>22/05/2023</a:t>
            </a:fld>
            <a:endParaRPr lang="en-ID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6E1F9AC-BBC6-4E4F-917A-E9A16A2F61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ECC0E98-021B-4296-B14C-89A5F7B49A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2F6289-1DF4-4978-8E42-F8F8671FF37E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47195375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6682BA-90AD-48F8-A91B-76F1BD24FD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41E4D24-A6CF-4B80-98AF-67EABDA1C14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7BF6DF0-5FC4-4021-B09A-43466AEE104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4F5E381-74F1-488F-B79C-E44F065E3D8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2072AB5-61DD-4ED8-895F-AFD544B64B2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55227A3-D7C8-43B8-9478-681620DC2E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4B5220-94FA-4DD9-9ED6-C13B07E3BBB2}" type="datetimeFigureOut">
              <a:rPr lang="en-ID" smtClean="0"/>
              <a:t>22/05/2023</a:t>
            </a:fld>
            <a:endParaRPr lang="en-ID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D517B8A-D93A-47D2-BE52-F41E2C2038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254B13D-AA6C-4D63-96EB-335DDA391D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2F6289-1DF4-4978-8E42-F8F8671FF37E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184862503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B6D32E-E775-403B-9893-BD79BC2B27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0FC1B4A-A845-40F0-B43A-7A8F23BD2C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4B5220-94FA-4DD9-9ED6-C13B07E3BBB2}" type="datetimeFigureOut">
              <a:rPr lang="en-ID" smtClean="0"/>
              <a:t>22/05/2023</a:t>
            </a:fld>
            <a:endParaRPr lang="en-ID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F0DC5EC-E611-4DF1-9457-2C6D77F1C9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17BAD39-91C0-4570-B48E-2E17CB72BA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2F6289-1DF4-4978-8E42-F8F8671FF37E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295841064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81C170F-D242-47F1-8C0F-663FAA90C1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4B5220-94FA-4DD9-9ED6-C13B07E3BBB2}" type="datetimeFigureOut">
              <a:rPr lang="en-ID" smtClean="0"/>
              <a:t>22/05/2023</a:t>
            </a:fld>
            <a:endParaRPr lang="en-ID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F284264-F580-4C25-A98D-431D0F4694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D161F6B-E3DB-4FD5-B117-A225BEBE3A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2F6289-1DF4-4978-8E42-F8F8671FF37E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356895831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1115BB-41FE-467D-81BD-30B3128D3C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BF77B1B-3D3F-40CD-BFB8-3C0942D2637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2C76F15-C204-4B0B-83E8-C7466375251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A82CA90-C733-4338-97F7-F43ED97061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4B5220-94FA-4DD9-9ED6-C13B07E3BBB2}" type="datetimeFigureOut">
              <a:rPr lang="en-ID" smtClean="0"/>
              <a:t>22/05/2023</a:t>
            </a:fld>
            <a:endParaRPr lang="en-ID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9BE43E1-62CA-48E2-AA98-1013AA0752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A9D8A4F-AC5A-4D60-8C5D-A86A06F7BF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2F6289-1DF4-4978-8E42-F8F8671FF37E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253422563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688D84-3A14-4332-B1A4-CAF8F43DC5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78A2814-ABE7-4738-BC36-38770D393AC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D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719EAD0-B254-4D24-8110-45C2F0DD9D6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C4DE529-AE79-4751-9243-28776DB051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4B5220-94FA-4DD9-9ED6-C13B07E3BBB2}" type="datetimeFigureOut">
              <a:rPr lang="en-ID" smtClean="0"/>
              <a:t>22/05/2023</a:t>
            </a:fld>
            <a:endParaRPr lang="en-ID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63902C8-9A3F-4AAC-9EA2-401245B586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ADCCF4E-EE22-4CAD-A6D6-7C22F6060B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2F6289-1DF4-4978-8E42-F8F8671FF37E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344304058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9AA2A6-9479-41C9-8A29-5F708D3731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6350101-69A2-4487-905A-CDA9B495D2F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3663450-55C0-4413-9BB9-2383C0790F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4B5220-94FA-4DD9-9ED6-C13B07E3BBB2}" type="datetimeFigureOut">
              <a:rPr lang="en-ID" smtClean="0"/>
              <a:t>22/05/2023</a:t>
            </a:fld>
            <a:endParaRPr lang="en-ID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E89A9B0-D92C-4AD1-9B3E-7B9D87101C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1355BE9-48D2-48E8-A567-B502CE23FD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2F6289-1DF4-4978-8E42-F8F8671FF37E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136075926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16C9C839-1748-4A5E-AE29-B48BEF3BBFE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454C2F0-CB92-486D-AAD8-0257AB024AF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AE45BEB-067A-4449-A620-D5217A4101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4B5220-94FA-4DD9-9ED6-C13B07E3BBB2}" type="datetimeFigureOut">
              <a:rPr lang="en-ID" smtClean="0"/>
              <a:t>22/05/2023</a:t>
            </a:fld>
            <a:endParaRPr lang="en-ID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F6566CE-C044-4F77-BFA6-76C2E55965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4F4232B-A1F3-4083-9151-2F445CF032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2F6289-1DF4-4978-8E42-F8F8671FF37E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169369061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6BDAA49-688C-430B-AF4C-F7B3AF39C0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190F00A-5D40-4557-B057-CFAC2802169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BB7AE7C-725B-4014-8870-F942C9B93A9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F4B5220-94FA-4DD9-9ED6-C13B07E3BBB2}" type="datetimeFigureOut">
              <a:rPr lang="en-ID" smtClean="0"/>
              <a:t>22/05/2023</a:t>
            </a:fld>
            <a:endParaRPr lang="en-ID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7DCDAE6-6E5E-42B7-B666-DF9F59F7672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D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F2543CF-4277-413C-A586-5E1669F6207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62F6289-1DF4-4978-8E42-F8F8671FF37E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413045527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7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8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9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8EC1E07E-A18C-4632-8567-C9366ADE219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36480" y="311229"/>
            <a:ext cx="2055832" cy="542740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93AAC676-CB9B-4751-B85B-324CE1705B81}"/>
              </a:ext>
            </a:extLst>
          </p:cNvPr>
          <p:cNvSpPr/>
          <p:nvPr/>
        </p:nvSpPr>
        <p:spPr>
          <a:xfrm>
            <a:off x="1010920" y="6410960"/>
            <a:ext cx="10170160" cy="71120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pic>
        <p:nvPicPr>
          <p:cNvPr id="7" name="Picture 2" descr="Android | Platform yang memungkinkan segalanya">
            <a:extLst>
              <a:ext uri="{FF2B5EF4-FFF2-40B4-BE49-F238E27FC236}">
                <a16:creationId xmlns:a16="http://schemas.microsoft.com/office/drawing/2014/main" id="{3457E4ED-C34D-4037-B60E-78B2595947F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05199" y="1904724"/>
            <a:ext cx="5181601" cy="272236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395395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Android | Platform yang memungkinkan segalanya">
            <a:extLst>
              <a:ext uri="{FF2B5EF4-FFF2-40B4-BE49-F238E27FC236}">
                <a16:creationId xmlns:a16="http://schemas.microsoft.com/office/drawing/2014/main" id="{7F1E5785-E601-4A00-A5E2-45DF66A7847F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6667" t="30607" r="16250" b="27361"/>
          <a:stretch/>
        </p:blipFill>
        <p:spPr bwMode="auto">
          <a:xfrm>
            <a:off x="240328" y="315488"/>
            <a:ext cx="1635760" cy="53848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8EC1E07E-A18C-4632-8567-C9366ADE219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36480" y="311229"/>
            <a:ext cx="2055832" cy="542740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0D831133-7C2B-4E3D-A967-B3A0DB70140F}"/>
              </a:ext>
            </a:extLst>
          </p:cNvPr>
          <p:cNvSpPr txBox="1"/>
          <p:nvPr/>
        </p:nvSpPr>
        <p:spPr>
          <a:xfrm>
            <a:off x="1010920" y="1434673"/>
            <a:ext cx="580479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b="1" dirty="0">
                <a:latin typeface="Nirmala UI" panose="020B0502040204020203" pitchFamily="34" charset="0"/>
                <a:ea typeface="Nirmala UI" panose="020B0502040204020203" pitchFamily="34" charset="0"/>
                <a:cs typeface="Nirmala UI" panose="020B0502040204020203" pitchFamily="34" charset="0"/>
              </a:rPr>
              <a:t>LINIMASA ANDROID DEVELOPER</a:t>
            </a:r>
            <a:endParaRPr lang="en-ID" sz="2800" b="1" dirty="0">
              <a:latin typeface="Nirmala UI" panose="020B0502040204020203" pitchFamily="34" charset="0"/>
              <a:ea typeface="Nirmala UI" panose="020B0502040204020203" pitchFamily="34" charset="0"/>
              <a:cs typeface="Nirmala UI" panose="020B0502040204020203" pitchFamily="34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CA005BA-0C72-4486-8CC7-87A67648225A}"/>
              </a:ext>
            </a:extLst>
          </p:cNvPr>
          <p:cNvSpPr txBox="1"/>
          <p:nvPr/>
        </p:nvSpPr>
        <p:spPr>
          <a:xfrm>
            <a:off x="1244415" y="1936978"/>
            <a:ext cx="4040465" cy="327628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spc="300" dirty="0"/>
              <a:t>PENGENALAN ANDROID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D" sz="2000" spc="300" dirty="0"/>
              <a:t>ACTIVITY ANDROID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D" sz="2000" spc="300" dirty="0"/>
              <a:t>INTENT ANDROID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D" sz="2000" spc="300" dirty="0"/>
              <a:t>VIEW ANDROID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D" sz="2000" spc="300" dirty="0"/>
              <a:t>VIEWGROUP ANDROID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D" sz="2000" spc="300" dirty="0"/>
              <a:t>STYLE &amp; THEME ANDROID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D" sz="2000" spc="300" dirty="0"/>
              <a:t>RECYCLERVIEW ANDROID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99768933-B5D7-456C-9879-419C10A15B99}"/>
              </a:ext>
            </a:extLst>
          </p:cNvPr>
          <p:cNvSpPr/>
          <p:nvPr/>
        </p:nvSpPr>
        <p:spPr>
          <a:xfrm>
            <a:off x="1010920" y="6410960"/>
            <a:ext cx="10170160" cy="71120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pic>
        <p:nvPicPr>
          <p:cNvPr id="2050" name="Picture 2" descr="Google Developers Indonesia Blog: Android Studio 4.2">
            <a:extLst>
              <a:ext uri="{FF2B5EF4-FFF2-40B4-BE49-F238E27FC236}">
                <a16:creationId xmlns:a16="http://schemas.microsoft.com/office/drawing/2014/main" id="{0599EFBF-C5F1-475E-BD55-F6A2C3873D6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371080" y="1577231"/>
            <a:ext cx="3418840" cy="341884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95024059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Android | Platform yang memungkinkan segalanya">
            <a:extLst>
              <a:ext uri="{FF2B5EF4-FFF2-40B4-BE49-F238E27FC236}">
                <a16:creationId xmlns:a16="http://schemas.microsoft.com/office/drawing/2014/main" id="{7F1E5785-E601-4A00-A5E2-45DF66A7847F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6667" t="30607" r="16250" b="27361"/>
          <a:stretch/>
        </p:blipFill>
        <p:spPr bwMode="auto">
          <a:xfrm>
            <a:off x="240328" y="315488"/>
            <a:ext cx="1635760" cy="53848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8EC1E07E-A18C-4632-8567-C9366ADE219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36480" y="311229"/>
            <a:ext cx="2055832" cy="542740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0D831133-7C2B-4E3D-A967-B3A0DB70140F}"/>
              </a:ext>
            </a:extLst>
          </p:cNvPr>
          <p:cNvSpPr txBox="1"/>
          <p:nvPr/>
        </p:nvSpPr>
        <p:spPr>
          <a:xfrm>
            <a:off x="3975873" y="2905780"/>
            <a:ext cx="4240264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3200" b="1" spc="300" dirty="0">
                <a:latin typeface="Nirmala UI" panose="020B0502040204020203" pitchFamily="34" charset="0"/>
                <a:ea typeface="Nirmala UI" panose="020B0502040204020203" pitchFamily="34" charset="0"/>
                <a:cs typeface="Nirmala UI" panose="020B0502040204020203" pitchFamily="34" charset="0"/>
              </a:rPr>
              <a:t>INTENT ANDROID</a:t>
            </a:r>
            <a:endParaRPr lang="en-ID" sz="3200" b="1" spc="300" dirty="0">
              <a:latin typeface="Nirmala UI" panose="020B0502040204020203" pitchFamily="34" charset="0"/>
              <a:ea typeface="Nirmala UI" panose="020B0502040204020203" pitchFamily="34" charset="0"/>
              <a:cs typeface="Nirmala UI" panose="020B0502040204020203" pitchFamily="34" charset="0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99768933-B5D7-456C-9879-419C10A15B99}"/>
              </a:ext>
            </a:extLst>
          </p:cNvPr>
          <p:cNvSpPr/>
          <p:nvPr/>
        </p:nvSpPr>
        <p:spPr>
          <a:xfrm>
            <a:off x="1010920" y="6410960"/>
            <a:ext cx="10170160" cy="71120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144318922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Android | Platform yang memungkinkan segalanya">
            <a:extLst>
              <a:ext uri="{FF2B5EF4-FFF2-40B4-BE49-F238E27FC236}">
                <a16:creationId xmlns:a16="http://schemas.microsoft.com/office/drawing/2014/main" id="{7F1E5785-E601-4A00-A5E2-45DF66A7847F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6667" t="30607" r="16250" b="27361"/>
          <a:stretch/>
        </p:blipFill>
        <p:spPr bwMode="auto">
          <a:xfrm>
            <a:off x="240328" y="315488"/>
            <a:ext cx="1635760" cy="53848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8EC1E07E-A18C-4632-8567-C9366ADE219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36480" y="311229"/>
            <a:ext cx="2055832" cy="542740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0D831133-7C2B-4E3D-A967-B3A0DB70140F}"/>
              </a:ext>
            </a:extLst>
          </p:cNvPr>
          <p:cNvSpPr txBox="1"/>
          <p:nvPr/>
        </p:nvSpPr>
        <p:spPr>
          <a:xfrm>
            <a:off x="2481801" y="2955985"/>
            <a:ext cx="7228397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latin typeface="Nirmala UI" panose="020B0502040204020203" pitchFamily="34" charset="0"/>
                <a:ea typeface="Nirmala UI" panose="020B0502040204020203" pitchFamily="34" charset="0"/>
                <a:cs typeface="Nirmala UI" panose="020B0502040204020203" pitchFamily="34" charset="0"/>
              </a:rPr>
              <a:t>INTENT = NIAT</a:t>
            </a:r>
            <a:endParaRPr lang="en-ID" sz="3200" b="1" dirty="0">
              <a:latin typeface="Nirmala UI" panose="020B0502040204020203" pitchFamily="34" charset="0"/>
              <a:ea typeface="Nirmala UI" panose="020B0502040204020203" pitchFamily="34" charset="0"/>
              <a:cs typeface="Nirmala UI" panose="020B0502040204020203" pitchFamily="34" charset="0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99768933-B5D7-456C-9879-419C10A15B99}"/>
              </a:ext>
            </a:extLst>
          </p:cNvPr>
          <p:cNvSpPr/>
          <p:nvPr/>
        </p:nvSpPr>
        <p:spPr>
          <a:xfrm>
            <a:off x="1010920" y="6410960"/>
            <a:ext cx="10170160" cy="71120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371338654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Android | Platform yang memungkinkan segalanya">
            <a:extLst>
              <a:ext uri="{FF2B5EF4-FFF2-40B4-BE49-F238E27FC236}">
                <a16:creationId xmlns:a16="http://schemas.microsoft.com/office/drawing/2014/main" id="{7F1E5785-E601-4A00-A5E2-45DF66A7847F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6667" t="30607" r="16250" b="27361"/>
          <a:stretch/>
        </p:blipFill>
        <p:spPr bwMode="auto">
          <a:xfrm>
            <a:off x="240328" y="315488"/>
            <a:ext cx="1635760" cy="53848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8EC1E07E-A18C-4632-8567-C9366ADE219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36480" y="311229"/>
            <a:ext cx="2055832" cy="542740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0D831133-7C2B-4E3D-A967-B3A0DB70140F}"/>
              </a:ext>
            </a:extLst>
          </p:cNvPr>
          <p:cNvSpPr txBox="1"/>
          <p:nvPr/>
        </p:nvSpPr>
        <p:spPr>
          <a:xfrm>
            <a:off x="2481800" y="2598003"/>
            <a:ext cx="7228397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>
                <a:latin typeface="Nirmala UI" panose="020B0502040204020203" pitchFamily="34" charset="0"/>
                <a:ea typeface="Nirmala UI" panose="020B0502040204020203" pitchFamily="34" charset="0"/>
                <a:cs typeface="Nirmala UI" panose="020B0502040204020203" pitchFamily="34" charset="0"/>
              </a:rPr>
              <a:t>APA YANG PERLU DI NIATKAN DIDALAM ACTIVITY ANDROID ?</a:t>
            </a:r>
            <a:endParaRPr lang="en-ID" sz="2400" b="1" dirty="0">
              <a:latin typeface="Nirmala UI" panose="020B0502040204020203" pitchFamily="34" charset="0"/>
              <a:ea typeface="Nirmala UI" panose="020B0502040204020203" pitchFamily="34" charset="0"/>
              <a:cs typeface="Nirmala UI" panose="020B0502040204020203" pitchFamily="34" charset="0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99768933-B5D7-456C-9879-419C10A15B99}"/>
              </a:ext>
            </a:extLst>
          </p:cNvPr>
          <p:cNvSpPr/>
          <p:nvPr/>
        </p:nvSpPr>
        <p:spPr>
          <a:xfrm>
            <a:off x="1010920" y="6410960"/>
            <a:ext cx="10170160" cy="71120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pic>
        <p:nvPicPr>
          <p:cNvPr id="8" name="Picture 4">
            <a:extLst>
              <a:ext uri="{FF2B5EF4-FFF2-40B4-BE49-F238E27FC236}">
                <a16:creationId xmlns:a16="http://schemas.microsoft.com/office/drawing/2014/main" id="{7947E6BE-F919-44A0-8299-449E7B8D75F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19599" y="4333240"/>
            <a:ext cx="3352800" cy="188071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47340831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Android | Platform yang memungkinkan segalanya">
            <a:extLst>
              <a:ext uri="{FF2B5EF4-FFF2-40B4-BE49-F238E27FC236}">
                <a16:creationId xmlns:a16="http://schemas.microsoft.com/office/drawing/2014/main" id="{7F1E5785-E601-4A00-A5E2-45DF66A7847F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6667" t="30607" r="16250" b="27361"/>
          <a:stretch/>
        </p:blipFill>
        <p:spPr bwMode="auto">
          <a:xfrm>
            <a:off x="240328" y="315488"/>
            <a:ext cx="1635760" cy="53848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8EC1E07E-A18C-4632-8567-C9366ADE219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36480" y="311229"/>
            <a:ext cx="2055832" cy="54274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CCA005BA-0C72-4486-8CC7-87A67648225A}"/>
              </a:ext>
            </a:extLst>
          </p:cNvPr>
          <p:cNvSpPr txBox="1"/>
          <p:nvPr/>
        </p:nvSpPr>
        <p:spPr>
          <a:xfrm>
            <a:off x="1208994" y="2102971"/>
            <a:ext cx="9774012" cy="14296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ID" sz="2000" b="1" spc="300" dirty="0"/>
              <a:t>Intent</a:t>
            </a:r>
            <a:r>
              <a:rPr lang="en-ID" sz="2000" spc="300" dirty="0"/>
              <a:t> </a:t>
            </a:r>
            <a:r>
              <a:rPr lang="en-ID" sz="2000" spc="300" dirty="0" err="1"/>
              <a:t>adalah</a:t>
            </a:r>
            <a:r>
              <a:rPr lang="en-ID" sz="2000" spc="300" dirty="0"/>
              <a:t> </a:t>
            </a:r>
            <a:r>
              <a:rPr lang="en-ID" sz="2000" spc="300" dirty="0" err="1"/>
              <a:t>mekanisme</a:t>
            </a:r>
            <a:r>
              <a:rPr lang="en-ID" sz="2000" spc="300" dirty="0"/>
              <a:t> </a:t>
            </a:r>
            <a:r>
              <a:rPr lang="en-ID" sz="2000" spc="300" dirty="0" err="1"/>
              <a:t>untuk</a:t>
            </a:r>
            <a:r>
              <a:rPr lang="en-ID" sz="2000" spc="300" dirty="0"/>
              <a:t> </a:t>
            </a:r>
            <a:r>
              <a:rPr lang="en-ID" sz="2000" spc="300" dirty="0" err="1"/>
              <a:t>melakukan</a:t>
            </a:r>
            <a:r>
              <a:rPr lang="en-ID" sz="2000" spc="300" dirty="0"/>
              <a:t> </a:t>
            </a:r>
            <a:r>
              <a:rPr lang="en-ID" sz="2000" spc="300" dirty="0" err="1"/>
              <a:t>sebuah</a:t>
            </a:r>
            <a:r>
              <a:rPr lang="en-ID" sz="2000" spc="300" dirty="0"/>
              <a:t> action dan </a:t>
            </a:r>
            <a:r>
              <a:rPr lang="en-ID" sz="2000" spc="300" dirty="0" err="1"/>
              <a:t>komunikasi</a:t>
            </a:r>
            <a:r>
              <a:rPr lang="en-ID" sz="2000" spc="300" dirty="0"/>
              <a:t> </a:t>
            </a:r>
            <a:r>
              <a:rPr lang="en-ID" sz="2000" spc="300" dirty="0" err="1"/>
              <a:t>antar</a:t>
            </a:r>
            <a:r>
              <a:rPr lang="en-ID" sz="2000" spc="300" dirty="0"/>
              <a:t> </a:t>
            </a:r>
            <a:r>
              <a:rPr lang="en-ID" sz="2000" spc="300" dirty="0" err="1"/>
              <a:t>komponen</a:t>
            </a:r>
            <a:r>
              <a:rPr lang="en-ID" sz="2000" spc="300" dirty="0"/>
              <a:t> </a:t>
            </a:r>
            <a:r>
              <a:rPr lang="en-ID" sz="2000" spc="300" dirty="0" err="1"/>
              <a:t>aplikasi</a:t>
            </a:r>
            <a:r>
              <a:rPr lang="en-ID" sz="2000" spc="300" dirty="0"/>
              <a:t> </a:t>
            </a:r>
            <a:r>
              <a:rPr lang="en-ID" sz="2000" spc="300" dirty="0" err="1"/>
              <a:t>misal</a:t>
            </a:r>
            <a:r>
              <a:rPr lang="en-ID" sz="2000" spc="300" dirty="0"/>
              <a:t> Activity, Service, dan Broadcast Receiver.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99768933-B5D7-456C-9879-419C10A15B99}"/>
              </a:ext>
            </a:extLst>
          </p:cNvPr>
          <p:cNvSpPr/>
          <p:nvPr/>
        </p:nvSpPr>
        <p:spPr>
          <a:xfrm>
            <a:off x="1010920" y="6410960"/>
            <a:ext cx="10170160" cy="71120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107056425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Android | Platform yang memungkinkan segalanya">
            <a:extLst>
              <a:ext uri="{FF2B5EF4-FFF2-40B4-BE49-F238E27FC236}">
                <a16:creationId xmlns:a16="http://schemas.microsoft.com/office/drawing/2014/main" id="{7F1E5785-E601-4A00-A5E2-45DF66A7847F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6667" t="30607" r="16250" b="27361"/>
          <a:stretch/>
        </p:blipFill>
        <p:spPr bwMode="auto">
          <a:xfrm>
            <a:off x="240328" y="315488"/>
            <a:ext cx="1635760" cy="53848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8EC1E07E-A18C-4632-8567-C9366ADE219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36480" y="311229"/>
            <a:ext cx="2055832" cy="54274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CCA005BA-0C72-4486-8CC7-87A67648225A}"/>
              </a:ext>
            </a:extLst>
          </p:cNvPr>
          <p:cNvSpPr txBox="1"/>
          <p:nvPr/>
        </p:nvSpPr>
        <p:spPr>
          <a:xfrm>
            <a:off x="1371554" y="1401931"/>
            <a:ext cx="9809526" cy="42505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ID" sz="2000" b="1" spc="300" dirty="0"/>
              <a:t>Ada </a:t>
            </a:r>
            <a:r>
              <a:rPr lang="en-ID" sz="2000" b="1" spc="300" dirty="0" err="1"/>
              <a:t>tiga</a:t>
            </a:r>
            <a:r>
              <a:rPr lang="en-ID" sz="2000" b="1" spc="300" dirty="0"/>
              <a:t> </a:t>
            </a:r>
            <a:r>
              <a:rPr lang="en-ID" sz="2000" b="1" spc="300" dirty="0" err="1"/>
              <a:t>penggunaan</a:t>
            </a:r>
            <a:r>
              <a:rPr lang="en-ID" sz="2000" b="1" spc="300" dirty="0"/>
              <a:t> </a:t>
            </a:r>
            <a:r>
              <a:rPr lang="en-ID" sz="2000" b="1" spc="300" dirty="0" err="1"/>
              <a:t>umum</a:t>
            </a:r>
            <a:r>
              <a:rPr lang="en-ID" sz="2000" b="1" spc="300" dirty="0"/>
              <a:t> intent </a:t>
            </a:r>
            <a:r>
              <a:rPr lang="en-ID" sz="2000" b="1" spc="300" dirty="0" err="1"/>
              <a:t>dalam</a:t>
            </a:r>
            <a:r>
              <a:rPr lang="en-ID" sz="2000" b="1" spc="300" dirty="0"/>
              <a:t> </a:t>
            </a:r>
            <a:r>
              <a:rPr lang="en-ID" sz="2000" b="1" spc="300" dirty="0" err="1"/>
              <a:t>aplikasi</a:t>
            </a:r>
            <a:r>
              <a:rPr lang="en-ID" sz="2000" b="1" spc="300" dirty="0"/>
              <a:t> Android </a:t>
            </a:r>
            <a:r>
              <a:rPr lang="en-ID" sz="2000" b="1" spc="300" dirty="0" err="1"/>
              <a:t>yaitu</a:t>
            </a:r>
            <a:r>
              <a:rPr lang="en-ID" sz="2000" b="1" spc="300" dirty="0"/>
              <a:t>: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D" spc="300" dirty="0" err="1"/>
              <a:t>Memindahkan</a:t>
            </a:r>
            <a:r>
              <a:rPr lang="en-ID" spc="300" dirty="0"/>
              <a:t> </a:t>
            </a:r>
            <a:r>
              <a:rPr lang="en-ID" spc="300" dirty="0" err="1"/>
              <a:t>satu</a:t>
            </a:r>
            <a:r>
              <a:rPr lang="en-ID" spc="300" dirty="0"/>
              <a:t> activity </a:t>
            </a:r>
            <a:r>
              <a:rPr lang="en-ID" spc="300" dirty="0" err="1"/>
              <a:t>ke</a:t>
            </a:r>
            <a:r>
              <a:rPr lang="en-ID" spc="300" dirty="0"/>
              <a:t> activity lain </a:t>
            </a:r>
            <a:r>
              <a:rPr lang="en-ID" spc="300" dirty="0" err="1"/>
              <a:t>dengan</a:t>
            </a:r>
            <a:r>
              <a:rPr lang="en-ID" spc="300" dirty="0"/>
              <a:t> </a:t>
            </a:r>
            <a:r>
              <a:rPr lang="en-ID" spc="300" dirty="0" err="1"/>
              <a:t>atau</a:t>
            </a:r>
            <a:r>
              <a:rPr lang="en-ID" spc="300" dirty="0"/>
              <a:t> </a:t>
            </a:r>
            <a:r>
              <a:rPr lang="en-ID" spc="300" dirty="0" err="1"/>
              <a:t>tidak</a:t>
            </a:r>
            <a:r>
              <a:rPr lang="en-ID" spc="300" dirty="0"/>
              <a:t> </a:t>
            </a:r>
            <a:r>
              <a:rPr lang="en-ID" spc="300" dirty="0" err="1"/>
              <a:t>membawa</a:t>
            </a:r>
            <a:r>
              <a:rPr lang="en-ID" spc="300" dirty="0"/>
              <a:t> data.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D" spc="300" dirty="0" err="1"/>
              <a:t>Menjalankan</a:t>
            </a:r>
            <a:r>
              <a:rPr lang="en-ID" spc="300" dirty="0"/>
              <a:t> background service, </a:t>
            </a:r>
            <a:r>
              <a:rPr lang="en-ID" spc="300" dirty="0" err="1"/>
              <a:t>misalnya</a:t>
            </a:r>
            <a:r>
              <a:rPr lang="en-ID" spc="300" dirty="0"/>
              <a:t> </a:t>
            </a:r>
            <a:r>
              <a:rPr lang="en-ID" spc="300" dirty="0" err="1"/>
              <a:t>melakukan</a:t>
            </a:r>
            <a:r>
              <a:rPr lang="en-ID" spc="300" dirty="0"/>
              <a:t> </a:t>
            </a:r>
            <a:r>
              <a:rPr lang="en-ID" spc="300" dirty="0" err="1"/>
              <a:t>sinkronisasi</a:t>
            </a:r>
            <a:r>
              <a:rPr lang="en-ID" spc="300" dirty="0"/>
              <a:t> </a:t>
            </a:r>
            <a:r>
              <a:rPr lang="en-ID" spc="300" dirty="0" err="1"/>
              <a:t>ke</a:t>
            </a:r>
            <a:r>
              <a:rPr lang="en-ID" spc="300" dirty="0"/>
              <a:t> server dan </a:t>
            </a:r>
            <a:r>
              <a:rPr lang="en-ID" spc="300" dirty="0" err="1"/>
              <a:t>menjalankan</a:t>
            </a:r>
            <a:r>
              <a:rPr lang="en-ID" spc="300" dirty="0"/>
              <a:t> proses </a:t>
            </a:r>
            <a:r>
              <a:rPr lang="en-ID" spc="300" dirty="0" err="1"/>
              <a:t>berulang</a:t>
            </a:r>
            <a:r>
              <a:rPr lang="en-ID" spc="300" dirty="0"/>
              <a:t> (periodic/scheduler task).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D" spc="300" dirty="0" err="1"/>
              <a:t>Mengirimkan</a:t>
            </a:r>
            <a:r>
              <a:rPr lang="en-ID" spc="300" dirty="0"/>
              <a:t> </a:t>
            </a:r>
            <a:r>
              <a:rPr lang="en-ID" spc="300" dirty="0" err="1"/>
              <a:t>obyek</a:t>
            </a:r>
            <a:r>
              <a:rPr lang="en-ID" spc="300" dirty="0"/>
              <a:t> broadcast </a:t>
            </a:r>
            <a:r>
              <a:rPr lang="en-ID" spc="300" dirty="0" err="1"/>
              <a:t>ke</a:t>
            </a:r>
            <a:r>
              <a:rPr lang="en-ID" spc="300" dirty="0"/>
              <a:t> </a:t>
            </a:r>
            <a:r>
              <a:rPr lang="en-ID" spc="300" dirty="0" err="1"/>
              <a:t>aplikasi</a:t>
            </a:r>
            <a:r>
              <a:rPr lang="en-ID" spc="300" dirty="0"/>
              <a:t> yang </a:t>
            </a:r>
            <a:r>
              <a:rPr lang="en-ID" spc="300" dirty="0" err="1"/>
              <a:t>membutuhkan</a:t>
            </a:r>
            <a:r>
              <a:rPr lang="en-ID" spc="300" dirty="0"/>
              <a:t>. </a:t>
            </a:r>
            <a:r>
              <a:rPr lang="en-ID" spc="300" dirty="0" err="1"/>
              <a:t>Misal</a:t>
            </a:r>
            <a:r>
              <a:rPr lang="en-ID" spc="300" dirty="0"/>
              <a:t>, </a:t>
            </a:r>
            <a:r>
              <a:rPr lang="en-ID" spc="300" dirty="0" err="1"/>
              <a:t>ketika</a:t>
            </a:r>
            <a:r>
              <a:rPr lang="en-ID" spc="300" dirty="0"/>
              <a:t> </a:t>
            </a:r>
            <a:r>
              <a:rPr lang="en-ID" spc="300" dirty="0" err="1"/>
              <a:t>aplikasi</a:t>
            </a:r>
            <a:r>
              <a:rPr lang="en-ID" spc="300" dirty="0"/>
              <a:t> </a:t>
            </a:r>
            <a:r>
              <a:rPr lang="en-ID" spc="300" dirty="0" err="1"/>
              <a:t>membutuhkan</a:t>
            </a:r>
            <a:r>
              <a:rPr lang="en-ID" spc="300" dirty="0"/>
              <a:t> proses </a:t>
            </a:r>
            <a:r>
              <a:rPr lang="en-ID" spc="300" dirty="0" err="1"/>
              <a:t>menjalankan</a:t>
            </a:r>
            <a:r>
              <a:rPr lang="en-ID" spc="300" dirty="0"/>
              <a:t> </a:t>
            </a:r>
            <a:r>
              <a:rPr lang="en-ID" spc="300" dirty="0" err="1"/>
              <a:t>sebuah</a:t>
            </a:r>
            <a:r>
              <a:rPr lang="en-ID" spc="300" dirty="0"/>
              <a:t> background service </a:t>
            </a:r>
            <a:r>
              <a:rPr lang="en-ID" spc="300" dirty="0" err="1"/>
              <a:t>setiap</a:t>
            </a:r>
            <a:r>
              <a:rPr lang="en-ID" spc="300" dirty="0"/>
              <a:t> kali </a:t>
            </a:r>
            <a:r>
              <a:rPr lang="en-ID" spc="300" dirty="0" err="1"/>
              <a:t>aplikasi</a:t>
            </a:r>
            <a:r>
              <a:rPr lang="en-ID" spc="300" dirty="0"/>
              <a:t> </a:t>
            </a:r>
            <a:r>
              <a:rPr lang="en-ID" spc="300" dirty="0" err="1"/>
              <a:t>selesai</a:t>
            </a:r>
            <a:r>
              <a:rPr lang="en-ID" spc="300" dirty="0"/>
              <a:t> </a:t>
            </a:r>
            <a:r>
              <a:rPr lang="en-ID" spc="300" dirty="0" err="1"/>
              <a:t>melakukan</a:t>
            </a:r>
            <a:r>
              <a:rPr lang="en-ID" spc="300" dirty="0"/>
              <a:t> booting. </a:t>
            </a:r>
            <a:r>
              <a:rPr lang="en-ID" spc="300" dirty="0" err="1"/>
              <a:t>Aplikasi</a:t>
            </a:r>
            <a:r>
              <a:rPr lang="en-ID" spc="300" dirty="0"/>
              <a:t> </a:t>
            </a:r>
            <a:r>
              <a:rPr lang="en-ID" spc="300" dirty="0" err="1"/>
              <a:t>harus</a:t>
            </a:r>
            <a:r>
              <a:rPr lang="en-ID" spc="300" dirty="0"/>
              <a:t> </a:t>
            </a:r>
            <a:r>
              <a:rPr lang="en-ID" spc="300" dirty="0" err="1"/>
              <a:t>bisa</a:t>
            </a:r>
            <a:r>
              <a:rPr lang="en-ID" spc="300" dirty="0"/>
              <a:t> </a:t>
            </a:r>
            <a:r>
              <a:rPr lang="en-ID" spc="300" dirty="0" err="1"/>
              <a:t>menerima</a:t>
            </a:r>
            <a:r>
              <a:rPr lang="en-ID" spc="300" dirty="0"/>
              <a:t> </a:t>
            </a:r>
            <a:r>
              <a:rPr lang="en-ID" spc="300" dirty="0" err="1"/>
              <a:t>obyek</a:t>
            </a:r>
            <a:r>
              <a:rPr lang="en-ID" spc="300" dirty="0"/>
              <a:t> broadcast yang </a:t>
            </a:r>
            <a:r>
              <a:rPr lang="en-ID" spc="300" dirty="0" err="1"/>
              <a:t>dikirimkan</a:t>
            </a:r>
            <a:r>
              <a:rPr lang="en-ID" spc="300" dirty="0"/>
              <a:t> oleh </a:t>
            </a:r>
            <a:r>
              <a:rPr lang="en-ID" spc="300" dirty="0" err="1"/>
              <a:t>sistem</a:t>
            </a:r>
            <a:r>
              <a:rPr lang="en-ID" spc="300" dirty="0"/>
              <a:t> Android </a:t>
            </a:r>
            <a:r>
              <a:rPr lang="en-ID" spc="300" dirty="0" err="1"/>
              <a:t>untuk</a:t>
            </a:r>
            <a:r>
              <a:rPr lang="en-ID" spc="300" dirty="0"/>
              <a:t> event booting </a:t>
            </a:r>
            <a:r>
              <a:rPr lang="en-ID" spc="300" dirty="0" err="1"/>
              <a:t>tersebut</a:t>
            </a:r>
            <a:r>
              <a:rPr lang="en-ID" spc="300" dirty="0"/>
              <a:t>.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99768933-B5D7-456C-9879-419C10A15B99}"/>
              </a:ext>
            </a:extLst>
          </p:cNvPr>
          <p:cNvSpPr/>
          <p:nvPr/>
        </p:nvSpPr>
        <p:spPr>
          <a:xfrm>
            <a:off x="1010920" y="6410960"/>
            <a:ext cx="10170160" cy="71120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252184048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Android | Platform yang memungkinkan segalanya">
            <a:extLst>
              <a:ext uri="{FF2B5EF4-FFF2-40B4-BE49-F238E27FC236}">
                <a16:creationId xmlns:a16="http://schemas.microsoft.com/office/drawing/2014/main" id="{7F1E5785-E601-4A00-A5E2-45DF66A7847F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6667" t="30607" r="16250" b="27361"/>
          <a:stretch/>
        </p:blipFill>
        <p:spPr bwMode="auto">
          <a:xfrm>
            <a:off x="240328" y="315488"/>
            <a:ext cx="1635760" cy="53848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8EC1E07E-A18C-4632-8567-C9366ADE219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36480" y="311229"/>
            <a:ext cx="2055832" cy="542740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0D831133-7C2B-4E3D-A967-B3A0DB70140F}"/>
              </a:ext>
            </a:extLst>
          </p:cNvPr>
          <p:cNvSpPr txBox="1"/>
          <p:nvPr/>
        </p:nvSpPr>
        <p:spPr>
          <a:xfrm>
            <a:off x="2481801" y="2598003"/>
            <a:ext cx="7228397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>
                <a:latin typeface="Nirmala UI" panose="020B0502040204020203" pitchFamily="34" charset="0"/>
                <a:ea typeface="Nirmala UI" panose="020B0502040204020203" pitchFamily="34" charset="0"/>
                <a:cs typeface="Nirmala UI" panose="020B0502040204020203" pitchFamily="34" charset="0"/>
              </a:rPr>
              <a:t>INTENT TERBAGI MENJADI DUA, YAITU EXPLICIT DAN IMPLICIT</a:t>
            </a:r>
            <a:endParaRPr lang="en-ID" sz="2400" b="1" dirty="0">
              <a:latin typeface="Nirmala UI" panose="020B0502040204020203" pitchFamily="34" charset="0"/>
              <a:ea typeface="Nirmala UI" panose="020B0502040204020203" pitchFamily="34" charset="0"/>
              <a:cs typeface="Nirmala UI" panose="020B0502040204020203" pitchFamily="34" charset="0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99768933-B5D7-456C-9879-419C10A15B99}"/>
              </a:ext>
            </a:extLst>
          </p:cNvPr>
          <p:cNvSpPr/>
          <p:nvPr/>
        </p:nvSpPr>
        <p:spPr>
          <a:xfrm>
            <a:off x="1010920" y="6410960"/>
            <a:ext cx="10170160" cy="71120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156948658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Android | Platform yang memungkinkan segalanya">
            <a:extLst>
              <a:ext uri="{FF2B5EF4-FFF2-40B4-BE49-F238E27FC236}">
                <a16:creationId xmlns:a16="http://schemas.microsoft.com/office/drawing/2014/main" id="{7F1E5785-E601-4A00-A5E2-45DF66A7847F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6667" t="30607" r="16250" b="27361"/>
          <a:stretch/>
        </p:blipFill>
        <p:spPr bwMode="auto">
          <a:xfrm>
            <a:off x="240328" y="315488"/>
            <a:ext cx="1635760" cy="53848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8EC1E07E-A18C-4632-8567-C9366ADE219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36480" y="311229"/>
            <a:ext cx="2055832" cy="54274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CCA005BA-0C72-4486-8CC7-87A67648225A}"/>
              </a:ext>
            </a:extLst>
          </p:cNvPr>
          <p:cNvSpPr txBox="1"/>
          <p:nvPr/>
        </p:nvSpPr>
        <p:spPr>
          <a:xfrm>
            <a:off x="1208994" y="1806686"/>
            <a:ext cx="9774012" cy="18912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ID" sz="2000" spc="300" dirty="0" err="1"/>
              <a:t>Adalah</a:t>
            </a:r>
            <a:r>
              <a:rPr lang="en-ID" sz="2000" spc="300" dirty="0"/>
              <a:t> </a:t>
            </a:r>
            <a:r>
              <a:rPr lang="en-ID" sz="2000" spc="300" dirty="0" err="1"/>
              <a:t>tipe</a:t>
            </a:r>
            <a:r>
              <a:rPr lang="en-ID" sz="2000" spc="300" dirty="0"/>
              <a:t> Intent yang </a:t>
            </a:r>
            <a:r>
              <a:rPr lang="en-ID" sz="2000" spc="300" dirty="0" err="1"/>
              <a:t>digunakan</a:t>
            </a:r>
            <a:r>
              <a:rPr lang="en-ID" sz="2000" spc="300" dirty="0"/>
              <a:t> </a:t>
            </a:r>
            <a:r>
              <a:rPr lang="en-ID" sz="2000" spc="300" dirty="0" err="1"/>
              <a:t>untuk</a:t>
            </a:r>
            <a:r>
              <a:rPr lang="en-ID" sz="2000" spc="300" dirty="0"/>
              <a:t> </a:t>
            </a:r>
            <a:r>
              <a:rPr lang="en-ID" sz="2000" spc="300" dirty="0" err="1"/>
              <a:t>menjalankan</a:t>
            </a:r>
            <a:r>
              <a:rPr lang="en-ID" sz="2000" spc="300" dirty="0"/>
              <a:t> </a:t>
            </a:r>
            <a:r>
              <a:rPr lang="en-ID" sz="2000" spc="300" dirty="0" err="1"/>
              <a:t>komponen</a:t>
            </a:r>
            <a:r>
              <a:rPr lang="en-ID" sz="2000" spc="300" dirty="0"/>
              <a:t> lain </a:t>
            </a:r>
            <a:r>
              <a:rPr lang="en-ID" sz="2000" spc="300" dirty="0" err="1"/>
              <a:t>dengan</a:t>
            </a:r>
            <a:r>
              <a:rPr lang="en-ID" sz="2000" spc="300" dirty="0"/>
              <a:t> </a:t>
            </a:r>
            <a:r>
              <a:rPr lang="en-ID" sz="2000" spc="300" dirty="0" err="1"/>
              <a:t>tujuan</a:t>
            </a:r>
            <a:r>
              <a:rPr lang="en-ID" sz="2000" spc="300" dirty="0"/>
              <a:t> yang </a:t>
            </a:r>
            <a:r>
              <a:rPr lang="en-ID" sz="2000" spc="300" dirty="0" err="1"/>
              <a:t>sudah</a:t>
            </a:r>
            <a:r>
              <a:rPr lang="en-ID" sz="2000" spc="300" dirty="0"/>
              <a:t> </a:t>
            </a:r>
            <a:r>
              <a:rPr lang="en-ID" sz="2000" spc="300" dirty="0" err="1"/>
              <a:t>jelas</a:t>
            </a:r>
            <a:r>
              <a:rPr lang="en-ID" sz="2000" spc="300" dirty="0"/>
              <a:t> </a:t>
            </a:r>
            <a:r>
              <a:rPr lang="en-ID" sz="2000" spc="300" dirty="0" err="1"/>
              <a:t>atau</a:t>
            </a:r>
            <a:r>
              <a:rPr lang="en-ID" sz="2000" spc="300" dirty="0"/>
              <a:t> </a:t>
            </a:r>
            <a:r>
              <a:rPr lang="en-ID" sz="2000" spc="300" dirty="0" err="1"/>
              <a:t>eksplisit</a:t>
            </a:r>
            <a:r>
              <a:rPr lang="en-ID" sz="2000" spc="300" dirty="0"/>
              <a:t>. </a:t>
            </a:r>
            <a:r>
              <a:rPr lang="en-ID" sz="2000" spc="300" dirty="0" err="1"/>
              <a:t>Umumnya</a:t>
            </a:r>
            <a:r>
              <a:rPr lang="en-ID" sz="2000" spc="300" dirty="0"/>
              <a:t> Intent </a:t>
            </a:r>
            <a:r>
              <a:rPr lang="en-ID" sz="2000" spc="300" dirty="0" err="1"/>
              <a:t>ini</a:t>
            </a:r>
            <a:r>
              <a:rPr lang="en-ID" sz="2000" spc="300" dirty="0"/>
              <a:t> </a:t>
            </a:r>
            <a:r>
              <a:rPr lang="en-ID" sz="2000" spc="300" dirty="0" err="1"/>
              <a:t>digunakan</a:t>
            </a:r>
            <a:r>
              <a:rPr lang="en-ID" sz="2000" spc="300" dirty="0"/>
              <a:t> </a:t>
            </a:r>
            <a:r>
              <a:rPr lang="en-ID" sz="2000" spc="300" dirty="0" err="1"/>
              <a:t>untuk</a:t>
            </a:r>
            <a:r>
              <a:rPr lang="en-ID" sz="2000" spc="300" dirty="0"/>
              <a:t> </a:t>
            </a:r>
            <a:r>
              <a:rPr lang="en-ID" sz="2000" spc="300" dirty="0" err="1"/>
              <a:t>berpindah</a:t>
            </a:r>
            <a:r>
              <a:rPr lang="en-ID" sz="2000" spc="300" dirty="0"/>
              <a:t> </a:t>
            </a:r>
            <a:r>
              <a:rPr lang="en-ID" sz="2000" spc="300" dirty="0" err="1"/>
              <a:t>ke</a:t>
            </a:r>
            <a:r>
              <a:rPr lang="en-ID" sz="2000" spc="300" dirty="0"/>
              <a:t> Activity lain pada </a:t>
            </a:r>
            <a:r>
              <a:rPr lang="en-ID" sz="2000" spc="300" dirty="0" err="1"/>
              <a:t>satu</a:t>
            </a:r>
            <a:r>
              <a:rPr lang="en-ID" sz="2000" spc="300" dirty="0"/>
              <a:t> </a:t>
            </a:r>
            <a:r>
              <a:rPr lang="en-ID" sz="2000" spc="300" dirty="0" err="1"/>
              <a:t>aplikasi</a:t>
            </a:r>
            <a:r>
              <a:rPr lang="en-ID" sz="2000" spc="300" dirty="0"/>
              <a:t>. </a:t>
            </a:r>
            <a:r>
              <a:rPr lang="en-ID" sz="2000" spc="300" dirty="0" err="1"/>
              <a:t>Misalnya</a:t>
            </a:r>
            <a:r>
              <a:rPr lang="en-ID" sz="2000" spc="300" dirty="0"/>
              <a:t> </a:t>
            </a:r>
            <a:r>
              <a:rPr lang="en-ID" sz="2000" spc="300" dirty="0" err="1"/>
              <a:t>dari</a:t>
            </a:r>
            <a:r>
              <a:rPr lang="en-ID" sz="2000" spc="300" dirty="0"/>
              <a:t> </a:t>
            </a:r>
            <a:r>
              <a:rPr lang="en-ID" sz="2000" spc="300" dirty="0" err="1"/>
              <a:t>MainActivity</a:t>
            </a:r>
            <a:r>
              <a:rPr lang="en-ID" sz="2000" spc="300" dirty="0"/>
              <a:t> </a:t>
            </a:r>
            <a:r>
              <a:rPr lang="en-ID" sz="2000" spc="300" dirty="0" err="1"/>
              <a:t>menuju</a:t>
            </a:r>
            <a:r>
              <a:rPr lang="en-ID" sz="2000" spc="300" dirty="0"/>
              <a:t> </a:t>
            </a:r>
            <a:r>
              <a:rPr lang="en-ID" sz="2000" spc="300" dirty="0" err="1"/>
              <a:t>ke</a:t>
            </a:r>
            <a:r>
              <a:rPr lang="en-ID" sz="2000" spc="300" dirty="0"/>
              <a:t> </a:t>
            </a:r>
            <a:r>
              <a:rPr lang="en-ID" sz="2000" spc="300" dirty="0" err="1"/>
              <a:t>DetailActivity</a:t>
            </a:r>
            <a:r>
              <a:rPr lang="en-ID" sz="2000" spc="300" dirty="0"/>
              <a:t>.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99768933-B5D7-456C-9879-419C10A15B99}"/>
              </a:ext>
            </a:extLst>
          </p:cNvPr>
          <p:cNvSpPr/>
          <p:nvPr/>
        </p:nvSpPr>
        <p:spPr>
          <a:xfrm>
            <a:off x="1010920" y="6410960"/>
            <a:ext cx="10170160" cy="71120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6FEF5B1-9864-455F-8E68-7779974E8870}"/>
              </a:ext>
            </a:extLst>
          </p:cNvPr>
          <p:cNvSpPr txBox="1"/>
          <p:nvPr/>
        </p:nvSpPr>
        <p:spPr>
          <a:xfrm>
            <a:off x="1208994" y="1345021"/>
            <a:ext cx="283282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>
                <a:latin typeface="Nirmala UI" panose="020B0502040204020203" pitchFamily="34" charset="0"/>
                <a:ea typeface="Nirmala UI" panose="020B0502040204020203" pitchFamily="34" charset="0"/>
                <a:cs typeface="Nirmala UI" panose="020B0502040204020203" pitchFamily="34" charset="0"/>
              </a:rPr>
              <a:t>EKSPLICIT INTENT</a:t>
            </a:r>
            <a:endParaRPr lang="en-ID" sz="2400" b="1" dirty="0">
              <a:latin typeface="Nirmala UI" panose="020B0502040204020203" pitchFamily="34" charset="0"/>
              <a:ea typeface="Nirmala UI" panose="020B0502040204020203" pitchFamily="34" charset="0"/>
              <a:cs typeface="Nirmala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9506820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Android | Platform yang memungkinkan segalanya">
            <a:extLst>
              <a:ext uri="{FF2B5EF4-FFF2-40B4-BE49-F238E27FC236}">
                <a16:creationId xmlns:a16="http://schemas.microsoft.com/office/drawing/2014/main" id="{7F1E5785-E601-4A00-A5E2-45DF66A7847F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6667" t="30607" r="16250" b="27361"/>
          <a:stretch/>
        </p:blipFill>
        <p:spPr bwMode="auto">
          <a:xfrm>
            <a:off x="240328" y="315488"/>
            <a:ext cx="1635760" cy="53848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8EC1E07E-A18C-4632-8567-C9366ADE219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36480" y="311229"/>
            <a:ext cx="2055832" cy="542740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99768933-B5D7-456C-9879-419C10A15B99}"/>
              </a:ext>
            </a:extLst>
          </p:cNvPr>
          <p:cNvSpPr/>
          <p:nvPr/>
        </p:nvSpPr>
        <p:spPr>
          <a:xfrm>
            <a:off x="1010920" y="6410960"/>
            <a:ext cx="10170160" cy="71120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B4A997AE-0C36-47DD-832F-0DA3E3E1A20E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8408" y="1399989"/>
            <a:ext cx="6018232" cy="4012154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2F53571B-8742-4F31-A9C9-608B57304D6C}"/>
              </a:ext>
            </a:extLst>
          </p:cNvPr>
          <p:cNvSpPr txBox="1"/>
          <p:nvPr/>
        </p:nvSpPr>
        <p:spPr>
          <a:xfrm>
            <a:off x="5730240" y="1601852"/>
            <a:ext cx="5892800" cy="13515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ID" sz="1400" spc="300" dirty="0"/>
              <a:t>Explicit intent </a:t>
            </a:r>
            <a:r>
              <a:rPr lang="en-ID" sz="1400" spc="300" dirty="0" err="1"/>
              <a:t>bekerja</a:t>
            </a:r>
            <a:r>
              <a:rPr lang="en-ID" sz="1400" spc="300" dirty="0"/>
              <a:t> </a:t>
            </a:r>
            <a:r>
              <a:rPr lang="en-ID" sz="1400" spc="300" dirty="0" err="1"/>
              <a:t>dengan</a:t>
            </a:r>
            <a:r>
              <a:rPr lang="en-ID" sz="1400" spc="300" dirty="0"/>
              <a:t> </a:t>
            </a:r>
            <a:r>
              <a:rPr lang="en-ID" sz="1400" spc="300" dirty="0" err="1"/>
              <a:t>memanfaatkan</a:t>
            </a:r>
            <a:r>
              <a:rPr lang="en-ID" sz="1400" spc="300" dirty="0"/>
              <a:t> context </a:t>
            </a:r>
            <a:r>
              <a:rPr lang="en-ID" sz="1400" spc="300" dirty="0" err="1"/>
              <a:t>dari</a:t>
            </a:r>
            <a:r>
              <a:rPr lang="en-ID" sz="1400" spc="300" dirty="0"/>
              <a:t> Activity </a:t>
            </a:r>
            <a:r>
              <a:rPr lang="en-ID" sz="1400" spc="300" dirty="0" err="1"/>
              <a:t>asal</a:t>
            </a:r>
            <a:r>
              <a:rPr lang="en-ID" sz="1400" spc="300" dirty="0"/>
              <a:t> dan </a:t>
            </a:r>
            <a:r>
              <a:rPr lang="en-ID" sz="1400" spc="300" dirty="0" err="1"/>
              <a:t>nama</a:t>
            </a:r>
            <a:r>
              <a:rPr lang="en-ID" sz="1400" spc="300" dirty="0"/>
              <a:t> Activity yang </a:t>
            </a:r>
            <a:r>
              <a:rPr lang="en-ID" sz="1400" spc="300" dirty="0" err="1"/>
              <a:t>dituju</a:t>
            </a:r>
            <a:r>
              <a:rPr lang="en-ID" sz="1400" spc="300" dirty="0"/>
              <a:t>. </a:t>
            </a:r>
            <a:r>
              <a:rPr lang="en-ID" sz="1400" spc="300" dirty="0" err="1"/>
              <a:t>Berikut</a:t>
            </a:r>
            <a:r>
              <a:rPr lang="en-ID" sz="1400" spc="300" dirty="0"/>
              <a:t> </a:t>
            </a:r>
            <a:r>
              <a:rPr lang="en-ID" sz="1400" spc="300" dirty="0" err="1"/>
              <a:t>adalah</a:t>
            </a:r>
            <a:r>
              <a:rPr lang="en-ID" sz="1400" spc="300" dirty="0"/>
              <a:t> </a:t>
            </a:r>
            <a:r>
              <a:rPr lang="en-ID" sz="1400" spc="300" dirty="0" err="1"/>
              <a:t>contoh</a:t>
            </a:r>
            <a:r>
              <a:rPr lang="en-ID" sz="1400" spc="300" dirty="0"/>
              <a:t> </a:t>
            </a:r>
            <a:r>
              <a:rPr lang="en-ID" sz="1400" spc="300" dirty="0" err="1"/>
              <a:t>kode</a:t>
            </a:r>
            <a:r>
              <a:rPr lang="en-ID" sz="1400" spc="300" dirty="0"/>
              <a:t> </a:t>
            </a:r>
            <a:r>
              <a:rPr lang="en-ID" sz="1400" spc="300" dirty="0" err="1"/>
              <a:t>dari</a:t>
            </a:r>
            <a:r>
              <a:rPr lang="en-ID" sz="1400" spc="300" dirty="0"/>
              <a:t> </a:t>
            </a:r>
            <a:r>
              <a:rPr lang="en-ID" sz="1400" spc="300" dirty="0" err="1"/>
              <a:t>gambaran</a:t>
            </a:r>
            <a:r>
              <a:rPr lang="en-ID" sz="1400" spc="300" dirty="0"/>
              <a:t> Explicit Intent di </a:t>
            </a:r>
            <a:r>
              <a:rPr lang="en-ID" sz="1400" spc="300" dirty="0" err="1"/>
              <a:t>atas</a:t>
            </a:r>
            <a:r>
              <a:rPr lang="en-ID" sz="1400" spc="300" dirty="0"/>
              <a:t>: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BF046BC7-5083-40D6-85F9-44AF80FB531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30240" y="3073406"/>
            <a:ext cx="5747045" cy="1339919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9872F940-90BF-42EA-8D5B-0603F320C75B}"/>
              </a:ext>
            </a:extLst>
          </p:cNvPr>
          <p:cNvSpPr txBox="1"/>
          <p:nvPr/>
        </p:nvSpPr>
        <p:spPr>
          <a:xfrm>
            <a:off x="5730240" y="4525294"/>
            <a:ext cx="5892800" cy="10284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ID" sz="1400" spc="300" dirty="0" err="1"/>
              <a:t>Dengan</a:t>
            </a:r>
            <a:r>
              <a:rPr lang="en-ID" sz="1400" spc="300" dirty="0"/>
              <a:t> </a:t>
            </a:r>
            <a:r>
              <a:rPr lang="en-ID" sz="1400" spc="300" dirty="0" err="1"/>
              <a:t>memanggil</a:t>
            </a:r>
            <a:r>
              <a:rPr lang="en-ID" sz="1400" spc="300" dirty="0"/>
              <a:t> </a:t>
            </a:r>
            <a:r>
              <a:rPr lang="en-ID" sz="1400" spc="300" dirty="0" err="1"/>
              <a:t>fungsi</a:t>
            </a:r>
            <a:r>
              <a:rPr lang="en-ID" sz="1400" spc="300" dirty="0"/>
              <a:t> </a:t>
            </a:r>
            <a:r>
              <a:rPr lang="en-ID" sz="1400" spc="300" dirty="0" err="1"/>
              <a:t>startActivity</a:t>
            </a:r>
            <a:r>
              <a:rPr lang="en-ID" sz="1400" spc="300" dirty="0"/>
              <a:t> </a:t>
            </a:r>
            <a:r>
              <a:rPr lang="en-ID" sz="1400" spc="300" dirty="0" err="1"/>
              <a:t>berisi</a:t>
            </a:r>
            <a:r>
              <a:rPr lang="en-ID" sz="1400" spc="300" dirty="0"/>
              <a:t> Intent, </a:t>
            </a:r>
            <a:r>
              <a:rPr lang="en-ID" sz="1400" spc="300" dirty="0" err="1"/>
              <a:t>aplikasi</a:t>
            </a:r>
            <a:r>
              <a:rPr lang="en-ID" sz="1400" spc="300" dirty="0"/>
              <a:t> </a:t>
            </a:r>
            <a:r>
              <a:rPr lang="en-ID" sz="1400" spc="300" dirty="0" err="1"/>
              <a:t>akan</a:t>
            </a:r>
            <a:r>
              <a:rPr lang="en-ID" sz="1400" spc="300" dirty="0"/>
              <a:t> </a:t>
            </a:r>
            <a:r>
              <a:rPr lang="en-ID" sz="1400" spc="300" dirty="0" err="1"/>
              <a:t>langsung</a:t>
            </a:r>
            <a:r>
              <a:rPr lang="en-ID" sz="1400" spc="300" dirty="0"/>
              <a:t> </a:t>
            </a:r>
            <a:r>
              <a:rPr lang="en-ID" sz="1400" spc="300" dirty="0" err="1"/>
              <a:t>membuka</a:t>
            </a:r>
            <a:r>
              <a:rPr lang="en-ID" sz="1400" spc="300" dirty="0"/>
              <a:t> Activity </a:t>
            </a:r>
            <a:r>
              <a:rPr lang="en-ID" sz="1400" spc="300" dirty="0" err="1"/>
              <a:t>tersebut</a:t>
            </a:r>
            <a:r>
              <a:rPr lang="en-ID" sz="1400" spc="300" dirty="0"/>
              <a:t> </a:t>
            </a:r>
            <a:r>
              <a:rPr lang="en-ID" sz="1400" spc="300" dirty="0" err="1"/>
              <a:t>tanpa</a:t>
            </a:r>
            <a:r>
              <a:rPr lang="en-ID" sz="1400" spc="300" dirty="0"/>
              <a:t> </a:t>
            </a:r>
            <a:r>
              <a:rPr lang="en-ID" sz="1400" spc="300" dirty="0" err="1"/>
              <a:t>memberikan</a:t>
            </a:r>
            <a:r>
              <a:rPr lang="en-ID" sz="1400" spc="300" dirty="0"/>
              <a:t> </a:t>
            </a:r>
            <a:r>
              <a:rPr lang="en-ID" sz="1400" spc="300" dirty="0" err="1"/>
              <a:t>opsi</a:t>
            </a:r>
            <a:r>
              <a:rPr lang="en-ID" sz="1400" spc="300" dirty="0"/>
              <a:t> lain.</a:t>
            </a:r>
          </a:p>
        </p:txBody>
      </p:sp>
    </p:spTree>
    <p:extLst>
      <p:ext uri="{BB962C8B-B14F-4D97-AF65-F5344CB8AC3E}">
        <p14:creationId xmlns:p14="http://schemas.microsoft.com/office/powerpoint/2010/main" val="305807086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Android | Platform yang memungkinkan segalanya">
            <a:extLst>
              <a:ext uri="{FF2B5EF4-FFF2-40B4-BE49-F238E27FC236}">
                <a16:creationId xmlns:a16="http://schemas.microsoft.com/office/drawing/2014/main" id="{7F1E5785-E601-4A00-A5E2-45DF66A7847F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6667" t="30607" r="16250" b="27361"/>
          <a:stretch/>
        </p:blipFill>
        <p:spPr bwMode="auto">
          <a:xfrm>
            <a:off x="240328" y="315488"/>
            <a:ext cx="1635760" cy="53848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8EC1E07E-A18C-4632-8567-C9366ADE219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36480" y="311229"/>
            <a:ext cx="2055832" cy="54274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CCA005BA-0C72-4486-8CC7-87A67648225A}"/>
              </a:ext>
            </a:extLst>
          </p:cNvPr>
          <p:cNvSpPr txBox="1"/>
          <p:nvPr/>
        </p:nvSpPr>
        <p:spPr>
          <a:xfrm>
            <a:off x="1208994" y="1806686"/>
            <a:ext cx="9774012" cy="419961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ID" sz="2000" spc="300" dirty="0" err="1"/>
              <a:t>Adalah</a:t>
            </a:r>
            <a:r>
              <a:rPr lang="en-ID" sz="2000" spc="300" dirty="0"/>
              <a:t> </a:t>
            </a:r>
            <a:r>
              <a:rPr lang="en-ID" sz="2000" spc="300" dirty="0" err="1"/>
              <a:t>tipe</a:t>
            </a:r>
            <a:r>
              <a:rPr lang="en-ID" sz="2000" spc="300" dirty="0"/>
              <a:t> intent yang </a:t>
            </a:r>
            <a:r>
              <a:rPr lang="en-ID" sz="2000" spc="300" dirty="0" err="1"/>
              <a:t>tidak</a:t>
            </a:r>
            <a:r>
              <a:rPr lang="en-ID" sz="2000" spc="300" dirty="0"/>
              <a:t> </a:t>
            </a:r>
            <a:r>
              <a:rPr lang="en-ID" sz="2000" spc="300" dirty="0" err="1"/>
              <a:t>memerlukan</a:t>
            </a:r>
            <a:r>
              <a:rPr lang="en-ID" sz="2000" spc="300" dirty="0"/>
              <a:t> detail </a:t>
            </a:r>
            <a:r>
              <a:rPr lang="en-ID" sz="2000" spc="300" dirty="0" err="1"/>
              <a:t>nama</a:t>
            </a:r>
            <a:r>
              <a:rPr lang="en-ID" sz="2000" spc="300" dirty="0"/>
              <a:t> </a:t>
            </a:r>
            <a:r>
              <a:rPr lang="en-ID" sz="2000" spc="300" dirty="0" err="1"/>
              <a:t>kelas</a:t>
            </a:r>
            <a:r>
              <a:rPr lang="en-ID" sz="2000" spc="300" dirty="0"/>
              <a:t> yang </a:t>
            </a:r>
            <a:r>
              <a:rPr lang="en-ID" sz="2000" spc="300" dirty="0" err="1"/>
              <a:t>ingin</a:t>
            </a:r>
            <a:r>
              <a:rPr lang="en-ID" sz="2000" spc="300" dirty="0"/>
              <a:t> </a:t>
            </a:r>
            <a:r>
              <a:rPr lang="en-ID" sz="2000" spc="300" dirty="0" err="1"/>
              <a:t>diaktifkan</a:t>
            </a:r>
            <a:r>
              <a:rPr lang="en-ID" sz="2000" spc="300" dirty="0"/>
              <a:t>. Model </a:t>
            </a:r>
            <a:r>
              <a:rPr lang="en-ID" sz="2000" spc="300" dirty="0" err="1"/>
              <a:t>ini</a:t>
            </a:r>
            <a:r>
              <a:rPr lang="en-ID" sz="2000" spc="300" dirty="0"/>
              <a:t> </a:t>
            </a:r>
            <a:r>
              <a:rPr lang="en-ID" sz="2000" spc="300" dirty="0" err="1"/>
              <a:t>memungkinkan</a:t>
            </a:r>
            <a:r>
              <a:rPr lang="en-ID" sz="2000" spc="300" dirty="0"/>
              <a:t> </a:t>
            </a:r>
            <a:r>
              <a:rPr lang="en-ID" sz="2000" spc="300" dirty="0" err="1"/>
              <a:t>komponen</a:t>
            </a:r>
            <a:r>
              <a:rPr lang="en-ID" sz="2000" spc="300" dirty="0"/>
              <a:t> </a:t>
            </a:r>
            <a:r>
              <a:rPr lang="en-ID" sz="2000" spc="300" dirty="0" err="1"/>
              <a:t>dari</a:t>
            </a:r>
            <a:r>
              <a:rPr lang="en-ID" sz="2000" spc="300" dirty="0"/>
              <a:t> </a:t>
            </a:r>
            <a:r>
              <a:rPr lang="en-ID" sz="2000" spc="300" dirty="0" err="1"/>
              <a:t>aplikasi</a:t>
            </a:r>
            <a:r>
              <a:rPr lang="en-ID" sz="2000" spc="300" dirty="0"/>
              <a:t> lain </a:t>
            </a:r>
            <a:r>
              <a:rPr lang="en-ID" sz="2000" spc="300" dirty="0" err="1"/>
              <a:t>bisa</a:t>
            </a:r>
            <a:r>
              <a:rPr lang="en-ID" sz="2000" spc="300" dirty="0"/>
              <a:t> </a:t>
            </a:r>
            <a:r>
              <a:rPr lang="en-ID" sz="2000" spc="300" dirty="0" err="1"/>
              <a:t>merespon</a:t>
            </a:r>
            <a:r>
              <a:rPr lang="en-ID" sz="2000" spc="300" dirty="0"/>
              <a:t> request intent yang </a:t>
            </a:r>
            <a:r>
              <a:rPr lang="en-ID" sz="2000" spc="300" dirty="0" err="1"/>
              <a:t>dijalankan</a:t>
            </a:r>
            <a:r>
              <a:rPr lang="en-ID" sz="2000" spc="300" dirty="0"/>
              <a:t>. </a:t>
            </a:r>
            <a:r>
              <a:rPr lang="en-ID" sz="2000" spc="300" dirty="0" err="1"/>
              <a:t>Penggunaan</a:t>
            </a:r>
            <a:r>
              <a:rPr lang="en-ID" sz="2000" spc="300" dirty="0"/>
              <a:t> </a:t>
            </a:r>
            <a:r>
              <a:rPr lang="en-ID" sz="2000" spc="300" dirty="0" err="1"/>
              <a:t>tipe</a:t>
            </a:r>
            <a:r>
              <a:rPr lang="en-ID" sz="2000" spc="300" dirty="0"/>
              <a:t> Intent </a:t>
            </a:r>
            <a:r>
              <a:rPr lang="en-ID" sz="2000" spc="300" dirty="0" err="1"/>
              <a:t>ini</a:t>
            </a:r>
            <a:r>
              <a:rPr lang="en-ID" sz="2000" spc="300" dirty="0"/>
              <a:t> </a:t>
            </a:r>
            <a:r>
              <a:rPr lang="en-ID" sz="2000" spc="300" dirty="0" err="1"/>
              <a:t>umumnya</a:t>
            </a:r>
            <a:r>
              <a:rPr lang="en-ID" sz="2000" spc="300" dirty="0"/>
              <a:t> </a:t>
            </a:r>
            <a:r>
              <a:rPr lang="en-ID" sz="2000" spc="300" dirty="0" err="1"/>
              <a:t>diperuntukan</a:t>
            </a:r>
            <a:r>
              <a:rPr lang="en-ID" sz="2000" spc="300" dirty="0"/>
              <a:t> </a:t>
            </a:r>
            <a:r>
              <a:rPr lang="en-ID" sz="2000" spc="300" dirty="0" err="1"/>
              <a:t>untuk</a:t>
            </a:r>
            <a:r>
              <a:rPr lang="en-ID" sz="2000" spc="300" dirty="0"/>
              <a:t> </a:t>
            </a:r>
            <a:r>
              <a:rPr lang="en-ID" sz="2000" spc="300" dirty="0" err="1"/>
              <a:t>menjalankan</a:t>
            </a:r>
            <a:r>
              <a:rPr lang="en-ID" sz="2000" spc="300" dirty="0"/>
              <a:t> </a:t>
            </a:r>
            <a:r>
              <a:rPr lang="en-ID" sz="2000" spc="300" dirty="0" err="1"/>
              <a:t>fitur</a:t>
            </a:r>
            <a:r>
              <a:rPr lang="en-ID" sz="2000" spc="300" dirty="0"/>
              <a:t>/</a:t>
            </a:r>
            <a:r>
              <a:rPr lang="en-ID" sz="2000" spc="300" dirty="0" err="1"/>
              <a:t>fungsi</a:t>
            </a:r>
            <a:r>
              <a:rPr lang="en-ID" sz="2000" spc="300" dirty="0"/>
              <a:t> </a:t>
            </a:r>
            <a:r>
              <a:rPr lang="en-ID" sz="2000" spc="300" dirty="0" err="1"/>
              <a:t>dari</a:t>
            </a:r>
            <a:r>
              <a:rPr lang="en-ID" sz="2000" spc="300" dirty="0"/>
              <a:t> </a:t>
            </a:r>
            <a:r>
              <a:rPr lang="en-ID" sz="2000" spc="300" dirty="0" err="1"/>
              <a:t>komponen</a:t>
            </a:r>
            <a:r>
              <a:rPr lang="en-ID" sz="2000" spc="300" dirty="0"/>
              <a:t> </a:t>
            </a:r>
            <a:r>
              <a:rPr lang="en-ID" sz="2000" spc="300" dirty="0" err="1"/>
              <a:t>aplikasi</a:t>
            </a:r>
            <a:r>
              <a:rPr lang="en-ID" sz="2000" spc="300" dirty="0"/>
              <a:t> lain. </a:t>
            </a:r>
            <a:r>
              <a:rPr lang="en-ID" sz="2000" spc="300" dirty="0" err="1"/>
              <a:t>Contohnya</a:t>
            </a:r>
            <a:r>
              <a:rPr lang="en-ID" sz="2000" spc="300" dirty="0"/>
              <a:t> </a:t>
            </a:r>
            <a:r>
              <a:rPr lang="en-ID" sz="2000" spc="300" dirty="0" err="1"/>
              <a:t>ketika</a:t>
            </a:r>
            <a:r>
              <a:rPr lang="en-ID" sz="2000" spc="300" dirty="0"/>
              <a:t> </a:t>
            </a:r>
            <a:r>
              <a:rPr lang="en-ID" sz="2000" spc="300" dirty="0" err="1"/>
              <a:t>kita</a:t>
            </a:r>
            <a:r>
              <a:rPr lang="en-ID" sz="2000" spc="300" dirty="0"/>
              <a:t> </a:t>
            </a:r>
            <a:r>
              <a:rPr lang="en-ID" sz="2000" spc="300" dirty="0" err="1"/>
              <a:t>membutuhkan</a:t>
            </a:r>
            <a:r>
              <a:rPr lang="en-ID" sz="2000" spc="300" dirty="0"/>
              <a:t> </a:t>
            </a:r>
            <a:r>
              <a:rPr lang="en-ID" sz="2000" spc="300" dirty="0" err="1"/>
              <a:t>fitur</a:t>
            </a:r>
            <a:r>
              <a:rPr lang="en-ID" sz="2000" spc="300" dirty="0"/>
              <a:t> </a:t>
            </a:r>
            <a:r>
              <a:rPr lang="en-ID" sz="2000" spc="300" dirty="0" err="1"/>
              <a:t>untuk</a:t>
            </a:r>
            <a:r>
              <a:rPr lang="en-ID" sz="2000" spc="300" dirty="0"/>
              <a:t> </a:t>
            </a:r>
            <a:r>
              <a:rPr lang="en-ID" sz="2000" spc="300" dirty="0" err="1"/>
              <a:t>mengambil</a:t>
            </a:r>
            <a:r>
              <a:rPr lang="en-ID" sz="2000" spc="300" dirty="0"/>
              <a:t> </a:t>
            </a:r>
            <a:r>
              <a:rPr lang="en-ID" sz="2000" spc="300" dirty="0" err="1"/>
              <a:t>foto</a:t>
            </a:r>
            <a:r>
              <a:rPr lang="en-ID" sz="2000" spc="300" dirty="0"/>
              <a:t>. </a:t>
            </a:r>
            <a:r>
              <a:rPr lang="en-ID" sz="2000" spc="300" dirty="0" err="1"/>
              <a:t>Daripada</a:t>
            </a:r>
            <a:r>
              <a:rPr lang="en-ID" sz="2000" spc="300" dirty="0"/>
              <a:t> </a:t>
            </a:r>
            <a:r>
              <a:rPr lang="en-ID" sz="2000" spc="300" dirty="0" err="1"/>
              <a:t>membuat</a:t>
            </a:r>
            <a:r>
              <a:rPr lang="en-ID" sz="2000" spc="300" dirty="0"/>
              <a:t> </a:t>
            </a:r>
            <a:r>
              <a:rPr lang="en-ID" sz="2000" spc="300" dirty="0" err="1"/>
              <a:t>sendiri</a:t>
            </a:r>
            <a:r>
              <a:rPr lang="en-ID" sz="2000" spc="300" dirty="0"/>
              <a:t> </a:t>
            </a:r>
            <a:r>
              <a:rPr lang="en-ID" sz="2000" spc="300" dirty="0" err="1"/>
              <a:t>fungsi</a:t>
            </a:r>
            <a:r>
              <a:rPr lang="en-ID" sz="2000" spc="300" dirty="0"/>
              <a:t> </a:t>
            </a:r>
            <a:r>
              <a:rPr lang="en-ID" sz="2000" spc="300" dirty="0" err="1"/>
              <a:t>kamera</a:t>
            </a:r>
            <a:r>
              <a:rPr lang="en-ID" sz="2000" spc="300" dirty="0"/>
              <a:t>, </a:t>
            </a:r>
            <a:r>
              <a:rPr lang="en-ID" sz="2000" spc="300" dirty="0" err="1"/>
              <a:t>lebih</a:t>
            </a:r>
            <a:r>
              <a:rPr lang="en-ID" sz="2000" spc="300" dirty="0"/>
              <a:t> </a:t>
            </a:r>
            <a:r>
              <a:rPr lang="en-ID" sz="2000" spc="300" dirty="0" err="1"/>
              <a:t>baik</a:t>
            </a:r>
            <a:r>
              <a:rPr lang="en-ID" sz="2000" spc="300" dirty="0"/>
              <a:t> </a:t>
            </a:r>
            <a:r>
              <a:rPr lang="en-ID" sz="2000" spc="300" dirty="0" err="1"/>
              <a:t>kita</a:t>
            </a:r>
            <a:r>
              <a:rPr lang="en-ID" sz="2000" spc="300" dirty="0"/>
              <a:t> </a:t>
            </a:r>
            <a:r>
              <a:rPr lang="en-ID" sz="2000" spc="300" dirty="0" err="1"/>
              <a:t>menyerahkan</a:t>
            </a:r>
            <a:r>
              <a:rPr lang="en-ID" sz="2000" spc="300" dirty="0"/>
              <a:t> proses </a:t>
            </a:r>
            <a:r>
              <a:rPr lang="en-ID" sz="2000" spc="300" dirty="0" err="1"/>
              <a:t>tersebut</a:t>
            </a:r>
            <a:r>
              <a:rPr lang="en-ID" sz="2000" spc="300" dirty="0"/>
              <a:t> pada </a:t>
            </a:r>
            <a:r>
              <a:rPr lang="en-ID" sz="2000" spc="300" dirty="0" err="1"/>
              <a:t>aplikasi</a:t>
            </a:r>
            <a:r>
              <a:rPr lang="en-ID" sz="2000" spc="300" dirty="0"/>
              <a:t> </a:t>
            </a:r>
            <a:r>
              <a:rPr lang="en-ID" sz="2000" spc="300" dirty="0" err="1"/>
              <a:t>kamera</a:t>
            </a:r>
            <a:r>
              <a:rPr lang="en-ID" sz="2000" spc="300" dirty="0"/>
              <a:t> </a:t>
            </a:r>
            <a:r>
              <a:rPr lang="en-ID" sz="2000" spc="300" dirty="0" err="1"/>
              <a:t>bawaan</a:t>
            </a:r>
            <a:r>
              <a:rPr lang="en-ID" sz="2000" spc="300" dirty="0"/>
              <a:t> </a:t>
            </a:r>
            <a:r>
              <a:rPr lang="en-ID" sz="2000" spc="300" dirty="0" err="1"/>
              <a:t>dari</a:t>
            </a:r>
            <a:r>
              <a:rPr lang="en-ID" sz="2000" spc="300" dirty="0"/>
              <a:t> </a:t>
            </a:r>
            <a:r>
              <a:rPr lang="en-ID" sz="2000" spc="300" dirty="0" err="1"/>
              <a:t>peranti</a:t>
            </a:r>
            <a:r>
              <a:rPr lang="en-ID" sz="2000" spc="300" dirty="0"/>
              <a:t> </a:t>
            </a:r>
            <a:r>
              <a:rPr lang="en-ID" sz="2000" spc="300" dirty="0" err="1"/>
              <a:t>atau</a:t>
            </a:r>
            <a:r>
              <a:rPr lang="en-ID" sz="2000" spc="300" dirty="0"/>
              <a:t> </a:t>
            </a:r>
            <a:r>
              <a:rPr lang="en-ID" sz="2000" spc="300" dirty="0" err="1"/>
              <a:t>aplikasi</a:t>
            </a:r>
            <a:r>
              <a:rPr lang="en-ID" sz="2000" spc="300" dirty="0"/>
              <a:t> </a:t>
            </a:r>
            <a:r>
              <a:rPr lang="en-ID" sz="2000" spc="300" dirty="0" err="1"/>
              <a:t>kamera</a:t>
            </a:r>
            <a:r>
              <a:rPr lang="en-ID" sz="2000" spc="300" dirty="0"/>
              <a:t> lain yang </a:t>
            </a:r>
            <a:r>
              <a:rPr lang="en-ID" sz="2000" spc="300" dirty="0" err="1"/>
              <a:t>telah</a:t>
            </a:r>
            <a:r>
              <a:rPr lang="en-ID" sz="2000" spc="300" dirty="0"/>
              <a:t> </a:t>
            </a:r>
            <a:r>
              <a:rPr lang="en-ID" sz="2000" spc="300" dirty="0" err="1"/>
              <a:t>terinstal</a:t>
            </a:r>
            <a:r>
              <a:rPr lang="en-ID" sz="2000" spc="300" dirty="0"/>
              <a:t> </a:t>
            </a:r>
            <a:r>
              <a:rPr lang="en-ID" sz="2000" spc="300" dirty="0" err="1"/>
              <a:t>sebelumnya</a:t>
            </a:r>
            <a:r>
              <a:rPr lang="en-ID" sz="2000" spc="300" dirty="0"/>
              <a:t> di </a:t>
            </a:r>
            <a:r>
              <a:rPr lang="en-ID" sz="2000" spc="300" dirty="0" err="1"/>
              <a:t>peranti</a:t>
            </a:r>
            <a:r>
              <a:rPr lang="en-ID" sz="2000" spc="300" dirty="0"/>
              <a:t>.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99768933-B5D7-456C-9879-419C10A15B99}"/>
              </a:ext>
            </a:extLst>
          </p:cNvPr>
          <p:cNvSpPr/>
          <p:nvPr/>
        </p:nvSpPr>
        <p:spPr>
          <a:xfrm>
            <a:off x="1010920" y="6410960"/>
            <a:ext cx="10170160" cy="71120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6FEF5B1-9864-455F-8E68-7779974E8870}"/>
              </a:ext>
            </a:extLst>
          </p:cNvPr>
          <p:cNvSpPr txBox="1"/>
          <p:nvPr/>
        </p:nvSpPr>
        <p:spPr>
          <a:xfrm>
            <a:off x="1208994" y="1345021"/>
            <a:ext cx="711765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>
                <a:latin typeface="Nirmala UI" panose="020B0502040204020203" pitchFamily="34" charset="0"/>
                <a:ea typeface="Nirmala UI" panose="020B0502040204020203" pitchFamily="34" charset="0"/>
                <a:cs typeface="Nirmala UI" panose="020B0502040204020203" pitchFamily="34" charset="0"/>
              </a:rPr>
              <a:t>IMPLICIT INTENT (INTENT YANG BELUM JELAS)</a:t>
            </a:r>
            <a:endParaRPr lang="en-ID" sz="2400" b="1" dirty="0">
              <a:latin typeface="Nirmala UI" panose="020B0502040204020203" pitchFamily="34" charset="0"/>
              <a:ea typeface="Nirmala UI" panose="020B0502040204020203" pitchFamily="34" charset="0"/>
              <a:cs typeface="Nirmala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8925868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Android | Platform yang memungkinkan segalanya">
            <a:extLst>
              <a:ext uri="{FF2B5EF4-FFF2-40B4-BE49-F238E27FC236}">
                <a16:creationId xmlns:a16="http://schemas.microsoft.com/office/drawing/2014/main" id="{7F1E5785-E601-4A00-A5E2-45DF66A7847F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6667" t="30607" r="16250" b="27361"/>
          <a:stretch/>
        </p:blipFill>
        <p:spPr bwMode="auto">
          <a:xfrm>
            <a:off x="240328" y="315488"/>
            <a:ext cx="1635760" cy="53848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8EC1E07E-A18C-4632-8567-C9366ADE219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36480" y="311229"/>
            <a:ext cx="2055832" cy="54274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CCA005BA-0C72-4486-8CC7-87A67648225A}"/>
              </a:ext>
            </a:extLst>
          </p:cNvPr>
          <p:cNvSpPr txBox="1"/>
          <p:nvPr/>
        </p:nvSpPr>
        <p:spPr>
          <a:xfrm>
            <a:off x="1058208" y="1532394"/>
            <a:ext cx="7173006" cy="32762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ID" sz="2000" spc="300" dirty="0"/>
              <a:t>Lalu </a:t>
            </a:r>
            <a:r>
              <a:rPr lang="en-ID" sz="2000" spc="300" dirty="0" err="1"/>
              <a:t>mengapa</a:t>
            </a:r>
            <a:r>
              <a:rPr lang="en-ID" sz="2000" spc="300" dirty="0"/>
              <a:t> </a:t>
            </a:r>
            <a:r>
              <a:rPr lang="en-ID" sz="2000" spc="300" dirty="0" err="1"/>
              <a:t>disebut</a:t>
            </a:r>
            <a:r>
              <a:rPr lang="en-ID" sz="2000" spc="300" dirty="0"/>
              <a:t> Implicit Intent? Hal </a:t>
            </a:r>
            <a:r>
              <a:rPr lang="en-ID" sz="2000" spc="300" dirty="0" err="1"/>
              <a:t>ini</a:t>
            </a:r>
            <a:r>
              <a:rPr lang="en-ID" sz="2000" spc="300" dirty="0"/>
              <a:t> </a:t>
            </a:r>
            <a:r>
              <a:rPr lang="en-ID" sz="2000" spc="300" dirty="0" err="1"/>
              <a:t>karena</a:t>
            </a:r>
            <a:r>
              <a:rPr lang="en-ID" sz="2000" spc="300" dirty="0"/>
              <a:t> </a:t>
            </a:r>
            <a:r>
              <a:rPr lang="en-ID" sz="2000" spc="300" dirty="0" err="1"/>
              <a:t>tujuannya</a:t>
            </a:r>
            <a:r>
              <a:rPr lang="en-ID" sz="2000" spc="300" dirty="0"/>
              <a:t> </a:t>
            </a:r>
            <a:r>
              <a:rPr lang="en-ID" sz="2000" spc="300" dirty="0" err="1"/>
              <a:t>masih</a:t>
            </a:r>
            <a:r>
              <a:rPr lang="en-ID" sz="2000" spc="300" dirty="0"/>
              <a:t> </a:t>
            </a:r>
            <a:r>
              <a:rPr lang="en-ID" sz="2000" spc="300" dirty="0" err="1"/>
              <a:t>belum</a:t>
            </a:r>
            <a:r>
              <a:rPr lang="en-ID" sz="2000" spc="300" dirty="0"/>
              <a:t> </a:t>
            </a:r>
            <a:r>
              <a:rPr lang="en-ID" sz="2000" spc="300" dirty="0" err="1"/>
              <a:t>jelas</a:t>
            </a:r>
            <a:r>
              <a:rPr lang="en-ID" sz="2000" spc="300" dirty="0"/>
              <a:t> (implicit), </a:t>
            </a:r>
            <a:r>
              <a:rPr lang="en-ID" sz="2000" spc="300" dirty="0" err="1"/>
              <a:t>misalnya</a:t>
            </a:r>
            <a:r>
              <a:rPr lang="en-ID" sz="2000" spc="300" dirty="0"/>
              <a:t> Anda </a:t>
            </a:r>
            <a:r>
              <a:rPr lang="en-ID" sz="2000" spc="300" dirty="0" err="1"/>
              <a:t>ingin</a:t>
            </a:r>
            <a:r>
              <a:rPr lang="en-ID" sz="2000" spc="300" dirty="0"/>
              <a:t> </a:t>
            </a:r>
            <a:r>
              <a:rPr lang="en-ID" sz="2000" spc="300" dirty="0" err="1"/>
              <a:t>membuka</a:t>
            </a:r>
            <a:r>
              <a:rPr lang="en-ID" sz="2000" spc="300" dirty="0"/>
              <a:t> gallery. </a:t>
            </a:r>
            <a:r>
              <a:rPr lang="en-ID" sz="2000" spc="300" dirty="0" err="1"/>
              <a:t>Maka</a:t>
            </a:r>
            <a:r>
              <a:rPr lang="en-ID" sz="2000" spc="300" dirty="0"/>
              <a:t> </a:t>
            </a:r>
            <a:r>
              <a:rPr lang="en-ID" sz="2000" spc="300" dirty="0" err="1"/>
              <a:t>pilihannya</a:t>
            </a:r>
            <a:r>
              <a:rPr lang="en-ID" sz="2000" spc="300" dirty="0"/>
              <a:t> </a:t>
            </a:r>
            <a:r>
              <a:rPr lang="en-ID" sz="2000" spc="300" dirty="0" err="1"/>
              <a:t>yaitu</a:t>
            </a:r>
            <a:r>
              <a:rPr lang="en-ID" sz="2000" spc="300" dirty="0"/>
              <a:t> Anda </a:t>
            </a:r>
            <a:r>
              <a:rPr lang="en-ID" sz="2000" spc="300" dirty="0" err="1"/>
              <a:t>bisa</a:t>
            </a:r>
            <a:r>
              <a:rPr lang="en-ID" sz="2000" spc="300" dirty="0"/>
              <a:t> </a:t>
            </a:r>
            <a:r>
              <a:rPr lang="en-ID" sz="2000" spc="300" dirty="0" err="1"/>
              <a:t>menggunakan</a:t>
            </a:r>
            <a:r>
              <a:rPr lang="en-ID" sz="2000" spc="300" dirty="0"/>
              <a:t> default gallery </a:t>
            </a:r>
            <a:r>
              <a:rPr lang="en-ID" sz="2000" spc="300" dirty="0" err="1"/>
              <a:t>atau</a:t>
            </a:r>
            <a:r>
              <a:rPr lang="en-ID" sz="2000" spc="300" dirty="0"/>
              <a:t> </a:t>
            </a:r>
            <a:r>
              <a:rPr lang="en-ID" sz="2000" spc="300" dirty="0" err="1"/>
              <a:t>menggunakan</a:t>
            </a:r>
            <a:r>
              <a:rPr lang="en-ID" sz="2000" spc="300" dirty="0"/>
              <a:t> Google Photos. Jika </a:t>
            </a:r>
            <a:r>
              <a:rPr lang="en-ID" sz="2000" spc="300" dirty="0" err="1"/>
              <a:t>ada</a:t>
            </a:r>
            <a:r>
              <a:rPr lang="en-ID" sz="2000" spc="300" dirty="0"/>
              <a:t> </a:t>
            </a:r>
            <a:r>
              <a:rPr lang="en-ID" sz="2000" spc="300" dirty="0" err="1"/>
              <a:t>aplikasi</a:t>
            </a:r>
            <a:r>
              <a:rPr lang="en-ID" sz="2000" spc="300" dirty="0"/>
              <a:t> </a:t>
            </a:r>
            <a:r>
              <a:rPr lang="en-ID" sz="2000" spc="300" dirty="0" err="1"/>
              <a:t>lainnya</a:t>
            </a:r>
            <a:r>
              <a:rPr lang="en-ID" sz="2000" spc="300" dirty="0"/>
              <a:t> yang </a:t>
            </a:r>
            <a:r>
              <a:rPr lang="en-ID" sz="2000" spc="300" dirty="0" err="1"/>
              <a:t>bisa</a:t>
            </a:r>
            <a:r>
              <a:rPr lang="en-ID" sz="2000" spc="300" dirty="0"/>
              <a:t> </a:t>
            </a:r>
            <a:r>
              <a:rPr lang="en-ID" sz="2000" spc="300" dirty="0" err="1"/>
              <a:t>menangani</a:t>
            </a:r>
            <a:r>
              <a:rPr lang="en-ID" sz="2000" spc="300" dirty="0"/>
              <a:t> </a:t>
            </a:r>
            <a:r>
              <a:rPr lang="en-ID" sz="2000" spc="300" dirty="0" err="1"/>
              <a:t>aksi</a:t>
            </a:r>
            <a:r>
              <a:rPr lang="en-ID" sz="2000" spc="300" dirty="0"/>
              <a:t> </a:t>
            </a:r>
            <a:r>
              <a:rPr lang="en-ID" sz="2000" spc="300" dirty="0" err="1"/>
              <a:t>ini</a:t>
            </a:r>
            <a:r>
              <a:rPr lang="en-ID" sz="2000" spc="300" dirty="0"/>
              <a:t>, </a:t>
            </a:r>
            <a:r>
              <a:rPr lang="en-ID" sz="2000" spc="300" dirty="0" err="1"/>
              <a:t>maka</a:t>
            </a:r>
            <a:r>
              <a:rPr lang="en-ID" sz="2000" spc="300" dirty="0"/>
              <a:t> </a:t>
            </a:r>
            <a:r>
              <a:rPr lang="en-ID" sz="2000" spc="300" dirty="0" err="1"/>
              <a:t>aplikasi</a:t>
            </a:r>
            <a:r>
              <a:rPr lang="en-ID" sz="2000" spc="300" dirty="0"/>
              <a:t> </a:t>
            </a:r>
            <a:r>
              <a:rPr lang="en-ID" sz="2000" spc="300" dirty="0" err="1"/>
              <a:t>itu</a:t>
            </a:r>
            <a:r>
              <a:rPr lang="en-ID" sz="2000" spc="300" dirty="0"/>
              <a:t> pun </a:t>
            </a:r>
            <a:r>
              <a:rPr lang="en-ID" sz="2000" spc="300" dirty="0" err="1"/>
              <a:t>akan</a:t>
            </a:r>
            <a:r>
              <a:rPr lang="en-ID" sz="2000" spc="300" dirty="0"/>
              <a:t> </a:t>
            </a:r>
            <a:r>
              <a:rPr lang="en-ID" sz="2000" spc="300" dirty="0" err="1"/>
              <a:t>muncul</a:t>
            </a:r>
            <a:r>
              <a:rPr lang="en-ID" sz="2000" spc="300" dirty="0"/>
              <a:t>.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99768933-B5D7-456C-9879-419C10A15B99}"/>
              </a:ext>
            </a:extLst>
          </p:cNvPr>
          <p:cNvSpPr/>
          <p:nvPr/>
        </p:nvSpPr>
        <p:spPr>
          <a:xfrm>
            <a:off x="1010920" y="6410960"/>
            <a:ext cx="10170160" cy="71120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8E385197-EBB7-4FA3-B15D-78F8AC919F80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75352" y="1298714"/>
            <a:ext cx="2758440" cy="48821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4581436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Android | Platform yang memungkinkan segalanya">
            <a:extLst>
              <a:ext uri="{FF2B5EF4-FFF2-40B4-BE49-F238E27FC236}">
                <a16:creationId xmlns:a16="http://schemas.microsoft.com/office/drawing/2014/main" id="{7F1E5785-E601-4A00-A5E2-45DF66A7847F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6667" t="30607" r="16250" b="27361"/>
          <a:stretch/>
        </p:blipFill>
        <p:spPr bwMode="auto">
          <a:xfrm>
            <a:off x="240328" y="315488"/>
            <a:ext cx="1635760" cy="53848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8EC1E07E-A18C-4632-8567-C9366ADE219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36480" y="311229"/>
            <a:ext cx="2055832" cy="54274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CCA005BA-0C72-4486-8CC7-87A67648225A}"/>
              </a:ext>
            </a:extLst>
          </p:cNvPr>
          <p:cNvSpPr txBox="1"/>
          <p:nvPr/>
        </p:nvSpPr>
        <p:spPr>
          <a:xfrm>
            <a:off x="1058208" y="1532394"/>
            <a:ext cx="9914592" cy="5062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ID" sz="2000" spc="300" dirty="0" err="1"/>
              <a:t>Berikut</a:t>
            </a:r>
            <a:r>
              <a:rPr lang="en-ID" sz="2000" spc="300" dirty="0"/>
              <a:t> </a:t>
            </a:r>
            <a:r>
              <a:rPr lang="en-ID" sz="2000" spc="300" dirty="0" err="1"/>
              <a:t>adalah</a:t>
            </a:r>
            <a:r>
              <a:rPr lang="en-ID" sz="2000" spc="300" dirty="0"/>
              <a:t> </a:t>
            </a:r>
            <a:r>
              <a:rPr lang="en-ID" sz="2000" spc="300" dirty="0" err="1"/>
              <a:t>contoh</a:t>
            </a:r>
            <a:r>
              <a:rPr lang="en-ID" sz="2000" spc="300" dirty="0"/>
              <a:t> </a:t>
            </a:r>
            <a:r>
              <a:rPr lang="en-ID" sz="2000" spc="300" dirty="0" err="1"/>
              <a:t>kode</a:t>
            </a:r>
            <a:r>
              <a:rPr lang="en-ID" sz="2000" spc="300" dirty="0"/>
              <a:t> </a:t>
            </a:r>
            <a:r>
              <a:rPr lang="en-ID" sz="2000" spc="300" dirty="0" err="1"/>
              <a:t>dari</a:t>
            </a:r>
            <a:r>
              <a:rPr lang="en-ID" sz="2000" spc="300" dirty="0"/>
              <a:t> </a:t>
            </a:r>
            <a:r>
              <a:rPr lang="en-ID" sz="2000" spc="300" dirty="0" err="1"/>
              <a:t>gambaran</a:t>
            </a:r>
            <a:r>
              <a:rPr lang="en-ID" sz="2000" spc="300" dirty="0"/>
              <a:t> Implicit Intent di </a:t>
            </a:r>
            <a:r>
              <a:rPr lang="en-ID" sz="2000" spc="300" dirty="0" err="1"/>
              <a:t>atas</a:t>
            </a:r>
            <a:r>
              <a:rPr lang="en-ID" sz="2000" spc="300" dirty="0"/>
              <a:t>: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99768933-B5D7-456C-9879-419C10A15B99}"/>
              </a:ext>
            </a:extLst>
          </p:cNvPr>
          <p:cNvSpPr/>
          <p:nvPr/>
        </p:nvSpPr>
        <p:spPr>
          <a:xfrm>
            <a:off x="1010920" y="6410960"/>
            <a:ext cx="10170160" cy="71120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F1A14FF6-33AC-4547-ACCF-6274C653E18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58208" y="2089338"/>
            <a:ext cx="7831792" cy="40718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5234436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Android | Platform yang memungkinkan segalanya">
            <a:extLst>
              <a:ext uri="{FF2B5EF4-FFF2-40B4-BE49-F238E27FC236}">
                <a16:creationId xmlns:a16="http://schemas.microsoft.com/office/drawing/2014/main" id="{7F1E5785-E601-4A00-A5E2-45DF66A7847F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6667" t="30607" r="16250" b="27361"/>
          <a:stretch/>
        </p:blipFill>
        <p:spPr bwMode="auto">
          <a:xfrm>
            <a:off x="240328" y="315488"/>
            <a:ext cx="1635760" cy="53848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8EC1E07E-A18C-4632-8567-C9366ADE219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36480" y="311229"/>
            <a:ext cx="2055832" cy="542740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99768933-B5D7-456C-9879-419C10A15B99}"/>
              </a:ext>
            </a:extLst>
          </p:cNvPr>
          <p:cNvSpPr/>
          <p:nvPr/>
        </p:nvSpPr>
        <p:spPr>
          <a:xfrm>
            <a:off x="1010920" y="6410960"/>
            <a:ext cx="10170160" cy="71120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ABAE3C2-4765-4F01-82F4-2340B1E1D90A}"/>
              </a:ext>
            </a:extLst>
          </p:cNvPr>
          <p:cNvSpPr txBox="1"/>
          <p:nvPr/>
        </p:nvSpPr>
        <p:spPr>
          <a:xfrm>
            <a:off x="1523977" y="1564640"/>
            <a:ext cx="9144046" cy="75469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ID" sz="3200" b="1" spc="300" dirty="0"/>
              <a:t>TIME FOR CODING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49776EF0-C864-46D8-A4D5-CF294A45EA99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6732" b="17694"/>
          <a:stretch/>
        </p:blipFill>
        <p:spPr>
          <a:xfrm>
            <a:off x="3567430" y="2387600"/>
            <a:ext cx="4880610" cy="3200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1841506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Android | Platform yang memungkinkan segalanya">
            <a:extLst>
              <a:ext uri="{FF2B5EF4-FFF2-40B4-BE49-F238E27FC236}">
                <a16:creationId xmlns:a16="http://schemas.microsoft.com/office/drawing/2014/main" id="{7F1E5785-E601-4A00-A5E2-45DF66A7847F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6667" t="30607" r="16250" b="27361"/>
          <a:stretch/>
        </p:blipFill>
        <p:spPr bwMode="auto">
          <a:xfrm>
            <a:off x="240328" y="315488"/>
            <a:ext cx="1635760" cy="53848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8EC1E07E-A18C-4632-8567-C9366ADE219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36480" y="311229"/>
            <a:ext cx="2055832" cy="542740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0D831133-7C2B-4E3D-A967-B3A0DB70140F}"/>
              </a:ext>
            </a:extLst>
          </p:cNvPr>
          <p:cNvSpPr txBox="1"/>
          <p:nvPr/>
        </p:nvSpPr>
        <p:spPr>
          <a:xfrm>
            <a:off x="4408681" y="2939967"/>
            <a:ext cx="3374642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3200" b="1" spc="300" dirty="0">
                <a:latin typeface="Nirmala UI" panose="020B0502040204020203" pitchFamily="34" charset="0"/>
                <a:ea typeface="Nirmala UI" panose="020B0502040204020203" pitchFamily="34" charset="0"/>
                <a:cs typeface="Nirmala UI" panose="020B0502040204020203" pitchFamily="34" charset="0"/>
              </a:rPr>
              <a:t>TERIMAKASIH</a:t>
            </a:r>
            <a:endParaRPr lang="en-ID" sz="3200" b="1" spc="300" dirty="0">
              <a:latin typeface="Nirmala UI" panose="020B0502040204020203" pitchFamily="34" charset="0"/>
              <a:ea typeface="Nirmala UI" panose="020B0502040204020203" pitchFamily="34" charset="0"/>
              <a:cs typeface="Nirmala UI" panose="020B0502040204020203" pitchFamily="34" charset="0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99768933-B5D7-456C-9879-419C10A15B99}"/>
              </a:ext>
            </a:extLst>
          </p:cNvPr>
          <p:cNvSpPr/>
          <p:nvPr/>
        </p:nvSpPr>
        <p:spPr>
          <a:xfrm>
            <a:off x="1010920" y="6410960"/>
            <a:ext cx="10170160" cy="71120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165073751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76</TotalTime>
  <Words>384</Words>
  <Application>Microsoft Office PowerPoint</Application>
  <PresentationFormat>Widescreen</PresentationFormat>
  <Paragraphs>27</Paragraphs>
  <Slides>15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20" baseType="lpstr">
      <vt:lpstr>Arial</vt:lpstr>
      <vt:lpstr>Calibri</vt:lpstr>
      <vt:lpstr>Calibri Light</vt:lpstr>
      <vt:lpstr>Nirmala UI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Ahmad Fauzan</dc:creator>
  <cp:lastModifiedBy>DM-09</cp:lastModifiedBy>
  <cp:revision>53</cp:revision>
  <dcterms:created xsi:type="dcterms:W3CDTF">2023-03-27T01:36:44Z</dcterms:created>
  <dcterms:modified xsi:type="dcterms:W3CDTF">2023-05-22T01:55:22Z</dcterms:modified>
</cp:coreProperties>
</file>