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313" r:id="rId5"/>
    <p:sldId id="314" r:id="rId6"/>
    <p:sldId id="315" r:id="rId7"/>
    <p:sldId id="273" r:id="rId8"/>
    <p:sldId id="291" r:id="rId9"/>
    <p:sldId id="294" r:id="rId10"/>
    <p:sldId id="292" r:id="rId11"/>
    <p:sldId id="290" r:id="rId12"/>
    <p:sldId id="300" r:id="rId13"/>
    <p:sldId id="302" r:id="rId14"/>
    <p:sldId id="303" r:id="rId15"/>
    <p:sldId id="304" r:id="rId16"/>
    <p:sldId id="305" r:id="rId17"/>
    <p:sldId id="307" r:id="rId18"/>
    <p:sldId id="306" r:id="rId19"/>
    <p:sldId id="308" r:id="rId20"/>
    <p:sldId id="309" r:id="rId21"/>
    <p:sldId id="310" r:id="rId22"/>
    <p:sldId id="311" r:id="rId23"/>
    <p:sldId id="312" r:id="rId24"/>
    <p:sldId id="272" r:id="rId25"/>
  </p:sldIdLst>
  <p:sldSz cx="12192000" cy="6858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 Light" panose="020F0302020204030204" pitchFamily="34" charset="0"/>
      <p:regular r:id="rId30"/>
      <p:italic r:id="rId31"/>
    </p:embeddedFont>
    <p:embeddedFont>
      <p:font typeface="Nirmala UI" panose="020B0502040204020203" pitchFamily="34" charset="0"/>
      <p:regular r:id="rId32"/>
      <p:bold r:id="rId33"/>
    </p:embeddedFont>
    <p:embeddedFont>
      <p:font typeface="Poppins Medium" panose="00000600000000000000" pitchFamily="2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9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9E325-5EAA-480A-81BA-0EA5676E4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9C70E-5875-4AF5-BBFC-72EC75A00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D4AE2-9902-4972-A6A2-AA315F152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1ED90-5084-4B19-A00E-9E78ADDD3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0BF9-A85D-4B50-A393-7137582C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60163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3AC33-5C12-4F62-96C5-6AE03B92A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0D4F7-A771-43CC-88EA-7F3DDDBA2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034EE-A72E-431E-A8FF-9DDD4F2E2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B960C8-0281-4AF3-B9CB-3919E4BF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772F-88F1-4B8B-BD1C-37FEC762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18537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BA791-78C5-4BCE-BC6D-CA58ECAA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C3CA01-4F78-4D2E-9A35-91155C62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A56B-51E6-4F5C-AA9A-7047999E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EBDDC-4521-4C93-A6BB-A6CB1C4CF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E79AE-2958-45BA-A68C-FAD56CF0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7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D696-42E5-4DF9-BC88-FF19A28A6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8B10-2AAB-4B84-8E4C-91AE8262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FE5086-44CC-4793-89A0-813112ADA6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585686-4B6E-48CF-A7B5-3503F992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1F9AC-BBC6-4E4F-917A-E9A16A2F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CC0E98-021B-4296-B14C-89A5F7B49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195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682BA-90AD-48F8-A91B-76F1BD24F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E4D24-A6CF-4B80-98AF-67EABDA1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F6DF0-5FC4-4021-B09A-43466AEE1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F5E381-74F1-488F-B79C-E44F065E3D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072AB5-61DD-4ED8-895F-AFD544B64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227A3-D7C8-43B8-9478-681620DC2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517B8A-D93A-47D2-BE52-F41E2C20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4B13D-AA6C-4D63-96EB-335DDA39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862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6D32E-E775-403B-9893-BD79BC2B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FC1B4A-A845-40F0-B43A-7A8F23BD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DC5EC-E611-4DF1-9457-2C6D77F1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7BAD39-91C0-4570-B48E-2E17CB72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8410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1C170F-D242-47F1-8C0F-663FAA90C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84264-F580-4C25-A98D-431D0F46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61F6B-E3DB-4FD5-B117-A225BEBE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8958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115BB-41FE-467D-81BD-30B3128D3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77B1B-3D3F-40CD-BFB8-3C0942D26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76F15-C204-4B0B-83E8-C74663752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82CA90-C733-4338-97F7-F43ED9706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E43E1-62CA-48E2-AA98-1013AA075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D8A4F-AC5A-4D60-8C5D-A86A06F7B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34225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88D84-3A14-4332-B1A4-CAF8F43DC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8A2814-ABE7-4738-BC36-38770D393A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9EAD0-B254-4D24-8110-45C2F0DD9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DE529-AE79-4751-9243-28776DB0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02C8-9A3F-4AAC-9EA2-401245B5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CF4E-EE22-4CAD-A6D6-7C22F606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43040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AA2A6-9479-41C9-8A29-5F708D37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350101-69A2-4487-905A-CDA9B495D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450-55C0-4413-9BB9-2383C0790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9A9B0-D92C-4AD1-9B3E-7B9D8710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55BE9-48D2-48E8-A567-B502CE23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0759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9C839-1748-4A5E-AE29-B48BEF3BB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4C2F0-CB92-486D-AAD8-0257AB024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45BEB-067A-4449-A620-D5217A410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566CE-C044-4F77-BFA6-76C2E5596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4232B-A1F3-4083-9151-2F445CF03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3690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BDAA49-688C-430B-AF4C-F7B3AF39C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0F00A-5D40-4557-B057-CFAC28021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7AE7C-725B-4014-8870-F942C9B93A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B5220-94FA-4DD9-9ED6-C13B07E3BBB2}" type="datetimeFigureOut">
              <a:rPr lang="en-ID" smtClean="0"/>
              <a:t>05/06/2023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CDAE6-6E5E-42B7-B666-DF9F59F76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43CF-4277-413C-A586-5E1669F620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2F6289-1DF4-4978-8E42-F8F8671FF37E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3045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AAC676-CB9B-4751-B85B-324CE1705B81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2" descr="Android | Platform yang memungkinkan segalanya">
            <a:extLst>
              <a:ext uri="{FF2B5EF4-FFF2-40B4-BE49-F238E27FC236}">
                <a16:creationId xmlns:a16="http://schemas.microsoft.com/office/drawing/2014/main" id="{9F7D2CD0-94DF-40DC-99A7-D80752F3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199" y="2067817"/>
            <a:ext cx="5181601" cy="2722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53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010920" y="1434673"/>
            <a:ext cx="5804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LINIMASA ANDROID DEVELOPER</a:t>
            </a:r>
            <a:endParaRPr lang="en-ID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244415" y="1936978"/>
            <a:ext cx="3889013" cy="23529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LOCAL DATA PERSISTENT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spc="300" dirty="0"/>
              <a:t>FIREBASE AUTH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API SERVICE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VIEWMODELS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2000" spc="300" dirty="0"/>
              <a:t>BUILD APK/BUNDLES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2050" name="Picture 2" descr="Google Developers Indonesia Blog: Android Studio 4.2">
            <a:extLst>
              <a:ext uri="{FF2B5EF4-FFF2-40B4-BE49-F238E27FC236}">
                <a16:creationId xmlns:a16="http://schemas.microsoft.com/office/drawing/2014/main" id="{0599EFBF-C5F1-475E-BD55-F6A2C3873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1080" y="1577231"/>
            <a:ext cx="3418840" cy="3418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024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3211270" y="2905780"/>
            <a:ext cx="57695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VIEWMODELS ANDROID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431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2706289" y="2939967"/>
            <a:ext cx="67794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ViewModels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(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kotlin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) = </a:t>
            </a:r>
            <a:r>
              <a:rPr lang="en-US" sz="2000" b="1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UseState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(react)</a:t>
            </a:r>
            <a:endParaRPr lang="en-ID" sz="2000" spc="300" dirty="0">
              <a:latin typeface="Poppins Medium" panose="00000600000000000000" pitchFamily="2" charset="0"/>
              <a:ea typeface="Nirmala UI" panose="020B0502040204020203" pitchFamily="34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66806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603627" y="2374325"/>
            <a:ext cx="8984745" cy="14337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Tujuan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dari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ViewModel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adalah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untuk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mengenkapsulasi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data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bagi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pengontrol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UI agar data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dapat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bertahan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saat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terjadi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perubahan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</a:t>
            </a:r>
            <a:r>
              <a:rPr lang="en-US" sz="2000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konfigurasi</a:t>
            </a:r>
            <a:r>
              <a:rPr lang="en-US" sz="2000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.</a:t>
            </a:r>
            <a:endParaRPr lang="en-ID" sz="2000" spc="300" dirty="0">
              <a:latin typeface="Poppins Medium" panose="00000600000000000000" pitchFamily="2" charset="0"/>
              <a:ea typeface="Nirmala UI" panose="020B0502040204020203" pitchFamily="34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3975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1603627" y="2010431"/>
            <a:ext cx="8984745" cy="21305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Website = MVC</a:t>
            </a:r>
          </a:p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Model Data(SQL) -&gt; Controller -&gt; View</a:t>
            </a:r>
          </a:p>
          <a:p>
            <a:pPr algn="ctr">
              <a:lnSpc>
                <a:spcPct val="150000"/>
              </a:lnSpc>
            </a:pPr>
            <a:endParaRPr lang="en-US" spc="300" dirty="0">
              <a:latin typeface="Poppins Medium" panose="00000600000000000000" pitchFamily="2" charset="0"/>
              <a:ea typeface="Nirmala UI" panose="020B0502040204020203" pitchFamily="34" charset="0"/>
              <a:cs typeface="Poppins Medium" panose="00000600000000000000" pitchFamily="2" charset="0"/>
            </a:endParaRPr>
          </a:p>
          <a:p>
            <a:pPr algn="ctr">
              <a:lnSpc>
                <a:spcPct val="150000"/>
              </a:lnSpc>
            </a:pPr>
            <a:r>
              <a:rPr lang="en-US" b="1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Android Native = MVVM</a:t>
            </a:r>
          </a:p>
          <a:p>
            <a:pPr algn="ctr">
              <a:lnSpc>
                <a:spcPct val="150000"/>
              </a:lnSpc>
            </a:pPr>
            <a:r>
              <a:rPr lang="en-US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Model Data(Response) -&gt; </a:t>
            </a:r>
            <a:r>
              <a:rPr lang="en-US" spc="300" dirty="0" err="1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ViewModels</a:t>
            </a:r>
            <a:r>
              <a:rPr lang="en-US" spc="300" dirty="0">
                <a:latin typeface="Poppins Medium" panose="00000600000000000000" pitchFamily="2" charset="0"/>
                <a:ea typeface="Nirmala UI" panose="020B0502040204020203" pitchFamily="34" charset="0"/>
                <a:cs typeface="Poppins Medium" panose="00000600000000000000" pitchFamily="2" charset="0"/>
              </a:rPr>
              <a:t> -&gt; View(Activity)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098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931910"/>
            <a:ext cx="8491631" cy="3377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masuk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materi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ViewModel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mengetahui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bagaimana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cara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Framework Android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mengelola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lifecycle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UI controller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Activity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Fragment. UI controller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berfungsi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menampilkan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UI,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memberi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terhadap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tindakan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pengguna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menangani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komunikasi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sistem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informasi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permintaan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permission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perizinan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21840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1661322"/>
            <a:ext cx="8491631" cy="3792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UI controller juga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memiliki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kemampuan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mempertahankan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modul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sebelumnya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ketika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mendapatkan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tertentu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volume,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maka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untuk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mempertahankannya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melakukan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sesuatu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itu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?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menyimpan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memanggil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onSaveInstanceState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()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menampilkan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data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onCreate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bantuan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Bundle. 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74851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50184" y="2836980"/>
            <a:ext cx="8491631" cy="594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400" b="1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Lifecycle </a:t>
            </a:r>
            <a:r>
              <a:rPr lang="en-ID" sz="2400" b="1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ViewModels</a:t>
            </a:r>
            <a:endParaRPr lang="en-ID" b="1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266379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C155F4-6FEE-4496-A1E8-B0E7FBDFC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9768" y="780820"/>
            <a:ext cx="4892464" cy="5296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86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23977" y="1564640"/>
            <a:ext cx="914404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3200" b="1" spc="300" dirty="0"/>
              <a:t>TIME FOR CODING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7CA68-05D9-495B-9074-D8969B39BC3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2" b="17694"/>
          <a:stretch/>
        </p:blipFill>
        <p:spPr>
          <a:xfrm>
            <a:off x="3567430" y="2387600"/>
            <a:ext cx="488061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091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Buatlah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projek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baru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Android Studio kalian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dengan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spesifikasi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832548-001B-4B41-8FB8-6F9C8D9D9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057" y="2131199"/>
            <a:ext cx="7140559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50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library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ViewModel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aktifikan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ViewBinding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build.gradle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module:App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):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BFB1E1-6015-4D37-9AB3-4A75BD0EC9D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43647"/>
          <a:stretch/>
        </p:blipFill>
        <p:spPr>
          <a:xfrm>
            <a:off x="3815248" y="3012156"/>
            <a:ext cx="4524178" cy="154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111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Buka layout activity_main.xml,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kemudian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ubah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layoutnya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linearlayout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F0AB10-ADC4-4AAE-AA6F-85F45CD6C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088" y="2382377"/>
            <a:ext cx="7079823" cy="176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547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LinearLayout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view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berdasarkan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urutannya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dari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atas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bawah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67432-9A53-49EE-B03C-56475C4910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30" y="2270916"/>
            <a:ext cx="3101609" cy="35664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6F9CAE-E23E-4C65-A1B5-4467AB89DA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8270" y="2312829"/>
            <a:ext cx="3383573" cy="34826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76155F-38D6-483E-8883-779C33D884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4174" y="2312829"/>
            <a:ext cx="3627434" cy="360457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86E26EA-F8AF-485A-9FD2-91C41701F408}"/>
              </a:ext>
            </a:extLst>
          </p:cNvPr>
          <p:cNvSpPr txBox="1"/>
          <p:nvPr/>
        </p:nvSpPr>
        <p:spPr>
          <a:xfrm>
            <a:off x="3024306" y="3376529"/>
            <a:ext cx="857229" cy="677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z="28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1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7B413D-C6CA-4E2F-8BAB-99E19C27E050}"/>
              </a:ext>
            </a:extLst>
          </p:cNvPr>
          <p:cNvSpPr txBox="1"/>
          <p:nvPr/>
        </p:nvSpPr>
        <p:spPr>
          <a:xfrm>
            <a:off x="6734614" y="3414611"/>
            <a:ext cx="857229" cy="677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2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0C3E91-DB49-4A03-8B9F-3F51957B48BD}"/>
              </a:ext>
            </a:extLst>
          </p:cNvPr>
          <p:cNvSpPr txBox="1"/>
          <p:nvPr/>
        </p:nvSpPr>
        <p:spPr>
          <a:xfrm>
            <a:off x="10680441" y="3414611"/>
            <a:ext cx="857229" cy="677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3</a:t>
            </a:r>
            <a:endParaRPr lang="en-ID" sz="20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673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Terakhir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sebuah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button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textview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dibagian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paling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bawah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118A19-A15A-45C0-AA31-75FC3A85D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128" y="2182889"/>
            <a:ext cx="3741744" cy="377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348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715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juga resource string-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semua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string yang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digunakan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di project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. Buka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berkas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strings.xml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ini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E5721-0032-46B1-B139-FD3920D8C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456" y="3142253"/>
            <a:ext cx="6049087" cy="265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390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sv-SE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Selanjutnya, buat kelas baru dengan nama MainViewModel. Ubah dan tambahkan kode pada kelas tersebut menjadi seperti ini: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8CED11-5B54-487F-AD16-2C25A07B8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992" y="2880515"/>
            <a:ext cx="6790015" cy="256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994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842477" y="1530692"/>
            <a:ext cx="3738853" cy="33770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Setelah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membuat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MainViewModel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selanjutnya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Anda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perlu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mengubah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kode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pada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kelas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MainActivity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menjadi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seperti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B083A7-74E4-435B-B2B0-89560E6713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992"/>
          <a:stretch/>
        </p:blipFill>
        <p:spPr>
          <a:xfrm>
            <a:off x="5309866" y="1706129"/>
            <a:ext cx="5654530" cy="344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902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function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displayresult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()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oncreate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()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14D363-8E17-4A4C-B7C3-B46B1A278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436" y="2790846"/>
            <a:ext cx="7645801" cy="127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007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831522" y="1176129"/>
            <a:ext cx="8491631" cy="884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Kembali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kedalam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oncreate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(),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dibawah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fungsi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displayresult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(),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tambahkan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action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berikut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3C3AC5B-AE71-448A-9A3B-633468358C80}"/>
              </a:ext>
            </a:extLst>
          </p:cNvPr>
          <p:cNvGrpSpPr/>
          <p:nvPr/>
        </p:nvGrpSpPr>
        <p:grpSpPr>
          <a:xfrm>
            <a:off x="2681536" y="2374458"/>
            <a:ext cx="6828927" cy="2651860"/>
            <a:chOff x="2662873" y="2303338"/>
            <a:chExt cx="6828927" cy="265186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170173B-63BE-455C-AB13-9B8F6E1148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62874" y="4399383"/>
              <a:ext cx="6828926" cy="555815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D09DE49-2494-4664-A3A3-90C9638AC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662873" y="2303338"/>
              <a:ext cx="6828925" cy="21333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3126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1588927" y="2332877"/>
            <a:ext cx="3412282" cy="1299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Isi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beberapa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program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didalam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action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tersebut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115F7C-6E29-4C44-B06E-50F61AD1EA52}"/>
              </a:ext>
            </a:extLst>
          </p:cNvPr>
          <p:cNvGrpSpPr/>
          <p:nvPr/>
        </p:nvGrpSpPr>
        <p:grpSpPr>
          <a:xfrm>
            <a:off x="5389907" y="1204494"/>
            <a:ext cx="4435228" cy="4677261"/>
            <a:chOff x="4886054" y="1017881"/>
            <a:chExt cx="5349704" cy="564164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AB01C5D-4CEB-414F-B91C-E1FCA78BE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86054" y="1017881"/>
              <a:ext cx="5349704" cy="3833192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485407C-92F6-4084-B8CA-846935B01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886054" y="4809190"/>
              <a:ext cx="5349704" cy="18503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7091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CA005BA-0C72-4486-8CC7-87A67648225A}"/>
              </a:ext>
            </a:extLst>
          </p:cNvPr>
          <p:cNvSpPr txBox="1"/>
          <p:nvPr/>
        </p:nvSpPr>
        <p:spPr>
          <a:xfrm>
            <a:off x="2730572" y="853969"/>
            <a:ext cx="6351424" cy="468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Jalankan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dan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lihat</a:t>
            </a:r>
            <a:r>
              <a:rPr lang="en-ID" spc="300" dirty="0">
                <a:latin typeface="Poppins Medium" panose="00000600000000000000" pitchFamily="2" charset="0"/>
                <a:cs typeface="Poppins Medium" panose="00000600000000000000" pitchFamily="2" charset="0"/>
              </a:rPr>
              <a:t> </a:t>
            </a:r>
            <a:r>
              <a:rPr lang="en-ID" spc="3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hasilnya</a:t>
            </a:r>
            <a:endParaRPr lang="en-ID" sz="1400" spc="3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4A3880-08D8-4CD2-B847-C15D003BF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914" y="1792644"/>
            <a:ext cx="4610171" cy="414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8951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droid | Platform yang memungkinkan segalanya">
            <a:extLst>
              <a:ext uri="{FF2B5EF4-FFF2-40B4-BE49-F238E27FC236}">
                <a16:creationId xmlns:a16="http://schemas.microsoft.com/office/drawing/2014/main" id="{7F1E5785-E601-4A00-A5E2-45DF66A78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30607" r="16250" b="27361"/>
          <a:stretch/>
        </p:blipFill>
        <p:spPr bwMode="auto">
          <a:xfrm>
            <a:off x="240328" y="315488"/>
            <a:ext cx="1635760" cy="53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EC1E07E-A18C-4632-8567-C9366ADE21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6480" y="311229"/>
            <a:ext cx="2055832" cy="542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831133-7C2B-4E3D-A967-B3A0DB70140F}"/>
              </a:ext>
            </a:extLst>
          </p:cNvPr>
          <p:cNvSpPr txBox="1"/>
          <p:nvPr/>
        </p:nvSpPr>
        <p:spPr>
          <a:xfrm>
            <a:off x="4408681" y="2939967"/>
            <a:ext cx="3374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TERIMAKASIH</a:t>
            </a:r>
            <a:endParaRPr lang="en-ID" sz="3200" b="1" spc="300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68933-B5D7-456C-9879-419C10A15B99}"/>
              </a:ext>
            </a:extLst>
          </p:cNvPr>
          <p:cNvSpPr/>
          <p:nvPr/>
        </p:nvSpPr>
        <p:spPr>
          <a:xfrm>
            <a:off x="1010920" y="6410960"/>
            <a:ext cx="10170160" cy="711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073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346</Words>
  <Application>Microsoft Office PowerPoint</Application>
  <PresentationFormat>Widescreen</PresentationFormat>
  <Paragraphs>34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Calibri Light</vt:lpstr>
      <vt:lpstr>Poppins Medium</vt:lpstr>
      <vt:lpstr>Nirmala 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Ahmad Fauzan</dc:creator>
  <cp:lastModifiedBy>DM-09</cp:lastModifiedBy>
  <cp:revision>176</cp:revision>
  <dcterms:created xsi:type="dcterms:W3CDTF">2023-03-27T01:36:44Z</dcterms:created>
  <dcterms:modified xsi:type="dcterms:W3CDTF">2023-06-05T01:41:05Z</dcterms:modified>
</cp:coreProperties>
</file>