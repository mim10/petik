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75" r:id="rId11"/>
    <p:sldId id="263" r:id="rId12"/>
    <p:sldId id="264" r:id="rId13"/>
    <p:sldId id="277" r:id="rId14"/>
    <p:sldId id="276" r:id="rId15"/>
    <p:sldId id="278" r:id="rId16"/>
    <p:sldId id="280" r:id="rId17"/>
    <p:sldId id="279" r:id="rId18"/>
    <p:sldId id="281" r:id="rId19"/>
    <p:sldId id="282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E651272A-8BAC-4D50-A5AC-2E5A51867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882421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771489" y="2905780"/>
            <a:ext cx="464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ACTIVITY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KAMU PIKIRKAN SAAT MENDENGAR KATA “ACTIVITY”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Activity</a:t>
            </a:r>
            <a:r>
              <a:rPr lang="en-ID" sz="2000" spc="300" dirty="0"/>
              <a:t>  </a:t>
            </a:r>
            <a:r>
              <a:rPr lang="en-ID" sz="2000" spc="300" dirty="0" err="1"/>
              <a:t>merupakan</a:t>
            </a:r>
            <a:r>
              <a:rPr lang="en-ID" sz="2000" spc="300" dirty="0"/>
              <a:t> salah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penting</a:t>
            </a:r>
            <a:r>
              <a:rPr lang="en-ID" sz="2000" spc="300" dirty="0"/>
              <a:t> Android yang </a:t>
            </a:r>
            <a:r>
              <a:rPr lang="en-ID" sz="2000" spc="300" dirty="0" err="1"/>
              <a:t>berfungsi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user interface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layar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seperti</a:t>
            </a:r>
            <a:r>
              <a:rPr lang="en-ID" sz="2000" spc="300" dirty="0"/>
              <a:t> pada </a:t>
            </a:r>
            <a:r>
              <a:rPr lang="en-ID" sz="2000" spc="300" dirty="0" err="1"/>
              <a:t>saat</a:t>
            </a:r>
            <a:r>
              <a:rPr lang="en-ID" sz="2000" spc="300" dirty="0"/>
              <a:t> Anda </a:t>
            </a:r>
            <a:r>
              <a:rPr lang="en-ID" sz="2000" spc="300" dirty="0" err="1"/>
              <a:t>melihat</a:t>
            </a:r>
            <a:r>
              <a:rPr lang="en-ID" sz="2000" spc="300" dirty="0"/>
              <a:t> daftar </a:t>
            </a:r>
            <a:r>
              <a:rPr lang="en-ID" sz="2000" spc="300" dirty="0" err="1"/>
              <a:t>percakapan</a:t>
            </a:r>
            <a:r>
              <a:rPr lang="en-ID" sz="2000" spc="300" dirty="0"/>
              <a:t>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chat </a:t>
            </a:r>
            <a:r>
              <a:rPr lang="en-ID" sz="2000" spc="300" dirty="0" err="1"/>
              <a:t>atau</a:t>
            </a:r>
            <a:r>
              <a:rPr lang="en-ID" sz="2000" spc="300" dirty="0"/>
              <a:t> daftar email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Gmail di </a:t>
            </a:r>
            <a:r>
              <a:rPr lang="en-ID" sz="2000" spc="300" dirty="0" err="1"/>
              <a:t>ponsel</a:t>
            </a:r>
            <a:r>
              <a:rPr lang="en-ID" sz="2000" spc="300" dirty="0"/>
              <a:t> Android Anda. Di </a:t>
            </a:r>
            <a:r>
              <a:rPr lang="en-ID" sz="2000" spc="300" dirty="0" err="1"/>
              <a:t>dalamnya</a:t>
            </a:r>
            <a:r>
              <a:rPr lang="en-ID" sz="2000" spc="300" dirty="0"/>
              <a:t> Anda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Anda,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menekan</a:t>
            </a:r>
            <a:r>
              <a:rPr lang="en-ID" sz="2000" spc="300" dirty="0"/>
              <a:t> </a:t>
            </a:r>
            <a:r>
              <a:rPr lang="en-ID" sz="2000" spc="300" dirty="0" err="1"/>
              <a:t>tombol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list.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Seperti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Anda </a:t>
            </a:r>
            <a:r>
              <a:rPr lang="en-ID" sz="2000" spc="300" dirty="0" err="1"/>
              <a:t>membuat</a:t>
            </a:r>
            <a:r>
              <a:rPr lang="en-ID" sz="2000" spc="300" dirty="0"/>
              <a:t> project </a:t>
            </a:r>
            <a:r>
              <a:rPr lang="en-ID" sz="2000" spc="300" dirty="0" err="1"/>
              <a:t>baru</a:t>
            </a:r>
            <a:r>
              <a:rPr lang="en-ID" sz="2000" spc="300" dirty="0"/>
              <a:t> di Android Studio, </a:t>
            </a:r>
            <a:r>
              <a:rPr lang="en-ID" sz="2000" spc="300" dirty="0" err="1"/>
              <a:t>biasanya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dua</a:t>
            </a:r>
            <a:r>
              <a:rPr lang="en-ID" sz="2000" spc="300" dirty="0"/>
              <a:t> </a:t>
            </a:r>
            <a:r>
              <a:rPr lang="en-ID" sz="2000" spc="300" dirty="0" err="1"/>
              <a:t>berkas</a:t>
            </a:r>
            <a:r>
              <a:rPr lang="en-ID" sz="2000" spc="300" dirty="0"/>
              <a:t> yang </a:t>
            </a:r>
            <a:r>
              <a:rPr lang="en-ID" sz="2000" spc="300" dirty="0" err="1"/>
              <a:t>sudah</a:t>
            </a:r>
            <a:r>
              <a:rPr lang="en-ID" sz="2000" spc="300" dirty="0"/>
              <a:t> </a:t>
            </a:r>
            <a:r>
              <a:rPr lang="en-ID" sz="2000" spc="300" dirty="0" err="1"/>
              <a:t>tercipta</a:t>
            </a:r>
            <a:r>
              <a:rPr lang="en-ID" sz="2000" spc="300" dirty="0"/>
              <a:t>,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dan activity_main.xml.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disebut</a:t>
            </a:r>
            <a:r>
              <a:rPr lang="en-ID" sz="2000" spc="300" dirty="0"/>
              <a:t> </a:t>
            </a:r>
            <a:r>
              <a:rPr lang="en-ID" sz="2000" spc="300" dirty="0" err="1"/>
              <a:t>sebagai</a:t>
            </a:r>
            <a:r>
              <a:rPr lang="en-ID" sz="2000" spc="300" dirty="0"/>
              <a:t> class Activity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mewarisi</a:t>
            </a:r>
            <a:r>
              <a:rPr lang="en-ID" sz="2000" spc="300" dirty="0"/>
              <a:t> (extends) superclass Activity. </a:t>
            </a:r>
            <a:r>
              <a:rPr lang="en-ID" sz="2000" spc="300" dirty="0" err="1"/>
              <a:t>Tugasnya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layout activity_main.xml dan </a:t>
            </a:r>
            <a:r>
              <a:rPr lang="en-ID" sz="2000" spc="300" dirty="0" err="1"/>
              <a:t>mengelola</a:t>
            </a:r>
            <a:r>
              <a:rPr lang="en-ID" sz="2000" spc="300" dirty="0"/>
              <a:t> </a:t>
            </a:r>
            <a:r>
              <a:rPr lang="en-ID" sz="2000" spc="300" dirty="0" err="1"/>
              <a:t>interaksi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di </a:t>
            </a:r>
            <a:r>
              <a:rPr lang="en-ID" sz="2000" spc="300" dirty="0" err="1"/>
              <a:t>dalamnya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Umumnya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terdapat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satu</a:t>
            </a:r>
            <a:r>
              <a:rPr lang="en-ID" sz="2000" spc="300" dirty="0"/>
              <a:t> Activity yang </a:t>
            </a:r>
            <a:r>
              <a:rPr lang="en-ID" sz="2000" spc="300" dirty="0" err="1"/>
              <a:t>saling</a:t>
            </a:r>
            <a:r>
              <a:rPr lang="en-ID" sz="2000" spc="300" dirty="0"/>
              <a:t> </a:t>
            </a:r>
            <a:r>
              <a:rPr lang="en-ID" sz="2000" spc="300" dirty="0" err="1"/>
              <a:t>terhubung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tugas</a:t>
            </a:r>
            <a:r>
              <a:rPr lang="en-ID" sz="2000" spc="300" dirty="0"/>
              <a:t> yang </a:t>
            </a:r>
            <a:r>
              <a:rPr lang="en-ID" sz="2000" spc="300" dirty="0" err="1"/>
              <a:t>berbeda-beda</a:t>
            </a:r>
            <a:r>
              <a:rPr lang="en-ID" sz="2000" spc="300" dirty="0"/>
              <a:t>. Yang </a:t>
            </a:r>
            <a:r>
              <a:rPr lang="en-ID" sz="2000" spc="300" dirty="0" err="1"/>
              <a:t>perlu</a:t>
            </a:r>
            <a:r>
              <a:rPr lang="en-ID" sz="2000" spc="300" dirty="0"/>
              <a:t> </a:t>
            </a:r>
            <a:r>
              <a:rPr lang="en-ID" sz="2000" spc="300" dirty="0" err="1"/>
              <a:t>diperhatikan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setiap</a:t>
            </a:r>
            <a:r>
              <a:rPr lang="en-ID" sz="2000" spc="300" dirty="0"/>
              <a:t> Activity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terdaftar</a:t>
            </a:r>
            <a:r>
              <a:rPr lang="en-ID" sz="2000" spc="300" dirty="0"/>
              <a:t> di AndroidManifest.xml.  </a:t>
            </a:r>
            <a:r>
              <a:rPr lang="en-ID" sz="2000" spc="300" dirty="0" err="1"/>
              <a:t>Secara</a:t>
            </a:r>
            <a:r>
              <a:rPr lang="en-ID" sz="2000" spc="300" dirty="0"/>
              <a:t> default, </a:t>
            </a:r>
            <a:r>
              <a:rPr lang="en-ID" sz="2000" spc="300" dirty="0" err="1"/>
              <a:t>ia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didaftarkan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Anda </a:t>
            </a:r>
            <a:r>
              <a:rPr lang="en-ID" sz="2000" spc="300" dirty="0" err="1"/>
              <a:t>membuat</a:t>
            </a:r>
            <a:r>
              <a:rPr lang="en-ID" sz="2000" spc="300" dirty="0"/>
              <a:t> Activity </a:t>
            </a:r>
            <a:r>
              <a:rPr lang="en-ID" sz="2000" spc="300" dirty="0" err="1"/>
              <a:t>baru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cara</a:t>
            </a:r>
            <a:r>
              <a:rPr lang="en-ID" sz="2000" spc="300" dirty="0"/>
              <a:t> </a:t>
            </a:r>
            <a:r>
              <a:rPr lang="en-ID" sz="2000" spc="300" dirty="0" err="1"/>
              <a:t>otomatis</a:t>
            </a:r>
            <a:r>
              <a:rPr lang="en-ID" sz="2000" spc="300" dirty="0"/>
              <a:t>. </a:t>
            </a:r>
            <a:r>
              <a:rPr lang="en-ID" sz="2000" spc="300" dirty="0" err="1"/>
              <a:t>Caranya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klik</a:t>
            </a:r>
            <a:r>
              <a:rPr lang="en-ID" sz="2000" spc="300" dirty="0"/>
              <a:t> </a:t>
            </a:r>
            <a:r>
              <a:rPr lang="en-ID" sz="2000" spc="300" dirty="0" err="1"/>
              <a:t>kanan</a:t>
            </a:r>
            <a:r>
              <a:rPr lang="en-ID" sz="2000" spc="300" dirty="0"/>
              <a:t> pada </a:t>
            </a:r>
            <a:r>
              <a:rPr lang="en-ID" sz="2000" spc="300" dirty="0" err="1"/>
              <a:t>nama</a:t>
            </a:r>
            <a:r>
              <a:rPr lang="en-ID" sz="2000" spc="300" dirty="0"/>
              <a:t> package → New → Activity → </a:t>
            </a:r>
            <a:r>
              <a:rPr lang="en-ID" sz="2000" spc="300" dirty="0" err="1"/>
              <a:t>pilih</a:t>
            </a:r>
            <a:r>
              <a:rPr lang="en-ID" sz="2000" spc="300" dirty="0"/>
              <a:t> template Activity yang </a:t>
            </a:r>
            <a:r>
              <a:rPr lang="en-ID" sz="2000" spc="300" dirty="0" err="1"/>
              <a:t>tersedia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807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141460" y="2558967"/>
            <a:ext cx="7909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HAL APA YANG BISA KALIAN SIMPULKAN DARI GAMBAR BERIKUT INI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49C38C6-F2BB-458A-A06A-092ABC81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7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9836AA4-C0B5-462D-A25A-4406BEAA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297" y="668031"/>
            <a:ext cx="4637405" cy="552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313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141461" y="2782669"/>
            <a:ext cx="790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LIFECYCLE</a:t>
            </a:r>
            <a:endParaRPr lang="en-ID" sz="36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495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Developer yang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mengetahui</a:t>
            </a:r>
            <a:r>
              <a:rPr lang="en-ID" sz="2000" spc="300" dirty="0"/>
              <a:t> </a:t>
            </a:r>
            <a:r>
              <a:rPr lang="en-ID" sz="2000" spc="300" dirty="0" err="1"/>
              <a:t>secara</a:t>
            </a:r>
            <a:r>
              <a:rPr lang="en-ID" sz="2000" spc="300" dirty="0"/>
              <a:t> detail </a:t>
            </a:r>
            <a:r>
              <a:rPr lang="en-ID" sz="2000" spc="300" dirty="0" err="1"/>
              <a:t>tentang</a:t>
            </a:r>
            <a:r>
              <a:rPr lang="en-ID" sz="2000" spc="300" dirty="0"/>
              <a:t> life cycle </a:t>
            </a:r>
            <a:r>
              <a:rPr lang="en-ID" sz="2000" spc="300" dirty="0" err="1"/>
              <a:t>sebuah</a:t>
            </a:r>
            <a:r>
              <a:rPr lang="en-ID" sz="2000" spc="300" dirty="0"/>
              <a:t> Activity. </a:t>
            </a:r>
            <a:r>
              <a:rPr lang="en-ID" sz="2000" spc="300" dirty="0" err="1"/>
              <a:t>Terutama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aksi</a:t>
            </a:r>
            <a:r>
              <a:rPr lang="en-ID" sz="2000" spc="300" dirty="0"/>
              <a:t> yang </a:t>
            </a:r>
            <a:r>
              <a:rPr lang="en-ID" sz="2000" spc="300" dirty="0" err="1"/>
              <a:t>tepat</a:t>
            </a:r>
            <a:r>
              <a:rPr lang="en-ID" sz="2000" spc="300" dirty="0"/>
              <a:t>,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perubahan</a:t>
            </a:r>
            <a:r>
              <a:rPr lang="en-ID" sz="2000" spc="300" dirty="0"/>
              <a:t> state Activity. </a:t>
            </a:r>
            <a:r>
              <a:rPr lang="en-ID" sz="2000" spc="300" dirty="0" err="1"/>
              <a:t>Callback</a:t>
            </a:r>
            <a:r>
              <a:rPr lang="en-ID" sz="2000" spc="300" dirty="0"/>
              <a:t> methods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beragam</a:t>
            </a:r>
            <a:r>
              <a:rPr lang="en-ID" sz="2000" spc="300" dirty="0"/>
              <a:t> proses </a:t>
            </a:r>
            <a:r>
              <a:rPr lang="en-ID" sz="2000" spc="300" dirty="0" err="1"/>
              <a:t>terkait</a:t>
            </a:r>
            <a:r>
              <a:rPr lang="en-ID" sz="2000" spc="300" dirty="0"/>
              <a:t> state </a:t>
            </a:r>
            <a:r>
              <a:rPr lang="en-ID" sz="2000" spc="300" dirty="0" err="1"/>
              <a:t>dari</a:t>
            </a:r>
            <a:r>
              <a:rPr lang="en-ID" sz="2000" spc="300" dirty="0"/>
              <a:t> Activity. </a:t>
            </a:r>
            <a:r>
              <a:rPr lang="en-ID" sz="2000" spc="300" dirty="0" err="1"/>
              <a:t>Misalnya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</a:t>
            </a:r>
            <a:r>
              <a:rPr lang="en-ID" sz="2000" spc="300" dirty="0" err="1"/>
              <a:t>inisialisasi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di </a:t>
            </a:r>
            <a:r>
              <a:rPr lang="en-ID" sz="2000" spc="300" dirty="0" err="1"/>
              <a:t>onCreate</a:t>
            </a:r>
            <a:r>
              <a:rPr lang="en-ID" sz="2000" spc="300" dirty="0"/>
              <a:t>(), </a:t>
            </a:r>
            <a:r>
              <a:rPr lang="en-ID" sz="2000" spc="300" dirty="0" err="1"/>
              <a:t>melakukan</a:t>
            </a:r>
            <a:r>
              <a:rPr lang="en-ID" sz="2000" spc="300" dirty="0"/>
              <a:t> disconnect </a:t>
            </a:r>
            <a:r>
              <a:rPr lang="en-ID" sz="2000" spc="300" dirty="0" err="1"/>
              <a:t>terhadap</a:t>
            </a:r>
            <a:r>
              <a:rPr lang="en-ID" sz="2000" spc="300" dirty="0"/>
              <a:t> </a:t>
            </a:r>
            <a:r>
              <a:rPr lang="en-ID" sz="2000" spc="300" dirty="0" err="1"/>
              <a:t>koneksi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server pada </a:t>
            </a:r>
            <a:r>
              <a:rPr lang="en-ID" sz="2000" spc="300" dirty="0" err="1"/>
              <a:t>onStop</a:t>
            </a:r>
            <a:r>
              <a:rPr lang="en-ID" sz="2000" spc="300" dirty="0"/>
              <a:t>()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onDestroy</a:t>
            </a:r>
            <a:r>
              <a:rPr lang="en-ID" sz="2000" spc="300" dirty="0"/>
              <a:t>() dan lain </a:t>
            </a:r>
            <a:r>
              <a:rPr lang="en-ID" sz="2000" spc="300" dirty="0" err="1"/>
              <a:t>sebagainya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3100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LIFECYCLE ACTIVITY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menerapkan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yang </a:t>
            </a:r>
            <a:r>
              <a:rPr lang="en-ID" sz="2000" spc="300" dirty="0" err="1"/>
              <a:t>diaktifkan</a:t>
            </a:r>
            <a:r>
              <a:rPr lang="en-ID" sz="2000" spc="300" dirty="0"/>
              <a:t>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Anda. </a:t>
            </a:r>
            <a:r>
              <a:rPr lang="en-ID" sz="2000" spc="300" dirty="0" err="1"/>
              <a:t>Implementasi</a:t>
            </a:r>
            <a:r>
              <a:rPr lang="en-ID" sz="2000" spc="300" dirty="0"/>
              <a:t> 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menginisialisasi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penting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Anda: </a:t>
            </a:r>
            <a:r>
              <a:rPr lang="en-ID" sz="2000" spc="300" dirty="0" err="1"/>
              <a:t>Misalnya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tampilan</a:t>
            </a:r>
            <a:r>
              <a:rPr lang="en-ID" sz="2000" spc="300" dirty="0"/>
              <a:t> dan </a:t>
            </a:r>
            <a:r>
              <a:rPr lang="en-ID" sz="2000" spc="300" dirty="0" err="1"/>
              <a:t>menautkan</a:t>
            </a:r>
            <a:r>
              <a:rPr lang="en-ID" sz="2000" spc="300" dirty="0"/>
              <a:t> data </a:t>
            </a:r>
            <a:r>
              <a:rPr lang="en-ID" sz="2000" spc="300" dirty="0" err="1"/>
              <a:t>ke</a:t>
            </a:r>
            <a:r>
              <a:rPr lang="en-ID" sz="2000" spc="300" dirty="0"/>
              <a:t> daftar di </a:t>
            </a:r>
            <a:r>
              <a:rPr lang="en-ID" sz="2000" spc="300" dirty="0" err="1"/>
              <a:t>sini</a:t>
            </a:r>
            <a:r>
              <a:rPr lang="en-ID" sz="2000" spc="300" dirty="0"/>
              <a:t>. </a:t>
            </a:r>
            <a:br>
              <a:rPr lang="en-ID" sz="2000" spc="300" dirty="0"/>
            </a:br>
            <a:br>
              <a:rPr lang="en-ID" sz="2000" spc="300" dirty="0"/>
            </a:br>
            <a:r>
              <a:rPr lang="en-ID" sz="2000" spc="300" dirty="0"/>
              <a:t>Yang </a:t>
            </a:r>
            <a:r>
              <a:rPr lang="en-ID" sz="2000" spc="300" dirty="0" err="1"/>
              <a:t>terpenting</a:t>
            </a:r>
            <a:r>
              <a:rPr lang="en-ID" sz="2000" spc="300" dirty="0"/>
              <a:t>,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tempat</a:t>
            </a:r>
            <a:r>
              <a:rPr lang="en-ID" sz="2000" spc="300" dirty="0"/>
              <a:t> 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setContentView</a:t>
            </a:r>
            <a:r>
              <a:rPr lang="en-ID" sz="2000" spc="300" dirty="0"/>
              <a:t>()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menentukan</a:t>
            </a:r>
            <a:r>
              <a:rPr lang="en-ID" sz="2000" spc="300" dirty="0"/>
              <a:t> tata </a:t>
            </a:r>
            <a:r>
              <a:rPr lang="en-ID" sz="2000" spc="300" dirty="0" err="1"/>
              <a:t>letak</a:t>
            </a:r>
            <a:r>
              <a:rPr lang="en-ID" sz="2000" spc="300" dirty="0"/>
              <a:t> </a:t>
            </a:r>
            <a:r>
              <a:rPr lang="en-ID" sz="2000" spc="300" dirty="0" err="1"/>
              <a:t>antarmuka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. Setelah </a:t>
            </a:r>
            <a:r>
              <a:rPr lang="en-ID" sz="2000" spc="300" dirty="0" err="1"/>
              <a:t>onCreate</a:t>
            </a:r>
            <a:r>
              <a:rPr lang="en-ID" sz="2000" spc="300" dirty="0"/>
              <a:t>() </a:t>
            </a:r>
            <a:r>
              <a:rPr lang="en-ID" sz="2000" spc="300" dirty="0" err="1"/>
              <a:t>selesai</a:t>
            </a:r>
            <a:r>
              <a:rPr lang="en-ID" sz="2000" spc="300" dirty="0"/>
              <a:t>,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berikutnya</a:t>
            </a:r>
            <a:r>
              <a:rPr lang="en-ID" sz="2000" spc="300" dirty="0"/>
              <a:t>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onStart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007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ONCREATE()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44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onCreate</a:t>
            </a:r>
            <a:r>
              <a:rPr lang="en-ID" sz="2000" spc="300" dirty="0"/>
              <a:t>() </a:t>
            </a:r>
            <a:r>
              <a:rPr lang="en-ID" sz="2000" spc="300" dirty="0" err="1"/>
              <a:t>keluar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Dimulai</a:t>
            </a:r>
            <a:r>
              <a:rPr lang="en-ID" sz="2000" spc="300" dirty="0"/>
              <a:t>, dan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.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persiapan</a:t>
            </a:r>
            <a:r>
              <a:rPr lang="en-ID" sz="2000" spc="300" dirty="0"/>
              <a:t> </a:t>
            </a:r>
            <a:r>
              <a:rPr lang="en-ID" sz="2000" spc="300" dirty="0" err="1"/>
              <a:t>akhir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dikirim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latar</a:t>
            </a:r>
            <a:r>
              <a:rPr lang="en-ID" sz="2000" spc="300" dirty="0"/>
              <a:t> </a:t>
            </a:r>
            <a:r>
              <a:rPr lang="en-ID" sz="2000" spc="300" dirty="0" err="1"/>
              <a:t>depan</a:t>
            </a:r>
            <a:r>
              <a:rPr lang="en-ID" sz="2000" spc="300" dirty="0"/>
              <a:t> dan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interaktif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42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ONSTART()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5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kehilangan</a:t>
            </a:r>
            <a:r>
              <a:rPr lang="en-ID" sz="2000" spc="300" dirty="0"/>
              <a:t> </a:t>
            </a:r>
            <a:r>
              <a:rPr lang="en-ID" sz="2000" spc="300" dirty="0" err="1"/>
              <a:t>fokus</a:t>
            </a:r>
            <a:r>
              <a:rPr lang="en-ID" sz="2000" spc="300" dirty="0"/>
              <a:t> dan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Dijeda</a:t>
            </a:r>
            <a:r>
              <a:rPr lang="en-ID" sz="2000" spc="300" dirty="0"/>
              <a:t>. Status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, </a:t>
            </a:r>
            <a:r>
              <a:rPr lang="en-ID" sz="2000" spc="300" dirty="0" err="1"/>
              <a:t>misalnya</a:t>
            </a:r>
            <a:r>
              <a:rPr lang="en-ID" sz="2000" spc="300" dirty="0"/>
              <a:t>,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mengetuk</a:t>
            </a:r>
            <a:r>
              <a:rPr lang="en-ID" sz="2000" spc="300" dirty="0"/>
              <a:t> </a:t>
            </a:r>
            <a:r>
              <a:rPr lang="en-ID" sz="2000" spc="300" dirty="0" err="1"/>
              <a:t>tombol</a:t>
            </a:r>
            <a:r>
              <a:rPr lang="en-ID" sz="2000" spc="300" dirty="0"/>
              <a:t> Kembali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Terbaru</a:t>
            </a:r>
            <a:r>
              <a:rPr lang="en-ID" sz="2000" spc="300" dirty="0"/>
              <a:t>.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Anda, </a:t>
            </a:r>
            <a:r>
              <a:rPr lang="en-ID" sz="2000" spc="300" dirty="0" err="1"/>
              <a:t>secara</a:t>
            </a:r>
            <a:r>
              <a:rPr lang="en-ID" sz="2000" spc="300" dirty="0"/>
              <a:t> </a:t>
            </a:r>
            <a:r>
              <a:rPr lang="en-ID" sz="2000" spc="300" dirty="0" err="1"/>
              <a:t>teknis</a:t>
            </a:r>
            <a:r>
              <a:rPr lang="en-ID" sz="2000" spc="300" dirty="0"/>
              <a:t> </a:t>
            </a:r>
            <a:r>
              <a:rPr lang="en-ID" sz="2000" spc="300" dirty="0" err="1"/>
              <a:t>berarti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 </a:t>
            </a:r>
            <a:r>
              <a:rPr lang="en-ID" sz="2000" spc="300" dirty="0" err="1"/>
              <a:t>masih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</a:t>
            </a:r>
            <a:r>
              <a:rPr lang="en-ID" sz="2000" spc="300" dirty="0" err="1"/>
              <a:t>sebagian</a:t>
            </a:r>
            <a:r>
              <a:rPr lang="en-ID" sz="2000" spc="300" dirty="0"/>
              <a:t>, </a:t>
            </a:r>
            <a:r>
              <a:rPr lang="en-ID" sz="2000" spc="300" dirty="0" err="1"/>
              <a:t>tetapi</a:t>
            </a:r>
            <a:r>
              <a:rPr lang="en-ID" sz="2000" spc="300" dirty="0"/>
              <a:t> yang paling </a:t>
            </a:r>
            <a:r>
              <a:rPr lang="en-ID" sz="2000" spc="300" dirty="0" err="1"/>
              <a:t>sering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indikasi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meninggalkan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, dan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tersebut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segera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Berhenti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Dilanjutkan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ONPAUSE()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41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sebelum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mulai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 Pada </a:t>
            </a:r>
            <a:r>
              <a:rPr lang="en-ID" sz="2000" spc="300" dirty="0" err="1"/>
              <a:t>tahap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berada</a:t>
            </a:r>
            <a:r>
              <a:rPr lang="en-ID" sz="2000" spc="300" dirty="0"/>
              <a:t> di </a:t>
            </a:r>
            <a:r>
              <a:rPr lang="en-ID" sz="2000" spc="300" dirty="0" err="1"/>
              <a:t>bagian</a:t>
            </a:r>
            <a:r>
              <a:rPr lang="en-ID" sz="2000" spc="300" dirty="0"/>
              <a:t> </a:t>
            </a:r>
            <a:r>
              <a:rPr lang="en-ID" sz="2000" spc="300" dirty="0" err="1"/>
              <a:t>atas</a:t>
            </a:r>
            <a:r>
              <a:rPr lang="en-ID" sz="2000" spc="300" dirty="0"/>
              <a:t> </a:t>
            </a:r>
            <a:r>
              <a:rPr lang="en-ID" sz="2000" spc="300" dirty="0" err="1"/>
              <a:t>tumpukan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, dan </a:t>
            </a:r>
            <a:r>
              <a:rPr lang="en-ID" sz="2000" spc="300" dirty="0" err="1"/>
              <a:t>mencatat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input </a:t>
            </a:r>
            <a:r>
              <a:rPr lang="en-ID" sz="2000" spc="300" dirty="0" err="1"/>
              <a:t>pengguna</a:t>
            </a:r>
            <a:r>
              <a:rPr lang="en-ID" sz="2000" spc="300" dirty="0"/>
              <a:t>. Sebagian </a:t>
            </a:r>
            <a:r>
              <a:rPr lang="en-ID" sz="2000" spc="300" dirty="0" err="1"/>
              <a:t>besar</a:t>
            </a:r>
            <a:r>
              <a:rPr lang="en-ID" sz="2000" spc="300" dirty="0"/>
              <a:t> </a:t>
            </a:r>
            <a:r>
              <a:rPr lang="en-ID" sz="2000" spc="300" dirty="0" err="1"/>
              <a:t>fungsi</a:t>
            </a:r>
            <a:r>
              <a:rPr lang="en-ID" sz="2000" spc="300" dirty="0"/>
              <a:t> inti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diimplementasikan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metode</a:t>
            </a:r>
            <a:r>
              <a:rPr lang="en-ID" sz="2000" spc="300" dirty="0"/>
              <a:t> </a:t>
            </a:r>
            <a:r>
              <a:rPr lang="en-ID" sz="2000" spc="300" dirty="0" err="1"/>
              <a:t>onResume</a:t>
            </a:r>
            <a:r>
              <a:rPr lang="en-ID" sz="2000" spc="300" dirty="0"/>
              <a:t>().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mengikuti</a:t>
            </a:r>
            <a:r>
              <a:rPr lang="en-ID" sz="2000" spc="300" dirty="0"/>
              <a:t> </a:t>
            </a:r>
            <a:r>
              <a:rPr lang="en-ID" sz="2000" spc="300" dirty="0" err="1"/>
              <a:t>onResume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ONRESUME()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8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onStop</a:t>
            </a:r>
            <a:r>
              <a:rPr lang="en-ID" sz="2000" spc="300" dirty="0"/>
              <a:t>()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lagi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. Hal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baru</a:t>
            </a:r>
            <a:r>
              <a:rPr lang="en-ID" sz="2000" spc="300" dirty="0"/>
              <a:t> </a:t>
            </a:r>
            <a:r>
              <a:rPr lang="en-ID" sz="2000" spc="300" dirty="0" err="1"/>
              <a:t>dimulai</a:t>
            </a:r>
            <a:r>
              <a:rPr lang="en-ID" sz="2000" spc="300" dirty="0"/>
              <a:t>,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Dilanjutkan</a:t>
            </a:r>
            <a:r>
              <a:rPr lang="en-ID" sz="2000" spc="300" dirty="0"/>
              <a:t> dan </a:t>
            </a:r>
            <a:r>
              <a:rPr lang="en-ID" sz="2000" spc="300" dirty="0" err="1"/>
              <a:t>menutupi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dihentikan</a:t>
            </a:r>
            <a:r>
              <a:rPr lang="en-ID" sz="2000" spc="300" dirty="0"/>
              <a:t>.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</a:t>
            </a:r>
            <a:r>
              <a:rPr lang="en-ID" sz="2000" spc="300" dirty="0" err="1"/>
              <a:t>kasus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dihentikan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lagi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</a:t>
            </a:r>
            <a:r>
              <a:rPr lang="en-ID" sz="2000" spc="300" dirty="0" err="1"/>
              <a:t>sama</a:t>
            </a:r>
            <a:r>
              <a:rPr lang="en-ID" sz="2000" spc="300" dirty="0"/>
              <a:t> </a:t>
            </a:r>
            <a:r>
              <a:rPr lang="en-ID" sz="2000" spc="300" dirty="0" err="1"/>
              <a:t>sekali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berikutnya</a:t>
            </a:r>
            <a:r>
              <a:rPr lang="en-ID" sz="2000" spc="300" dirty="0"/>
              <a:t> yang </a:t>
            </a:r>
            <a:r>
              <a:rPr lang="en-ID" sz="2000" spc="300" dirty="0" err="1"/>
              <a:t>dipanggil</a:t>
            </a:r>
            <a:r>
              <a:rPr lang="en-ID" sz="2000" spc="300" dirty="0"/>
              <a:t> oleh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onRestart</a:t>
            </a:r>
            <a:r>
              <a:rPr lang="en-ID" sz="2000" spc="300" dirty="0"/>
              <a:t>(),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kembali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, </a:t>
            </a:r>
            <a:r>
              <a:rPr lang="en-ID" sz="2000" spc="300" dirty="0" err="1"/>
              <a:t>atau</a:t>
            </a:r>
            <a:r>
              <a:rPr lang="en-ID" sz="2000" spc="300" dirty="0"/>
              <a:t> oleh </a:t>
            </a:r>
            <a:r>
              <a:rPr lang="en-ID" sz="2000" spc="300" dirty="0" err="1"/>
              <a:t>onDestroy</a:t>
            </a:r>
            <a:r>
              <a:rPr lang="en-ID" sz="2000" spc="300" dirty="0"/>
              <a:t>()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benar-benar</a:t>
            </a:r>
            <a:r>
              <a:rPr lang="en-ID" sz="2000" spc="300" dirty="0"/>
              <a:t> </a:t>
            </a:r>
            <a:r>
              <a:rPr lang="en-ID" sz="2000" spc="300" dirty="0" err="1"/>
              <a:t>dihentikan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ONSTOP()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4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status </a:t>
            </a:r>
            <a:r>
              <a:rPr lang="en-ID" sz="2000" spc="300" dirty="0" err="1"/>
              <a:t>Berhenti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dimulai</a:t>
            </a:r>
            <a:r>
              <a:rPr lang="en-ID" sz="2000" spc="300" dirty="0"/>
              <a:t> </a:t>
            </a:r>
            <a:r>
              <a:rPr lang="en-ID" sz="2000" spc="300" dirty="0" err="1"/>
              <a:t>ulang</a:t>
            </a:r>
            <a:r>
              <a:rPr lang="en-ID" sz="2000" spc="300" dirty="0"/>
              <a:t>. </a:t>
            </a:r>
            <a:r>
              <a:rPr lang="en-ID" sz="2000" spc="300" dirty="0" err="1"/>
              <a:t>onRestart</a:t>
            </a:r>
            <a:r>
              <a:rPr lang="en-ID" sz="2000" spc="300" dirty="0"/>
              <a:t>() </a:t>
            </a:r>
            <a:r>
              <a:rPr lang="en-ID" sz="2000" spc="300" dirty="0" err="1"/>
              <a:t>memulihkan</a:t>
            </a:r>
            <a:r>
              <a:rPr lang="en-ID" sz="2000" spc="300" dirty="0"/>
              <a:t> status </a:t>
            </a:r>
            <a:r>
              <a:rPr lang="en-ID" sz="2000" spc="300" dirty="0" err="1"/>
              <a:t>aktivitas</a:t>
            </a:r>
            <a:r>
              <a:rPr lang="en-ID" sz="2000" spc="300" dirty="0"/>
              <a:t> pada </a:t>
            </a:r>
            <a:r>
              <a:rPr lang="en-ID" sz="2000" spc="300" dirty="0" err="1"/>
              <a:t>waktu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dihentikan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diikuti</a:t>
            </a:r>
            <a:r>
              <a:rPr lang="en-ID" sz="2000" spc="300" dirty="0"/>
              <a:t> oleh </a:t>
            </a:r>
            <a:r>
              <a:rPr lang="en-ID" sz="2000" spc="300" dirty="0" err="1"/>
              <a:t>onStart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ONRESTART()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9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sebelum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panggilan</a:t>
            </a:r>
            <a:r>
              <a:rPr lang="en-ID" sz="2000" spc="300" dirty="0"/>
              <a:t> </a:t>
            </a:r>
            <a:r>
              <a:rPr lang="en-ID" sz="2000" spc="300" dirty="0" err="1"/>
              <a:t>terakhir</a:t>
            </a:r>
            <a:r>
              <a:rPr lang="en-ID" sz="2000" spc="300" dirty="0"/>
              <a:t> yang </a:t>
            </a:r>
            <a:r>
              <a:rPr lang="en-ID" sz="2000" spc="300" dirty="0" err="1"/>
              <a:t>diterima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. </a:t>
            </a:r>
            <a:r>
              <a:rPr lang="en-ID" sz="2000" spc="300" dirty="0" err="1"/>
              <a:t>onDestroy</a:t>
            </a:r>
            <a:r>
              <a:rPr lang="en-ID" sz="2000" spc="300" dirty="0"/>
              <a:t>() </a:t>
            </a:r>
            <a:r>
              <a:rPr lang="en-ID" sz="2000" spc="300" dirty="0" err="1"/>
              <a:t>biasanya</a:t>
            </a:r>
            <a:r>
              <a:rPr lang="en-ID" sz="2000" spc="300" dirty="0"/>
              <a:t> </a:t>
            </a:r>
            <a:r>
              <a:rPr lang="en-ID" sz="2000" spc="300" dirty="0" err="1"/>
              <a:t>diterapkan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memastikan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resource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dilepas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proses yang </a:t>
            </a:r>
            <a:r>
              <a:rPr lang="en-ID" sz="2000" spc="300" dirty="0" err="1"/>
              <a:t>berisi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tersebut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257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ONDESTROY()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702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14201-0F24-4750-8877-E7EA944C5AD7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2BAF0-37E2-4C0F-88E2-689C59AFFF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25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669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41</cp:revision>
  <dcterms:created xsi:type="dcterms:W3CDTF">2023-03-27T01:36:44Z</dcterms:created>
  <dcterms:modified xsi:type="dcterms:W3CDTF">2023-05-22T01:54:05Z</dcterms:modified>
</cp:coreProperties>
</file>