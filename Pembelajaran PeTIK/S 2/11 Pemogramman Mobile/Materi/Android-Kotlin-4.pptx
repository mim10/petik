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2" r:id="rId6"/>
    <p:sldId id="273" r:id="rId7"/>
    <p:sldId id="283" r:id="rId8"/>
    <p:sldId id="260" r:id="rId9"/>
    <p:sldId id="287" r:id="rId10"/>
    <p:sldId id="263" r:id="rId11"/>
    <p:sldId id="274" r:id="rId12"/>
    <p:sldId id="284" r:id="rId13"/>
    <p:sldId id="288" r:id="rId14"/>
    <p:sldId id="285" r:id="rId15"/>
    <p:sldId id="289" r:id="rId16"/>
    <p:sldId id="290" r:id="rId17"/>
    <p:sldId id="272" r:id="rId18"/>
  </p:sldIdLst>
  <p:sldSz cx="12192000" cy="6858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libri Light" panose="020F0302020204030204" pitchFamily="34" charset="0"/>
      <p:regular r:id="rId23"/>
      <p:italic r:id="rId24"/>
    </p:embeddedFont>
    <p:embeddedFont>
      <p:font typeface="Nirmala UI" panose="020B0502040204020203" pitchFamily="34" charset="0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E325-5EAA-480A-81BA-0EA5676E4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9C70E-5875-4AF5-BBFC-72EC75A00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D4AE2-9902-4972-A6A2-AA315F15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09/05/2023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1ED90-5084-4B19-A00E-9E78ADDD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60BF9-A85D-4B50-A393-7137582C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016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AC33-5C12-4F62-96C5-6AE03B92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0D4F7-A771-43CC-88EA-7F3DDDBA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034EE-A72E-431E-A8FF-9DDD4F2E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09/05/2023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960C8-0281-4AF3-B9CB-3919E4BF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0772F-88F1-4B8B-BD1C-37FEC762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8537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A791-78C5-4BCE-BC6D-CA58ECAA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3CA01-4F78-4D2E-9A35-91155C621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CA56B-51E6-4F5C-AA9A-7047999E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09/05/2023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EBDDC-4521-4C93-A6BB-A6CB1C4C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E79AE-2958-45BA-A68C-FAD56CF0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75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4D696-42E5-4DF9-BC88-FF19A28A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8B10-2AAB-4B84-8E4C-91AE82627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E5086-44CC-4793-89A0-813112AD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85686-4B6E-48CF-A7B5-3503F992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09/05/2023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1F9AC-BBC6-4E4F-917A-E9A16A2F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C0E98-021B-4296-B14C-89A5F7B4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195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82BA-90AD-48F8-A91B-76F1BD24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E4D24-A6CF-4B80-98AF-67EABDA1C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F6DF0-5FC4-4021-B09A-43466AEE1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E381-74F1-488F-B79C-E44F065E3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72AB5-61DD-4ED8-895F-AFD544B64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227A3-D7C8-43B8-9478-681620DC2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09/05/2023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517B8A-D93A-47D2-BE52-F41E2C20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4B13D-AA6C-4D63-96EB-335DDA39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862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D32E-E775-403B-9893-BD79BC2B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C1B4A-A845-40F0-B43A-7A8F23BD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09/05/2023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DC5EC-E611-4DF1-9457-2C6D77F1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BAD39-91C0-4570-B48E-2E17CB72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410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1C170F-D242-47F1-8C0F-663FAA90C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09/05/2023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84264-F580-4C25-A98D-431D0F46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61F6B-E3DB-4FD5-B117-A225BEB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895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15BB-41FE-467D-81BD-30B3128D3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77B1B-3D3F-40CD-BFB8-3C0942D26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76F15-C204-4B0B-83E8-C74663752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2CA90-C733-4338-97F7-F43ED970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09/05/2023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E43E1-62CA-48E2-AA98-1013AA07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D8A4F-AC5A-4D60-8C5D-A86A06F7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422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8D84-3A14-4332-B1A4-CAF8F43D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A2814-ABE7-4738-BC36-38770D393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9EAD0-B254-4D24-8110-45C2F0DD9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DE529-AE79-4751-9243-28776DB0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09/05/2023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902C8-9A3F-4AAC-9EA2-401245B5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CF4E-EE22-4CAD-A6D6-7C22F606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304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A2A6-9479-41C9-8A29-5F708D37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50101-69A2-4487-905A-CDA9B495D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63450-55C0-4413-9BB9-2383C079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09/05/2023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A9B0-D92C-4AD1-9B3E-7B9D8710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55BE9-48D2-48E8-A567-B502CE23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0759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9C839-1748-4A5E-AE29-B48BEF3BB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4C2F0-CB92-486D-AAD8-0257AB024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5BEB-067A-4449-A620-D5217A41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09/05/2023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566CE-C044-4F77-BFA6-76C2E559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4232B-A1F3-4083-9151-2F445CF0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369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DAA49-688C-430B-AF4C-F7B3AF39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0F00A-5D40-4557-B057-CFAC28021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7AE7C-725B-4014-8870-F942C9B93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B5220-94FA-4DD9-9ED6-C13B07E3BBB2}" type="datetimeFigureOut">
              <a:rPr lang="en-ID" smtClean="0"/>
              <a:t>09/05/2023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DAE6-6E5E-42B7-B666-DF9F59F76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43CF-4277-413C-A586-5E1669F62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045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AAC676-CB9B-4751-B85B-324CE1705B81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2" descr="Android | Platform yang memungkinkan segalanya">
            <a:extLst>
              <a:ext uri="{FF2B5EF4-FFF2-40B4-BE49-F238E27FC236}">
                <a16:creationId xmlns:a16="http://schemas.microsoft.com/office/drawing/2014/main" id="{BB034AD1-30D7-4F07-851D-8049B30AA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99" y="1971631"/>
            <a:ext cx="5181601" cy="272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1010920" y="1434673"/>
            <a:ext cx="5804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LINIMASA ANDROID DEVELOPER</a:t>
            </a:r>
            <a:endParaRPr lang="en-ID" sz="28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44415" y="1936978"/>
            <a:ext cx="4040465" cy="3276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300" dirty="0"/>
              <a:t>PENGENALAN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ACTIVITY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INTENT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VIEWGROUP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STYLE &amp; THEME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RECYCLERVIEW ANDROID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50" name="Picture 2" descr="Google Developers Indonesia Blog: Android Studio 4.2">
            <a:extLst>
              <a:ext uri="{FF2B5EF4-FFF2-40B4-BE49-F238E27FC236}">
                <a16:creationId xmlns:a16="http://schemas.microsoft.com/office/drawing/2014/main" id="{0599EFBF-C5F1-475E-BD55-F6A2C3873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080" y="1577231"/>
            <a:ext cx="3418840" cy="341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24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489892" y="2905780"/>
            <a:ext cx="72122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VIEW &amp; VIEWGROUP ANDROID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318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481801" y="2955985"/>
            <a:ext cx="7228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VIEW = TAG KOMPONEN HTML</a:t>
            </a:r>
            <a:endParaRPr lang="en-ID" sz="28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13386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481800" y="2598003"/>
            <a:ext cx="7228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ADA BERAPA MACAM TAG KOMPONEN YANG KALIAN KETAHUI ?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7947E6BE-F919-44A0-8299-449E7B8D7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599" y="4333240"/>
            <a:ext cx="3352800" cy="188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408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191237" y="1036171"/>
            <a:ext cx="9809526" cy="4624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b="1" spc="300" dirty="0"/>
              <a:t>View</a:t>
            </a:r>
            <a:r>
              <a:rPr lang="en-ID" spc="300" dirty="0"/>
              <a:t> </a:t>
            </a:r>
            <a:r>
              <a:rPr lang="en-ID" spc="300" dirty="0" err="1"/>
              <a:t>merupakan</a:t>
            </a:r>
            <a:r>
              <a:rPr lang="en-ID" spc="300" dirty="0"/>
              <a:t> </a:t>
            </a:r>
            <a:r>
              <a:rPr lang="en-ID" spc="300" dirty="0" err="1"/>
              <a:t>komponen</a:t>
            </a:r>
            <a:r>
              <a:rPr lang="en-ID" spc="300" dirty="0"/>
              <a:t> </a:t>
            </a:r>
            <a:r>
              <a:rPr lang="en-ID" spc="300" dirty="0" err="1"/>
              <a:t>dasar</a:t>
            </a:r>
            <a:r>
              <a:rPr lang="en-ID" spc="300" dirty="0"/>
              <a:t> yang </a:t>
            </a:r>
            <a:r>
              <a:rPr lang="en-ID" spc="300" dirty="0" err="1"/>
              <a:t>tampil</a:t>
            </a:r>
            <a:r>
              <a:rPr lang="en-ID" spc="300" dirty="0"/>
              <a:t> di </a:t>
            </a:r>
            <a:r>
              <a:rPr lang="en-ID" spc="300" dirty="0" err="1"/>
              <a:t>layar</a:t>
            </a:r>
            <a:r>
              <a:rPr lang="en-ID" spc="300" dirty="0"/>
              <a:t> dan </a:t>
            </a:r>
            <a:r>
              <a:rPr lang="en-ID" spc="300" dirty="0" err="1"/>
              <a:t>dapat</a:t>
            </a:r>
            <a:r>
              <a:rPr lang="en-ID" spc="300" dirty="0"/>
              <a:t> </a:t>
            </a:r>
            <a:r>
              <a:rPr lang="en-ID" spc="300" dirty="0" err="1"/>
              <a:t>digunakan</a:t>
            </a:r>
            <a:r>
              <a:rPr lang="en-ID" spc="300" dirty="0"/>
              <a:t> </a:t>
            </a:r>
            <a:r>
              <a:rPr lang="en-ID" spc="300" dirty="0" err="1"/>
              <a:t>untuk</a:t>
            </a:r>
            <a:r>
              <a:rPr lang="en-ID" spc="300" dirty="0"/>
              <a:t> </a:t>
            </a:r>
            <a:r>
              <a:rPr lang="en-ID" spc="300" dirty="0" err="1"/>
              <a:t>berinteraksi</a:t>
            </a:r>
            <a:r>
              <a:rPr lang="en-ID" spc="300" dirty="0"/>
              <a:t> </a:t>
            </a:r>
            <a:r>
              <a:rPr lang="en-ID" spc="300" dirty="0" err="1"/>
              <a:t>dengan</a:t>
            </a:r>
            <a:r>
              <a:rPr lang="en-ID" spc="300" dirty="0"/>
              <a:t> </a:t>
            </a:r>
            <a:r>
              <a:rPr lang="en-ID" spc="300" dirty="0" err="1"/>
              <a:t>pengguna</a:t>
            </a:r>
            <a:r>
              <a:rPr lang="en-ID" spc="300" dirty="0"/>
              <a:t>. </a:t>
            </a:r>
            <a:r>
              <a:rPr lang="en-ID" spc="300" dirty="0" err="1"/>
              <a:t>Contoh</a:t>
            </a:r>
            <a:r>
              <a:rPr lang="en-ID" spc="300" dirty="0"/>
              <a:t> </a:t>
            </a:r>
            <a:r>
              <a:rPr lang="en-ID" spc="300" dirty="0" err="1"/>
              <a:t>komponen</a:t>
            </a:r>
            <a:r>
              <a:rPr lang="en-ID" spc="300" dirty="0"/>
              <a:t> </a:t>
            </a:r>
            <a:r>
              <a:rPr lang="en-ID" spc="300" dirty="0" err="1"/>
              <a:t>turunan</a:t>
            </a:r>
            <a:r>
              <a:rPr lang="en-ID" spc="300" dirty="0"/>
              <a:t> </a:t>
            </a:r>
            <a:r>
              <a:rPr lang="en-ID" spc="300" dirty="0" err="1"/>
              <a:t>dari</a:t>
            </a:r>
            <a:r>
              <a:rPr lang="en-ID" spc="300" dirty="0"/>
              <a:t> View </a:t>
            </a:r>
            <a:r>
              <a:rPr lang="en-ID" spc="300" dirty="0" err="1"/>
              <a:t>seperti</a:t>
            </a:r>
            <a:r>
              <a:rPr lang="en-ID" spc="300" dirty="0"/>
              <a:t> 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b="1" spc="300" dirty="0" err="1"/>
              <a:t>TextView</a:t>
            </a:r>
            <a:r>
              <a:rPr lang="en-ID" sz="1600" spc="300" dirty="0"/>
              <a:t>, </a:t>
            </a:r>
            <a:r>
              <a:rPr lang="en-ID" sz="1600" spc="300" dirty="0" err="1"/>
              <a:t>komponen</a:t>
            </a:r>
            <a:r>
              <a:rPr lang="en-ID" sz="1600" spc="300" dirty="0"/>
              <a:t> yang </a:t>
            </a:r>
            <a:r>
              <a:rPr lang="en-ID" sz="1600" spc="300" dirty="0" err="1"/>
              <a:t>berguna</a:t>
            </a:r>
            <a:r>
              <a:rPr lang="en-ID" sz="1600" spc="300" dirty="0"/>
              <a:t> </a:t>
            </a:r>
            <a:r>
              <a:rPr lang="en-ID" sz="1600" spc="300" dirty="0" err="1"/>
              <a:t>untuk</a:t>
            </a:r>
            <a:r>
              <a:rPr lang="en-ID" sz="1600" spc="300" dirty="0"/>
              <a:t> </a:t>
            </a:r>
            <a:r>
              <a:rPr lang="en-ID" sz="1600" spc="300" dirty="0" err="1"/>
              <a:t>menampilkan</a:t>
            </a:r>
            <a:r>
              <a:rPr lang="en-ID" sz="1600" spc="300" dirty="0"/>
              <a:t> </a:t>
            </a:r>
            <a:r>
              <a:rPr lang="en-ID" sz="1600" spc="300" dirty="0" err="1"/>
              <a:t>teks</a:t>
            </a:r>
            <a:r>
              <a:rPr lang="en-ID" sz="1600" spc="300" dirty="0"/>
              <a:t> </a:t>
            </a:r>
            <a:r>
              <a:rPr lang="en-ID" sz="1600" spc="300" dirty="0" err="1"/>
              <a:t>ke</a:t>
            </a:r>
            <a:r>
              <a:rPr lang="en-ID" sz="1600" spc="300" dirty="0"/>
              <a:t> </a:t>
            </a:r>
            <a:r>
              <a:rPr lang="en-ID" sz="1600" spc="300" dirty="0" err="1"/>
              <a:t>layar</a:t>
            </a:r>
            <a:r>
              <a:rPr lang="en-ID" sz="1600" spc="3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b="1" spc="300" dirty="0"/>
              <a:t>Button</a:t>
            </a:r>
            <a:r>
              <a:rPr lang="en-ID" sz="1600" spc="300" dirty="0"/>
              <a:t>, </a:t>
            </a:r>
            <a:r>
              <a:rPr lang="en-ID" sz="1600" spc="300" dirty="0" err="1"/>
              <a:t>komponen</a:t>
            </a:r>
            <a:r>
              <a:rPr lang="en-ID" sz="1600" spc="300" dirty="0"/>
              <a:t> yang </a:t>
            </a:r>
            <a:r>
              <a:rPr lang="en-ID" sz="1600" spc="300" dirty="0" err="1"/>
              <a:t>membuat</a:t>
            </a:r>
            <a:r>
              <a:rPr lang="en-ID" sz="1600" spc="300" dirty="0"/>
              <a:t> </a:t>
            </a:r>
            <a:r>
              <a:rPr lang="en-ID" sz="1600" spc="300" dirty="0" err="1"/>
              <a:t>pengguna</a:t>
            </a:r>
            <a:r>
              <a:rPr lang="en-ID" sz="1600" spc="300" dirty="0"/>
              <a:t> </a:t>
            </a:r>
            <a:r>
              <a:rPr lang="en-ID" sz="1600" spc="300" dirty="0" err="1"/>
              <a:t>dapat</a:t>
            </a:r>
            <a:r>
              <a:rPr lang="en-ID" sz="1600" spc="300" dirty="0"/>
              <a:t> </a:t>
            </a:r>
            <a:r>
              <a:rPr lang="en-ID" sz="1600" spc="300" dirty="0" err="1"/>
              <a:t>berinteraksi</a:t>
            </a:r>
            <a:r>
              <a:rPr lang="en-ID" sz="1600" spc="300" dirty="0"/>
              <a:t> </a:t>
            </a:r>
            <a:r>
              <a:rPr lang="en-ID" sz="1600" spc="300" dirty="0" err="1"/>
              <a:t>dengan</a:t>
            </a:r>
            <a:r>
              <a:rPr lang="en-ID" sz="1600" spc="300" dirty="0"/>
              <a:t> </a:t>
            </a:r>
            <a:r>
              <a:rPr lang="en-ID" sz="1600" spc="300" dirty="0" err="1"/>
              <a:t>cara</a:t>
            </a:r>
            <a:r>
              <a:rPr lang="en-ID" sz="1600" spc="300" dirty="0"/>
              <a:t> </a:t>
            </a:r>
            <a:r>
              <a:rPr lang="en-ID" sz="1600" spc="300" dirty="0" err="1"/>
              <a:t>ditekan</a:t>
            </a:r>
            <a:r>
              <a:rPr lang="en-ID" sz="1600" spc="300" dirty="0"/>
              <a:t> </a:t>
            </a:r>
            <a:r>
              <a:rPr lang="en-ID" sz="1600" spc="300" dirty="0" err="1"/>
              <a:t>untuk</a:t>
            </a:r>
            <a:r>
              <a:rPr lang="en-ID" sz="1600" spc="300" dirty="0"/>
              <a:t> </a:t>
            </a:r>
            <a:r>
              <a:rPr lang="en-ID" sz="1600" spc="300" dirty="0" err="1"/>
              <a:t>melakukan</a:t>
            </a:r>
            <a:r>
              <a:rPr lang="en-ID" sz="1600" spc="300" dirty="0"/>
              <a:t> </a:t>
            </a:r>
            <a:r>
              <a:rPr lang="en-ID" sz="1600" spc="300" dirty="0" err="1"/>
              <a:t>sesuatu</a:t>
            </a:r>
            <a:r>
              <a:rPr lang="en-ID" sz="1600" spc="3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b="1" spc="300" dirty="0" err="1"/>
              <a:t>ImageView</a:t>
            </a:r>
            <a:r>
              <a:rPr lang="en-ID" sz="1600" spc="300" dirty="0"/>
              <a:t>, </a:t>
            </a:r>
            <a:r>
              <a:rPr lang="en-ID" sz="1600" spc="300" dirty="0" err="1"/>
              <a:t>Komponen</a:t>
            </a:r>
            <a:r>
              <a:rPr lang="en-ID" sz="1600" spc="300" dirty="0"/>
              <a:t> </a:t>
            </a:r>
            <a:r>
              <a:rPr lang="en-ID" sz="1600" spc="300" dirty="0" err="1"/>
              <a:t>untuk</a:t>
            </a:r>
            <a:r>
              <a:rPr lang="en-ID" sz="1600" spc="300" dirty="0"/>
              <a:t> </a:t>
            </a:r>
            <a:r>
              <a:rPr lang="en-ID" sz="1600" spc="300" dirty="0" err="1"/>
              <a:t>menampilkan</a:t>
            </a:r>
            <a:r>
              <a:rPr lang="en-ID" sz="1600" spc="300" dirty="0"/>
              <a:t> </a:t>
            </a:r>
            <a:r>
              <a:rPr lang="en-ID" sz="1600" spc="300" dirty="0" err="1"/>
              <a:t>gambar</a:t>
            </a:r>
            <a:r>
              <a:rPr lang="en-ID" sz="1600" spc="3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b="1" spc="300" dirty="0" err="1"/>
              <a:t>RecyclerView</a:t>
            </a:r>
            <a:r>
              <a:rPr lang="en-ID" sz="1600" spc="300" dirty="0"/>
              <a:t>, </a:t>
            </a:r>
            <a:r>
              <a:rPr lang="en-ID" sz="1600" spc="300" dirty="0" err="1"/>
              <a:t>komponen</a:t>
            </a:r>
            <a:r>
              <a:rPr lang="en-ID" sz="1600" spc="300" dirty="0"/>
              <a:t> </a:t>
            </a:r>
            <a:r>
              <a:rPr lang="en-ID" sz="1600" spc="300" dirty="0" err="1"/>
              <a:t>untuk</a:t>
            </a:r>
            <a:r>
              <a:rPr lang="en-ID" sz="1600" spc="300" dirty="0"/>
              <a:t> </a:t>
            </a:r>
            <a:r>
              <a:rPr lang="en-ID" sz="1600" spc="300" dirty="0" err="1"/>
              <a:t>menampilkan</a:t>
            </a:r>
            <a:r>
              <a:rPr lang="en-ID" sz="1600" spc="300" dirty="0"/>
              <a:t> </a:t>
            </a:r>
            <a:r>
              <a:rPr lang="en-ID" sz="1600" spc="300" dirty="0" err="1"/>
              <a:t>informasi</a:t>
            </a:r>
            <a:r>
              <a:rPr lang="en-ID" sz="1600" spc="300" dirty="0"/>
              <a:t> </a:t>
            </a:r>
            <a:r>
              <a:rPr lang="en-ID" sz="1600" spc="300" dirty="0" err="1"/>
              <a:t>dalam</a:t>
            </a:r>
            <a:r>
              <a:rPr lang="en-ID" sz="1600" spc="300" dirty="0"/>
              <a:t> </a:t>
            </a:r>
            <a:r>
              <a:rPr lang="en-ID" sz="1600" spc="300" dirty="0" err="1"/>
              <a:t>bentuk</a:t>
            </a:r>
            <a:r>
              <a:rPr lang="en-ID" sz="1600" spc="300" dirty="0"/>
              <a:t> list.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b="1" spc="300" dirty="0" err="1"/>
              <a:t>RadioButton</a:t>
            </a:r>
            <a:r>
              <a:rPr lang="en-ID" sz="1600" spc="300" dirty="0"/>
              <a:t>, </a:t>
            </a:r>
            <a:r>
              <a:rPr lang="en-ID" sz="1600" spc="300" dirty="0" err="1"/>
              <a:t>komponen</a:t>
            </a:r>
            <a:r>
              <a:rPr lang="en-ID" sz="1600" spc="300" dirty="0"/>
              <a:t> yang </a:t>
            </a:r>
            <a:r>
              <a:rPr lang="en-ID" sz="1600" spc="300" dirty="0" err="1"/>
              <a:t>memungkinkan</a:t>
            </a:r>
            <a:r>
              <a:rPr lang="en-ID" sz="1600" spc="300" dirty="0"/>
              <a:t> </a:t>
            </a:r>
            <a:r>
              <a:rPr lang="en-ID" sz="1600" spc="300" dirty="0" err="1"/>
              <a:t>pengguna</a:t>
            </a:r>
            <a:r>
              <a:rPr lang="en-ID" sz="1600" spc="300" dirty="0"/>
              <a:t> </a:t>
            </a:r>
            <a:r>
              <a:rPr lang="en-ID" sz="1600" spc="300" dirty="0" err="1"/>
              <a:t>dapat</a:t>
            </a:r>
            <a:r>
              <a:rPr lang="en-ID" sz="1600" spc="300" dirty="0"/>
              <a:t> </a:t>
            </a:r>
            <a:r>
              <a:rPr lang="en-ID" sz="1600" spc="300" dirty="0" err="1"/>
              <a:t>memilih</a:t>
            </a:r>
            <a:r>
              <a:rPr lang="en-ID" sz="1600" spc="300" dirty="0"/>
              <a:t> </a:t>
            </a:r>
            <a:r>
              <a:rPr lang="en-ID" sz="1600" spc="300" dirty="0" err="1"/>
              <a:t>satu</a:t>
            </a:r>
            <a:r>
              <a:rPr lang="en-ID" sz="1600" spc="300" dirty="0"/>
              <a:t> </a:t>
            </a:r>
            <a:r>
              <a:rPr lang="en-ID" sz="1600" spc="300" dirty="0" err="1"/>
              <a:t>pilihan</a:t>
            </a:r>
            <a:r>
              <a:rPr lang="en-ID" sz="1600" spc="300" dirty="0"/>
              <a:t> </a:t>
            </a:r>
            <a:r>
              <a:rPr lang="en-ID" sz="1600" spc="300" dirty="0" err="1"/>
              <a:t>dari</a:t>
            </a:r>
            <a:r>
              <a:rPr lang="en-ID" sz="1600" spc="300" dirty="0"/>
              <a:t> </a:t>
            </a:r>
            <a:r>
              <a:rPr lang="en-ID" sz="1600" spc="300" dirty="0" err="1"/>
              <a:t>berbagai</a:t>
            </a:r>
            <a:r>
              <a:rPr lang="en-ID" sz="1600" spc="300" dirty="0"/>
              <a:t> </a:t>
            </a:r>
            <a:r>
              <a:rPr lang="en-ID" sz="1600" spc="300" dirty="0" err="1"/>
              <a:t>pilihan</a:t>
            </a:r>
            <a:r>
              <a:rPr lang="en-ID" sz="1600" spc="300" dirty="0"/>
              <a:t> yang </a:t>
            </a:r>
            <a:r>
              <a:rPr lang="en-ID" sz="1600" spc="300" dirty="0" err="1"/>
              <a:t>disediakan</a:t>
            </a:r>
            <a:r>
              <a:rPr lang="en-ID" sz="1600" spc="3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b="1" spc="300" dirty="0"/>
              <a:t>Checkbox</a:t>
            </a:r>
            <a:r>
              <a:rPr lang="en-ID" sz="1600" spc="300" dirty="0"/>
              <a:t>, </a:t>
            </a:r>
            <a:r>
              <a:rPr lang="en-ID" sz="1600" spc="300" dirty="0" err="1"/>
              <a:t>komponen</a:t>
            </a:r>
            <a:r>
              <a:rPr lang="en-ID" sz="1600" spc="300" dirty="0"/>
              <a:t> yang </a:t>
            </a:r>
            <a:r>
              <a:rPr lang="en-ID" sz="1600" spc="300" dirty="0" err="1"/>
              <a:t>memungkinkan</a:t>
            </a:r>
            <a:r>
              <a:rPr lang="en-ID" sz="1600" spc="300" dirty="0"/>
              <a:t> </a:t>
            </a:r>
            <a:r>
              <a:rPr lang="en-ID" sz="1600" spc="300" dirty="0" err="1"/>
              <a:t>pengguna</a:t>
            </a:r>
            <a:r>
              <a:rPr lang="en-ID" sz="1600" spc="300" dirty="0"/>
              <a:t> </a:t>
            </a:r>
            <a:r>
              <a:rPr lang="en-ID" sz="1600" spc="300" dirty="0" err="1"/>
              <a:t>dapat</a:t>
            </a:r>
            <a:r>
              <a:rPr lang="en-ID" sz="1600" spc="300" dirty="0"/>
              <a:t> </a:t>
            </a:r>
            <a:r>
              <a:rPr lang="en-ID" sz="1600" spc="300" dirty="0" err="1"/>
              <a:t>memilih</a:t>
            </a:r>
            <a:r>
              <a:rPr lang="en-ID" sz="1600" spc="300" dirty="0"/>
              <a:t> </a:t>
            </a:r>
            <a:r>
              <a:rPr lang="en-ID" sz="1600" spc="300" dirty="0" err="1"/>
              <a:t>lebih</a:t>
            </a:r>
            <a:r>
              <a:rPr lang="en-ID" sz="1600" spc="300" dirty="0"/>
              <a:t> </a:t>
            </a:r>
            <a:r>
              <a:rPr lang="en-ID" sz="1600" spc="300" dirty="0" err="1"/>
              <a:t>dari</a:t>
            </a:r>
            <a:r>
              <a:rPr lang="en-ID" sz="1600" spc="300" dirty="0"/>
              <a:t> </a:t>
            </a:r>
            <a:r>
              <a:rPr lang="en-ID" sz="1600" spc="300" dirty="0" err="1"/>
              <a:t>satu</a:t>
            </a:r>
            <a:r>
              <a:rPr lang="en-ID" sz="1600" spc="300" dirty="0"/>
              <a:t> </a:t>
            </a:r>
            <a:r>
              <a:rPr lang="en-ID" sz="1600" spc="300" dirty="0" err="1"/>
              <a:t>dari</a:t>
            </a:r>
            <a:r>
              <a:rPr lang="en-ID" sz="1600" spc="300" dirty="0"/>
              <a:t> </a:t>
            </a:r>
            <a:r>
              <a:rPr lang="en-ID" sz="1600" spc="300" dirty="0" err="1"/>
              <a:t>pilihan</a:t>
            </a:r>
            <a:r>
              <a:rPr lang="en-ID" sz="1600" spc="300" dirty="0"/>
              <a:t> yang </a:t>
            </a:r>
            <a:r>
              <a:rPr lang="en-ID" sz="1600" spc="300" dirty="0" err="1"/>
              <a:t>ada</a:t>
            </a:r>
            <a:r>
              <a:rPr lang="en-ID" sz="1600" spc="300" dirty="0"/>
              <a:t>.</a:t>
            </a:r>
            <a:endParaRPr lang="en-ID" sz="1400" spc="3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1840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481801" y="2598003"/>
            <a:ext cx="72283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JIKA VIEW SEPERTI HALNYA TAG KOMPONEN PADA HTML, MAKA APA TERPIKIRKAN OLEH KALIAN UNTUK VIEWGROUP ?</a:t>
            </a:r>
            <a:endParaRPr lang="en-ID" sz="20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69486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C9EB170-AA0B-4895-B8BA-A5D8618E8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24" y="640608"/>
            <a:ext cx="10546152" cy="5181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564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481801" y="2780883"/>
            <a:ext cx="7228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VIEWGROUP = TAG DIV YANG BERI ATRIBUT DISPLAY</a:t>
            </a:r>
            <a:endParaRPr lang="en-ID" sz="24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2052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319006"/>
            <a:ext cx="9774012" cy="4389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sebuah</a:t>
            </a:r>
            <a:r>
              <a:rPr lang="en-ID" sz="2000" spc="300" dirty="0"/>
              <a:t> View </a:t>
            </a:r>
            <a:r>
              <a:rPr lang="en-ID" sz="2000" spc="300" dirty="0" err="1"/>
              <a:t>spesial</a:t>
            </a:r>
            <a:r>
              <a:rPr lang="en-ID" sz="2000" spc="300" dirty="0"/>
              <a:t> yang </a:t>
            </a:r>
            <a:r>
              <a:rPr lang="en-ID" sz="2000" spc="300" dirty="0" err="1"/>
              <a:t>mewadahi</a:t>
            </a:r>
            <a:r>
              <a:rPr lang="en-ID" sz="2000" spc="300" dirty="0"/>
              <a:t> </a:t>
            </a:r>
            <a:r>
              <a:rPr lang="en-ID" sz="2000" spc="300" dirty="0" err="1"/>
              <a:t>objek-objek</a:t>
            </a:r>
            <a:r>
              <a:rPr lang="en-ID" sz="2000" spc="300" dirty="0"/>
              <a:t> View </a:t>
            </a:r>
            <a:r>
              <a:rPr lang="en-ID" sz="2000" spc="300" dirty="0" err="1"/>
              <a:t>lainnya</a:t>
            </a:r>
            <a:r>
              <a:rPr lang="en-ID" sz="2000" spc="300" dirty="0"/>
              <a:t> dan </a:t>
            </a:r>
            <a:r>
              <a:rPr lang="en-ID" sz="2000" spc="300" dirty="0" err="1"/>
              <a:t>berguna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mengatur</a:t>
            </a:r>
            <a:r>
              <a:rPr lang="en-ID" sz="2000" spc="300" dirty="0"/>
              <a:t> </a:t>
            </a:r>
            <a:r>
              <a:rPr lang="en-ID" sz="2000" spc="300" dirty="0" err="1"/>
              <a:t>posisinya</a:t>
            </a:r>
            <a:r>
              <a:rPr lang="en-ID" sz="2000" spc="300" dirty="0"/>
              <a:t> </a:t>
            </a:r>
            <a:r>
              <a:rPr lang="en-ID" sz="2000" spc="300" dirty="0" err="1"/>
              <a:t>sehingga</a:t>
            </a:r>
            <a:r>
              <a:rPr lang="en-ID" sz="2000" spc="300" dirty="0"/>
              <a:t> </a:t>
            </a:r>
            <a:r>
              <a:rPr lang="en-ID" sz="2000" spc="300" dirty="0" err="1"/>
              <a:t>membentuk</a:t>
            </a:r>
            <a:r>
              <a:rPr lang="en-ID" sz="2000" spc="300" dirty="0"/>
              <a:t> </a:t>
            </a:r>
            <a:r>
              <a:rPr lang="en-ID" sz="2000" spc="300" dirty="0" err="1"/>
              <a:t>satu</a:t>
            </a:r>
            <a:r>
              <a:rPr lang="en-ID" sz="2000" spc="300" dirty="0"/>
              <a:t> </a:t>
            </a:r>
            <a:r>
              <a:rPr lang="en-ID" sz="2000" spc="300" dirty="0" err="1"/>
              <a:t>kesatuan</a:t>
            </a:r>
            <a:r>
              <a:rPr lang="en-ID" sz="2000" spc="300" dirty="0"/>
              <a:t> </a:t>
            </a:r>
            <a:r>
              <a:rPr lang="en-ID" sz="2000" spc="300" dirty="0" err="1"/>
              <a:t>tampilan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yang </a:t>
            </a:r>
            <a:r>
              <a:rPr lang="en-ID" sz="2000" spc="300" dirty="0" err="1"/>
              <a:t>utuh</a:t>
            </a:r>
            <a:r>
              <a:rPr lang="en-ID" sz="2000" spc="300" dirty="0"/>
              <a:t>. </a:t>
            </a:r>
            <a:r>
              <a:rPr lang="en-ID" sz="2000" spc="300" dirty="0" err="1"/>
              <a:t>Contoh</a:t>
            </a:r>
            <a:r>
              <a:rPr lang="en-ID" sz="2000" spc="300" dirty="0"/>
              <a:t> </a:t>
            </a:r>
            <a:r>
              <a:rPr lang="en-ID" sz="2000" spc="300" dirty="0" err="1"/>
              <a:t>komponen</a:t>
            </a:r>
            <a:r>
              <a:rPr lang="en-ID" sz="2000" spc="300" dirty="0"/>
              <a:t> </a:t>
            </a:r>
            <a:r>
              <a:rPr lang="en-ID" sz="2000" spc="300" dirty="0" err="1"/>
              <a:t>ViewGroup</a:t>
            </a:r>
            <a:r>
              <a:rPr lang="en-ID" sz="2000" spc="300" dirty="0"/>
              <a:t> </a:t>
            </a:r>
            <a:r>
              <a:rPr lang="en-ID" sz="2000" spc="300" dirty="0" err="1"/>
              <a:t>adalah</a:t>
            </a:r>
            <a:r>
              <a:rPr lang="en-ID" sz="2000" spc="300" dirty="0"/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 err="1"/>
              <a:t>LinearLayout</a:t>
            </a:r>
            <a:endParaRPr lang="en-ID" spc="3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 err="1"/>
              <a:t>GridLayout</a:t>
            </a:r>
            <a:endParaRPr lang="en-ID" spc="3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 err="1"/>
              <a:t>ConstraintLayout</a:t>
            </a:r>
            <a:endParaRPr lang="en-ID" spc="3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 err="1"/>
              <a:t>FrameLayout</a:t>
            </a:r>
            <a:endParaRPr lang="en-ID" spc="3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 err="1"/>
              <a:t>RelativeLayout</a:t>
            </a:r>
            <a:endParaRPr lang="en-ID" spc="3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 err="1"/>
              <a:t>TableLayout</a:t>
            </a:r>
            <a:endParaRPr lang="en-ID" sz="2000" spc="3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979261"/>
            <a:ext cx="2026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VIEWGROUP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068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C4C841-24B4-4475-8B32-B86C964415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16" y="1431919"/>
            <a:ext cx="10893168" cy="399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07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77EF21-3521-4066-992F-A5A30064EB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978" y="1459965"/>
            <a:ext cx="7378043" cy="393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58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319006"/>
            <a:ext cx="5141006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/>
              <a:t>Akan </a:t>
            </a:r>
            <a:r>
              <a:rPr lang="en-ID" sz="2000" spc="300" dirty="0" err="1"/>
              <a:t>menempatkan</a:t>
            </a:r>
            <a:r>
              <a:rPr lang="en-ID" sz="2000" spc="300" dirty="0"/>
              <a:t> </a:t>
            </a:r>
            <a:r>
              <a:rPr lang="en-ID" sz="2000" spc="300" dirty="0" err="1"/>
              <a:t>komponen-komponen</a:t>
            </a:r>
            <a:r>
              <a:rPr lang="en-ID" sz="2000" spc="300" dirty="0"/>
              <a:t> di </a:t>
            </a:r>
            <a:r>
              <a:rPr lang="en-ID" sz="2000" spc="300" dirty="0" err="1"/>
              <a:t>dalamnya</a:t>
            </a:r>
            <a:r>
              <a:rPr lang="en-ID" sz="2000" spc="300" dirty="0"/>
              <a:t> </a:t>
            </a:r>
            <a:r>
              <a:rPr lang="en-ID" sz="2000" spc="300" dirty="0" err="1"/>
              <a:t>secara</a:t>
            </a:r>
            <a:r>
              <a:rPr lang="en-ID" sz="2000" spc="300" dirty="0"/>
              <a:t> horizontal </a:t>
            </a:r>
            <a:r>
              <a:rPr lang="en-ID" sz="2000" spc="300" dirty="0" err="1"/>
              <a:t>atau</a:t>
            </a:r>
            <a:r>
              <a:rPr lang="en-ID" sz="2000" spc="300" dirty="0"/>
              <a:t> </a:t>
            </a:r>
            <a:r>
              <a:rPr lang="en-ID" sz="2000" spc="300" dirty="0" err="1"/>
              <a:t>vertikal</a:t>
            </a:r>
            <a:r>
              <a:rPr lang="en-ID" sz="2000" spc="300" dirty="0"/>
              <a:t>. </a:t>
            </a:r>
            <a:r>
              <a:rPr lang="en-ID" sz="2000" spc="300" dirty="0" err="1"/>
              <a:t>LinearLayout</a:t>
            </a:r>
            <a:r>
              <a:rPr lang="en-ID" sz="2000" spc="300" dirty="0"/>
              <a:t> </a:t>
            </a:r>
            <a:r>
              <a:rPr lang="en-ID" sz="2000" spc="300" dirty="0" err="1"/>
              <a:t>memiliki</a:t>
            </a:r>
            <a:r>
              <a:rPr lang="en-ID" sz="2000" spc="300" dirty="0"/>
              <a:t> </a:t>
            </a:r>
            <a:r>
              <a:rPr lang="en-ID" sz="2000" spc="300" dirty="0" err="1"/>
              <a:t>atribut</a:t>
            </a:r>
            <a:r>
              <a:rPr lang="en-ID" sz="2000" spc="300" dirty="0"/>
              <a:t> weight </a:t>
            </a:r>
            <a:r>
              <a:rPr lang="en-ID" sz="2000" spc="300" dirty="0" err="1"/>
              <a:t>untuk</a:t>
            </a:r>
            <a:r>
              <a:rPr lang="en-ID" sz="2000" spc="300" dirty="0"/>
              <a:t> masing-masing child view yang </a:t>
            </a:r>
            <a:r>
              <a:rPr lang="en-ID" sz="2000" spc="300" dirty="0" err="1"/>
              <a:t>berguna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menentukan</a:t>
            </a:r>
            <a:r>
              <a:rPr lang="en-ID" sz="2000" spc="300" dirty="0"/>
              <a:t> </a:t>
            </a:r>
            <a:r>
              <a:rPr lang="en-ID" sz="2000" spc="300" dirty="0" err="1"/>
              <a:t>porsi</a:t>
            </a:r>
            <a:r>
              <a:rPr lang="en-ID" sz="2000" spc="300" dirty="0"/>
              <a:t> </a:t>
            </a:r>
            <a:r>
              <a:rPr lang="en-ID" sz="2000" spc="300" dirty="0" err="1"/>
              <a:t>ukuran</a:t>
            </a:r>
            <a:r>
              <a:rPr lang="en-ID" sz="2000" spc="300" dirty="0"/>
              <a:t> View </a:t>
            </a:r>
            <a:r>
              <a:rPr lang="en-ID" sz="2000" spc="300" dirty="0" err="1"/>
              <a:t>dalam</a:t>
            </a:r>
            <a:r>
              <a:rPr lang="en-ID" sz="2000" spc="300" dirty="0"/>
              <a:t> </a:t>
            </a:r>
            <a:r>
              <a:rPr lang="en-ID" sz="2000" spc="300" dirty="0" err="1"/>
              <a:t>sebuah</a:t>
            </a:r>
            <a:r>
              <a:rPr lang="en-ID" sz="2000" spc="300" dirty="0"/>
              <a:t> </a:t>
            </a:r>
            <a:r>
              <a:rPr lang="en-ID" sz="2000" spc="300" dirty="0" err="1"/>
              <a:t>ruang</a:t>
            </a:r>
            <a:r>
              <a:rPr lang="en-ID" sz="2000" spc="300" dirty="0"/>
              <a:t> (space) yang </a:t>
            </a:r>
            <a:r>
              <a:rPr lang="en-ID" sz="2000" spc="300" dirty="0" err="1"/>
              <a:t>tersedia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979261"/>
            <a:ext cx="2462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LINEARLAYOUT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0F3210-A0C7-4610-AD0B-ECA10BB1E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48934"/>
            <a:ext cx="5772825" cy="383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015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D0D27F-1831-48F5-86C6-5F922A1B8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028" y="1013865"/>
            <a:ext cx="7969944" cy="483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814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805484"/>
            <a:ext cx="9144046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spc="300" dirty="0" err="1"/>
              <a:t>Objek</a:t>
            </a:r>
            <a:r>
              <a:rPr lang="en-ID" sz="2000" spc="300" dirty="0"/>
              <a:t> </a:t>
            </a:r>
            <a:r>
              <a:rPr lang="en-ID" sz="2000" spc="300" dirty="0" err="1"/>
              <a:t>turunan</a:t>
            </a:r>
            <a:r>
              <a:rPr lang="en-ID" sz="2000" spc="300" dirty="0"/>
              <a:t> </a:t>
            </a:r>
            <a:r>
              <a:rPr lang="en-ID" sz="2000" spc="300" dirty="0" err="1"/>
              <a:t>ViewGroup</a:t>
            </a:r>
            <a:r>
              <a:rPr lang="en-ID" sz="2000" spc="300" dirty="0"/>
              <a:t> </a:t>
            </a:r>
            <a:r>
              <a:rPr lang="en-ID" sz="2000" spc="300" dirty="0" err="1"/>
              <a:t>LinearLayout</a:t>
            </a:r>
            <a:r>
              <a:rPr lang="en-ID" sz="2000" spc="300" dirty="0"/>
              <a:t> </a:t>
            </a:r>
            <a:r>
              <a:rPr lang="en-ID" sz="2000" spc="300" dirty="0" err="1"/>
              <a:t>menjadi</a:t>
            </a:r>
            <a:r>
              <a:rPr lang="en-ID" sz="2000" spc="300" dirty="0"/>
              <a:t> </a:t>
            </a:r>
            <a:r>
              <a:rPr lang="en-ID" sz="2000" spc="300" dirty="0" err="1"/>
              <a:t>kontainer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objek</a:t>
            </a:r>
            <a:r>
              <a:rPr lang="en-ID" sz="2000" spc="300" dirty="0"/>
              <a:t> </a:t>
            </a:r>
            <a:r>
              <a:rPr lang="en-ID" sz="2000" spc="300" dirty="0" err="1"/>
              <a:t>turunan</a:t>
            </a:r>
            <a:r>
              <a:rPr lang="en-ID" sz="2000" spc="300" dirty="0"/>
              <a:t> View, Button, dan </a:t>
            </a:r>
            <a:r>
              <a:rPr lang="en-ID" sz="2000" spc="300" dirty="0" err="1"/>
              <a:t>TextView</a:t>
            </a:r>
            <a:r>
              <a:rPr lang="en-ID" sz="2000" spc="300" dirty="0"/>
              <a:t>. </a:t>
            </a:r>
            <a:r>
              <a:rPr lang="en-ID" sz="2000" spc="300" dirty="0" err="1"/>
              <a:t>Beberapa</a:t>
            </a:r>
            <a:r>
              <a:rPr lang="en-ID" sz="2000" spc="300" dirty="0"/>
              <a:t> </a:t>
            </a:r>
            <a:r>
              <a:rPr lang="en-ID" sz="2000" spc="300" dirty="0" err="1"/>
              <a:t>komponen</a:t>
            </a:r>
            <a:r>
              <a:rPr lang="en-ID" sz="2000" spc="300" dirty="0"/>
              <a:t> </a:t>
            </a:r>
            <a:r>
              <a:rPr lang="en-ID" sz="2000" spc="300" dirty="0" err="1"/>
              <a:t>ViewGroup</a:t>
            </a:r>
            <a:r>
              <a:rPr lang="en-ID" sz="2000" spc="300" dirty="0"/>
              <a:t> </a:t>
            </a:r>
            <a:r>
              <a:rPr lang="en-ID" sz="2000" spc="300" dirty="0" err="1"/>
              <a:t>seperti</a:t>
            </a:r>
            <a:r>
              <a:rPr lang="en-ID" sz="2000" spc="300" dirty="0"/>
              <a:t> </a:t>
            </a:r>
            <a:r>
              <a:rPr lang="en-ID" sz="2000" spc="300" dirty="0" err="1"/>
              <a:t>LinearLayout</a:t>
            </a:r>
            <a:r>
              <a:rPr lang="en-ID" sz="2000" spc="300" dirty="0"/>
              <a:t>, </a:t>
            </a:r>
            <a:r>
              <a:rPr lang="en-ID" sz="2000" spc="300" dirty="0" err="1"/>
              <a:t>RelativeLayout</a:t>
            </a:r>
            <a:r>
              <a:rPr lang="en-ID" sz="2000" spc="300" dirty="0"/>
              <a:t>, </a:t>
            </a:r>
            <a:r>
              <a:rPr lang="en-ID" sz="2000" spc="300" dirty="0" err="1"/>
              <a:t>FrameLayout</a:t>
            </a:r>
            <a:r>
              <a:rPr lang="en-ID" sz="2000" spc="300" dirty="0"/>
              <a:t>, dan </a:t>
            </a:r>
            <a:r>
              <a:rPr lang="en-ID" sz="2000" spc="300" dirty="0" err="1"/>
              <a:t>TableLayout</a:t>
            </a:r>
            <a:r>
              <a:rPr lang="en-ID" sz="2000" spc="300" dirty="0"/>
              <a:t> </a:t>
            </a:r>
            <a:r>
              <a:rPr lang="en-ID" sz="2000" spc="300" dirty="0" err="1"/>
              <a:t>merupakan</a:t>
            </a:r>
            <a:r>
              <a:rPr lang="en-ID" sz="2000" spc="300" dirty="0"/>
              <a:t> </a:t>
            </a:r>
            <a:r>
              <a:rPr lang="en-ID" sz="2000" spc="300" dirty="0" err="1"/>
              <a:t>komponen</a:t>
            </a:r>
            <a:r>
              <a:rPr lang="en-ID" sz="2000" spc="300" dirty="0"/>
              <a:t> yang paling </a:t>
            </a:r>
            <a:r>
              <a:rPr lang="en-ID" sz="2000" spc="300" dirty="0" err="1"/>
              <a:t>banyak</a:t>
            </a:r>
            <a:r>
              <a:rPr lang="en-ID" sz="2000" spc="300" dirty="0"/>
              <a:t> </a:t>
            </a:r>
            <a:r>
              <a:rPr lang="en-ID" sz="2000" spc="300" dirty="0" err="1"/>
              <a:t>digunakan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menjadi</a:t>
            </a:r>
            <a:r>
              <a:rPr lang="en-ID" sz="2000" spc="300" dirty="0"/>
              <a:t> parent/root </a:t>
            </a:r>
            <a:r>
              <a:rPr lang="en-ID" sz="2000" spc="300" dirty="0" err="1"/>
              <a:t>dari</a:t>
            </a:r>
            <a:r>
              <a:rPr lang="en-ID" sz="2000" spc="300" dirty="0"/>
              <a:t> </a:t>
            </a:r>
            <a:r>
              <a:rPr lang="en-ID" sz="2000" spc="300" dirty="0" err="1"/>
              <a:t>komponen-komponen</a:t>
            </a:r>
            <a:r>
              <a:rPr lang="en-ID" sz="2000" spc="300" dirty="0"/>
              <a:t> View.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34072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564640"/>
            <a:ext cx="9144046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3200" b="1" spc="300" dirty="0"/>
              <a:t>TIME FOR CODING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7CA68-05D9-495B-9074-D8969B39BC3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32" b="17694"/>
          <a:stretch/>
        </p:blipFill>
        <p:spPr>
          <a:xfrm>
            <a:off x="3567430" y="2387600"/>
            <a:ext cx="488061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91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4408681" y="2939967"/>
            <a:ext cx="3374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TERIMAKASIH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073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276</Words>
  <Application>Microsoft Office PowerPoint</Application>
  <PresentationFormat>Widescreen</PresentationFormat>
  <Paragraphs>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Nirmala UI</vt:lpstr>
      <vt:lpstr>Calibri Light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Ahmad Fauzan</cp:lastModifiedBy>
  <cp:revision>70</cp:revision>
  <dcterms:created xsi:type="dcterms:W3CDTF">2023-03-27T01:36:44Z</dcterms:created>
  <dcterms:modified xsi:type="dcterms:W3CDTF">2023-05-08T22:47:53Z</dcterms:modified>
</cp:coreProperties>
</file>