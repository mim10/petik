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2" r:id="rId5"/>
    <p:sldId id="291" r:id="rId6"/>
    <p:sldId id="273" r:id="rId7"/>
    <p:sldId id="293" r:id="rId8"/>
    <p:sldId id="294" r:id="rId9"/>
    <p:sldId id="295" r:id="rId10"/>
    <p:sldId id="296" r:id="rId11"/>
    <p:sldId id="297" r:id="rId12"/>
    <p:sldId id="299" r:id="rId13"/>
    <p:sldId id="300" r:id="rId14"/>
    <p:sldId id="290" r:id="rId15"/>
    <p:sldId id="301" r:id="rId16"/>
    <p:sldId id="302" r:id="rId17"/>
    <p:sldId id="304" r:id="rId18"/>
    <p:sldId id="303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272" r:id="rId37"/>
  </p:sldIdLst>
  <p:sldSz cx="12192000" cy="6858000"/>
  <p:notesSz cx="6858000" cy="9144000"/>
  <p:embeddedFontLs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Calibri Light" panose="020F0302020204030204" pitchFamily="34" charset="0"/>
      <p:regular r:id="rId42"/>
      <p:italic r:id="rId43"/>
    </p:embeddedFont>
    <p:embeddedFont>
      <p:font typeface="Nirmala UI" panose="020B0502040204020203" pitchFamily="34" charset="0"/>
      <p:regular r:id="rId44"/>
      <p:bold r:id="rId45"/>
    </p:embeddedFont>
    <p:embeddedFont>
      <p:font typeface="Poppins Medium" panose="00000600000000000000" pitchFamily="2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22/05/2023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hyperlink" Target="https://github.com/dicodingacademy/assets/raw/main/ios_pemula_academy/resources/MyHeroApps.zip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9F7D2CD0-94DF-40DC-99A7-D80752F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860118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034119" y="2905780"/>
            <a:ext cx="61237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RECYCLERVIEW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APA YANG KALIAN KETAHUI TENTANG RECYCLE?</a:t>
            </a:r>
            <a:endParaRPr lang="en-ID" sz="2400" b="1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40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076056" y="3028890"/>
            <a:ext cx="4039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RECYCLE = DAUR ULANG</a:t>
            </a:r>
            <a:endParaRPr lang="en-ID" sz="2000" b="1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2424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611099" y="1745298"/>
            <a:ext cx="8969801" cy="3012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komponen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(widget)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canggih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ketimbang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pendahulunya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yakni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Gambar di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menunjukkan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perbedaan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jika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objek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tiap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item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awal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sampai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akhir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Sedangkan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jika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objek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sebatas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ukuran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di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2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BC0DF-A405-47A0-99D6-ADD4989EB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5297" y="853969"/>
            <a:ext cx="4838115" cy="518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2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07042" y="1325420"/>
            <a:ext cx="8969801" cy="3884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kelebihan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ketika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memori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performa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default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ViewHolder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Mudah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memberikan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animasi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memperbarui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item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ItemAnimator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Mendukung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LayoutManager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mengubah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tata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letak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Mendukung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pengguliran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(scrolling)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vertikal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horizontal.</a:t>
            </a:r>
            <a:endParaRPr lang="en-ID" sz="12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746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748A18-D053-441C-BB4A-5CD9E8BCF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387" y="1930666"/>
            <a:ext cx="7981225" cy="299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03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611099" y="2988815"/>
            <a:ext cx="8969801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hal-hal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wajib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Ketika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endParaRPr lang="en-ID" sz="12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6548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912789" y="1920026"/>
            <a:ext cx="4183211" cy="153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merupakan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komponen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ViewGroup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XML.</a:t>
            </a:r>
            <a:endParaRPr lang="en-ID" sz="12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The Android Arsenal - Scroll Views - Recycler Fast Scroll">
            <a:extLst>
              <a:ext uri="{FF2B5EF4-FFF2-40B4-BE49-F238E27FC236}">
                <a16:creationId xmlns:a16="http://schemas.microsoft.com/office/drawing/2014/main" id="{BCBE0876-6DCC-4CE1-828D-AB939CA5AE7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28" y="1168322"/>
            <a:ext cx="2547243" cy="452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147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957949" y="1341929"/>
            <a:ext cx="6456771" cy="116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LayoutManager</a:t>
            </a:r>
            <a:r>
              <a:rPr lang="en-ID" sz="1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mengatur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tata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letak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item di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pilih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z="12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98C9F-86EC-4D78-90C5-CAD52D095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20" y="2821391"/>
            <a:ext cx="6843353" cy="31016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41290F-7914-4E45-8525-96D79FE55AD7}"/>
              </a:ext>
            </a:extLst>
          </p:cNvPr>
          <p:cNvSpPr txBox="1"/>
          <p:nvPr/>
        </p:nvSpPr>
        <p:spPr>
          <a:xfrm>
            <a:off x="7943157" y="2147314"/>
            <a:ext cx="3986646" cy="2970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LinearLayoutManager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kolom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linear.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GridLayoutManager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kolom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grid.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StaggeredLayoutManager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menyesuaikan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tinggi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item.</a:t>
            </a:r>
            <a:endParaRPr lang="en-ID" sz="11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31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147677" y="1037564"/>
            <a:ext cx="10170160" cy="4586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source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sumber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biasanya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berupa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List/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ArrayList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Layout item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XML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baris item.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RecyclerView.Adapter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yang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menghubungkan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source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Di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dalamnya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onCreateViewHolder</a:t>
            </a:r>
            <a:r>
              <a:rPr lang="en-ID" sz="1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ViewHolder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terhubung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layout item.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onBindViewHolder</a:t>
            </a:r>
            <a:r>
              <a:rPr lang="en-ID" sz="1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menetapkan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source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ViewHolder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posisinya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getItemCount</a:t>
            </a:r>
            <a:r>
              <a:rPr lang="en-ID" sz="1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menetapkan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ukuran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jumlah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RecyclerView.ViewHolder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menentukan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bagaimana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4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4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Layout Item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86276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098113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Buat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Android Studio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2C998-B601-4551-B4FE-AFCB9FBA1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3" y="1786429"/>
            <a:ext cx="7677917" cy="382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84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322042"/>
            <a:ext cx="9144046" cy="153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project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Kotlin,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plugin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kotlin-parcelize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fitur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@Parcelize.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menerapkan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fitur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Kotlin 1.4.20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Cek pada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build.gradle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(module: app).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5868D-D568-4703-A437-5D20948772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345" y="3408159"/>
            <a:ext cx="9014834" cy="244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74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032788"/>
            <a:ext cx="9144046" cy="1904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Sambil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menunggu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sync,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unduh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terlebih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dahulu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asset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dibutuhkan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latihan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4"/>
              </a:rPr>
              <a:t>Kumpulan Gambar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  <a:hlinkClick r:id="rId4"/>
              </a:rPr>
              <a:t>Pahlawan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Setelah proses sync project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selesai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ekstraklah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zip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masukkan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folder drawable.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78C437-DD37-4F57-8964-D9C4D73EC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426" y="3003033"/>
            <a:ext cx="6875147" cy="297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737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9852" y="1568717"/>
            <a:ext cx="5949843" cy="153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diminta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menentukan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spesifikasi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Silakan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Refactor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menyetujuinya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05C4A5-2DE6-41B6-8274-0D6F5C1E2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695" y="1715286"/>
            <a:ext cx="4473328" cy="13640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E17521-CA0D-45F0-8034-DAF5FCCE7757}"/>
              </a:ext>
            </a:extLst>
          </p:cNvPr>
          <p:cNvSpPr txBox="1"/>
          <p:nvPr/>
        </p:nvSpPr>
        <p:spPr>
          <a:xfrm>
            <a:off x="1249852" y="4104996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Jika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6C3A68-5748-4365-8FA9-B77D0EE32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9695" y="3429000"/>
            <a:ext cx="3045317" cy="258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222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275390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activity_main.xml kalian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ABCDD-F64E-49F2-B4D5-9350E2AA8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174" y="2562399"/>
            <a:ext cx="4811652" cy="294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4884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6737" y="1294051"/>
            <a:ext cx="6080205" cy="4489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komponen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sudah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saatnya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item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layout xml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Karena data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pertama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list,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buat layout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direktori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layout → new → layout resource file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item_row_hero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Pastikan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Root element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ConstraintLayout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terlebih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dahulu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01F0F1-7510-43C3-A71E-C24625EB4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42" y="2015367"/>
            <a:ext cx="4336156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6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275390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list item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item_hero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imageView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TextView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EA00A5-715C-46D4-8BB9-EEFBF3ACE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97" y="2719243"/>
            <a:ext cx="3825174" cy="2365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12CE28-6CD1-44DF-A2D4-10AA82046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582" y="2564046"/>
            <a:ext cx="3501091" cy="27076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2CC1C5-F74B-4BCA-B05A-DC6742ED0E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787" y="2564046"/>
            <a:ext cx="3501092" cy="24934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C5AAE0-EE49-453A-93F1-43AA2E0B682B}"/>
              </a:ext>
            </a:extLst>
          </p:cNvPr>
          <p:cNvSpPr txBox="1"/>
          <p:nvPr/>
        </p:nvSpPr>
        <p:spPr>
          <a:xfrm>
            <a:off x="1222310" y="5394368"/>
            <a:ext cx="17219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Foto </a:t>
            </a:r>
            <a:r>
              <a:rPr lang="en-US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Pahlawan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360F03-3AE7-4989-935F-302589EA94F0}"/>
              </a:ext>
            </a:extLst>
          </p:cNvPr>
          <p:cNvSpPr txBox="1"/>
          <p:nvPr/>
        </p:nvSpPr>
        <p:spPr>
          <a:xfrm>
            <a:off x="5138049" y="5385871"/>
            <a:ext cx="1915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Poppins Medium" panose="00000600000000000000" pitchFamily="2" charset="0"/>
                <a:cs typeface="Poppins Medium" panose="00000600000000000000" pitchFamily="2" charset="0"/>
              </a:rPr>
              <a:t>Nama </a:t>
            </a:r>
            <a:r>
              <a:rPr lang="en-US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Pahlawan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10F94A-C4A9-41CA-A8CF-4977DDB4DC5F}"/>
              </a:ext>
            </a:extLst>
          </p:cNvPr>
          <p:cNvSpPr txBox="1"/>
          <p:nvPr/>
        </p:nvSpPr>
        <p:spPr>
          <a:xfrm>
            <a:off x="9378476" y="5375583"/>
            <a:ext cx="11160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Deskripsi</a:t>
            </a:r>
            <a:endParaRPr lang="en-ID" sz="1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938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275390"/>
            <a:ext cx="9144046" cy="1163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Akan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eror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@string/heroes_name.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Anda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res → values → strings.xml.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112D06-451F-4BD8-876C-3BCD1E477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04" y="3079312"/>
            <a:ext cx="3868199" cy="7240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88118E-A343-423C-BC95-92071F1B3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83" y="3079312"/>
            <a:ext cx="2526049" cy="29900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1F64A5-5766-449C-9BDB-E24FD2B5A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8887" y="3087415"/>
            <a:ext cx="3612193" cy="267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44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275390"/>
            <a:ext cx="9144046" cy="153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buat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model data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bernama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Hero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package → new → Java/Kotlin class. Class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nantinya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menampung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property data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49D4EE-E251-435E-B25C-DB007A922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806" y="2897262"/>
            <a:ext cx="8100885" cy="1640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395AC1-607E-4600-9CCF-A0C3E6BB0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987" y="4434917"/>
            <a:ext cx="2370025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05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499321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property data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deskripsi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photo.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F31F12-36A0-4861-9568-0E5C6834F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568" y="2552811"/>
            <a:ext cx="7932864" cy="26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410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499321"/>
            <a:ext cx="9144046" cy="1904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Sekarang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adapter yang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memformat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bagaimana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tiap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elemen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koleksi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ditampilkan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Buat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adapter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manual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kanan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package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utama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→ new → Kotlin/Java Class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ListHeroAdapter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2977F-8276-4BB1-B942-1AC05B895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2862" y="3557207"/>
            <a:ext cx="3346275" cy="190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22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07429"/>
            <a:ext cx="9144046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kelas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adapter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berhasil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dibuat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lengkapi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465A62-A914-432A-BC9A-9DAAB2F2B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325" y="2116166"/>
            <a:ext cx="8271350" cy="247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35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958137"/>
            <a:ext cx="9144046" cy="1534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Masih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garis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arahkan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kursor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ListHeroAdapter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lakukan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alt+enter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/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tombol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pilih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implement members (Kotlin)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implement methods(Java).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315EB9-6F38-45FF-B666-CC9836518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151" y="2527119"/>
            <a:ext cx="4721698" cy="12625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8A7768-14AD-4DBE-8BF7-D074F309B4F2}"/>
              </a:ext>
            </a:extLst>
          </p:cNvPr>
          <p:cNvSpPr txBox="1"/>
          <p:nvPr/>
        </p:nvSpPr>
        <p:spPr>
          <a:xfrm>
            <a:off x="2245542" y="4479919"/>
            <a:ext cx="4061951" cy="79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pilih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ketiga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method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klik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2A791E-4467-4EBF-852C-4AD3A4D36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955" y="4075106"/>
            <a:ext cx="3688400" cy="20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77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723246"/>
            <a:ext cx="9144046" cy="1165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Masih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garis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karena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ListViewHolder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seharusnya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inherit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RecyclerView.ViewHolder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ubah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kodenya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ED143B-DBEB-441E-B65F-CDBAF1C8A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990" y="3483094"/>
            <a:ext cx="9967824" cy="91447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326344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44743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lengkapi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onCreateViewHolder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7126D-6601-443C-A3DA-B2E2EBC1E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086" y="1759665"/>
            <a:ext cx="8779001" cy="10211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761DE5-176A-4689-8731-D84C64252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511" y="3969863"/>
            <a:ext cx="6104149" cy="1790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34D871-E900-4BDB-A60B-6EDEEC38A854}"/>
              </a:ext>
            </a:extLst>
          </p:cNvPr>
          <p:cNvSpPr txBox="1"/>
          <p:nvPr/>
        </p:nvSpPr>
        <p:spPr>
          <a:xfrm>
            <a:off x="1794562" y="3419072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onBindViewHolder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getItemCount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59507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144743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lengkapi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onCreateViewHolder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F7126D-6601-443C-A3DA-B2E2EBC1E8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7086" y="1759665"/>
            <a:ext cx="8779001" cy="10211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761DE5-176A-4689-8731-D84C64252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511" y="3969863"/>
            <a:ext cx="6104149" cy="1790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34D871-E900-4BDB-A60B-6EDEEC38A854}"/>
              </a:ext>
            </a:extLst>
          </p:cNvPr>
          <p:cNvSpPr txBox="1"/>
          <p:nvPr/>
        </p:nvSpPr>
        <p:spPr>
          <a:xfrm>
            <a:off x="1794562" y="3419072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onBindViewHolder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getItemCount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07123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26557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lengkapi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ListViewHolder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A918EC-2206-4D26-AA74-DC56AA742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4809" y="2238882"/>
            <a:ext cx="6942422" cy="1295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33044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654604" y="849467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Lengkapi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MainActivity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2C8757-F4D2-45A7-8FCC-3B9C8813C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204" y="1606046"/>
            <a:ext cx="5109940" cy="38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883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654604" y="1381314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Isi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showRecyclerList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1302E2-E0E1-4C6F-B066-AF617DE19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647" y="2113929"/>
            <a:ext cx="4728660" cy="186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05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654604" y="1381314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Isi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getListHeroes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B24FF4-3525-4A5C-B777-FA35780B6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77" y="2074083"/>
            <a:ext cx="6616295" cy="332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52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654604" y="1381314"/>
            <a:ext cx="9144046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Jalankan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dan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tampil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46A6F9-C49D-4FDA-8FEE-EE000ED74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850" y="1899329"/>
            <a:ext cx="2224293" cy="398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592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804</Words>
  <Application>Microsoft Office PowerPoint</Application>
  <PresentationFormat>Widescreen</PresentationFormat>
  <Paragraphs>62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Calibri Light</vt:lpstr>
      <vt:lpstr>Nirmala UI</vt:lpstr>
      <vt:lpstr>Arial</vt:lpstr>
      <vt:lpstr>Calibri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121</cp:revision>
  <dcterms:created xsi:type="dcterms:W3CDTF">2023-03-27T01:36:44Z</dcterms:created>
  <dcterms:modified xsi:type="dcterms:W3CDTF">2023-05-22T01:55:52Z</dcterms:modified>
</cp:coreProperties>
</file>