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7" r:id="rId14"/>
    <p:sldId id="269" r:id="rId15"/>
    <p:sldId id="270" r:id="rId16"/>
    <p:sldId id="271" r:id="rId17"/>
    <p:sldId id="273" r:id="rId18"/>
    <p:sldId id="272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43" d="100"/>
          <a:sy n="43" d="100"/>
        </p:scale>
        <p:origin x="61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9E325-5EAA-480A-81BA-0EA5676E48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69C70E-5875-4AF5-BBFC-72EC75A001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1D4AE2-9902-4972-A6A2-AA315F152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B5220-94FA-4DD9-9ED6-C13B07E3BBB2}" type="datetimeFigureOut">
              <a:rPr lang="en-ID" smtClean="0"/>
              <a:t>22/05/2023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D1ED90-5084-4B19-A00E-9E78ADDD3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E60BF9-A85D-4B50-A393-7137582CD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F6289-1DF4-4978-8E42-F8F8671FF37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601637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3AC33-5C12-4F62-96C5-6AE03B92A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20D4F7-A771-43CC-88EA-7F3DDDBA20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8034EE-A72E-431E-A8FF-9DDD4F2E2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B5220-94FA-4DD9-9ED6-C13B07E3BBB2}" type="datetimeFigureOut">
              <a:rPr lang="en-ID" smtClean="0"/>
              <a:t>22/05/2023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B960C8-0281-4AF3-B9CB-3919E4BF5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10772F-88F1-4B8B-BD1C-37FEC7622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F6289-1DF4-4978-8E42-F8F8671FF37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185376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BA791-78C5-4BCE-BC6D-CA58ECAA3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C3CA01-4F78-4D2E-9A35-91155C621B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1CA56B-51E6-4F5C-AA9A-7047999E5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B5220-94FA-4DD9-9ED6-C13B07E3BBB2}" type="datetimeFigureOut">
              <a:rPr lang="en-ID" smtClean="0"/>
              <a:t>22/05/2023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EBDDC-4521-4C93-A6BB-A6CB1C4CF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4E79AE-2958-45BA-A68C-FAD56CF05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F6289-1DF4-4978-8E42-F8F8671FF37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6755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4D696-42E5-4DF9-BC88-FF19A28A6F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B48B10-2AAB-4B84-8E4C-91AE82627A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FE5086-44CC-4793-89A0-813112ADA6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585686-4B6E-48CF-A7B5-3503F9926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B5220-94FA-4DD9-9ED6-C13B07E3BBB2}" type="datetimeFigureOut">
              <a:rPr lang="en-ID" smtClean="0"/>
              <a:t>22/05/2023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E1F9AC-BBC6-4E4F-917A-E9A16A2F6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CC0E98-021B-4296-B14C-89A5F7B49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F6289-1DF4-4978-8E42-F8F8671FF37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719537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682BA-90AD-48F8-A91B-76F1BD24F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1E4D24-A6CF-4B80-98AF-67EABDA1C1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BF6DF0-5FC4-4021-B09A-43466AEE10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F5E381-74F1-488F-B79C-E44F065E3D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072AB5-61DD-4ED8-895F-AFD544B64B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5227A3-D7C8-43B8-9478-681620DC2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B5220-94FA-4DD9-9ED6-C13B07E3BBB2}" type="datetimeFigureOut">
              <a:rPr lang="en-ID" smtClean="0"/>
              <a:t>22/05/2023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D517B8A-D93A-47D2-BE52-F41E2C203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54B13D-AA6C-4D63-96EB-335DDA391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F6289-1DF4-4978-8E42-F8F8671FF37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486250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6D32E-E775-403B-9893-BD79BC2B2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FC1B4A-A845-40F0-B43A-7A8F23BD2C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B5220-94FA-4DD9-9ED6-C13B07E3BBB2}" type="datetimeFigureOut">
              <a:rPr lang="en-ID" smtClean="0"/>
              <a:t>22/05/2023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0DC5EC-E611-4DF1-9457-2C6D77F1C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7BAD39-91C0-4570-B48E-2E17CB72B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F6289-1DF4-4978-8E42-F8F8671FF37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584106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1C170F-D242-47F1-8C0F-663FAA90C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B5220-94FA-4DD9-9ED6-C13B07E3BBB2}" type="datetimeFigureOut">
              <a:rPr lang="en-ID" smtClean="0"/>
              <a:t>22/05/2023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284264-F580-4C25-A98D-431D0F469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161F6B-E3DB-4FD5-B117-A225BEBE3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F6289-1DF4-4978-8E42-F8F8671FF37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689583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115BB-41FE-467D-81BD-30B3128D3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F77B1B-3D3F-40CD-BFB8-3C0942D263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C76F15-C204-4B0B-83E8-C746637525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82CA90-C733-4338-97F7-F43ED9706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B5220-94FA-4DD9-9ED6-C13B07E3BBB2}" type="datetimeFigureOut">
              <a:rPr lang="en-ID" smtClean="0"/>
              <a:t>22/05/2023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BE43E1-62CA-48E2-AA98-1013AA075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9D8A4F-AC5A-4D60-8C5D-A86A06F7B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F6289-1DF4-4978-8E42-F8F8671FF37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34225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88D84-3A14-4332-B1A4-CAF8F43DC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78A2814-ABE7-4738-BC36-38770D393A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19EAD0-B254-4D24-8110-45C2F0DD9D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4DE529-AE79-4751-9243-28776DB05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B5220-94FA-4DD9-9ED6-C13B07E3BBB2}" type="datetimeFigureOut">
              <a:rPr lang="en-ID" smtClean="0"/>
              <a:t>22/05/2023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3902C8-9A3F-4AAC-9EA2-401245B58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DCCF4E-EE22-4CAD-A6D6-7C22F6060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F6289-1DF4-4978-8E42-F8F8671FF37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430405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AA2A6-9479-41C9-8A29-5F708D373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350101-69A2-4487-905A-CDA9B495D2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663450-55C0-4413-9BB9-2383C0790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B5220-94FA-4DD9-9ED6-C13B07E3BBB2}" type="datetimeFigureOut">
              <a:rPr lang="en-ID" smtClean="0"/>
              <a:t>22/05/2023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89A9B0-D92C-4AD1-9B3E-7B9D87101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355BE9-48D2-48E8-A567-B502CE23F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F6289-1DF4-4978-8E42-F8F8671FF37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607592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6C9C839-1748-4A5E-AE29-B48BEF3BBF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54C2F0-CB92-486D-AAD8-0257AB024A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E45BEB-067A-4449-A620-D5217A410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B5220-94FA-4DD9-9ED6-C13B07E3BBB2}" type="datetimeFigureOut">
              <a:rPr lang="en-ID" smtClean="0"/>
              <a:t>22/05/2023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6566CE-C044-4F77-BFA6-76C2E5596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F4232B-A1F3-4083-9151-2F445CF03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F6289-1DF4-4978-8E42-F8F8671FF37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936906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BDAA49-688C-430B-AF4C-F7B3AF39C0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90F00A-5D40-4557-B057-CFAC280216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B7AE7C-725B-4014-8870-F942C9B93A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4B5220-94FA-4DD9-9ED6-C13B07E3BBB2}" type="datetimeFigureOut">
              <a:rPr lang="en-ID" smtClean="0"/>
              <a:t>22/05/2023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DCDAE6-6E5E-42B7-B666-DF9F59F767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2543CF-4277-413C-A586-5E1669F620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2F6289-1DF4-4978-8E42-F8F8671FF37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30455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5199" y="1815513"/>
            <a:ext cx="5181601" cy="27223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3AAC676-CB9B-4751-B85B-324CE1705B81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39539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D831133-7C2B-4E3D-A967-B3A0DB70140F}"/>
              </a:ext>
            </a:extLst>
          </p:cNvPr>
          <p:cNvSpPr txBox="1"/>
          <p:nvPr/>
        </p:nvSpPr>
        <p:spPr>
          <a:xfrm>
            <a:off x="1010920" y="1434673"/>
            <a:ext cx="58047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LINIMASA ANDROID DEVELOPER</a:t>
            </a:r>
            <a:endParaRPr lang="en-ID" sz="2800" b="1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244415" y="1936978"/>
            <a:ext cx="4040465" cy="32762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spc="300" dirty="0"/>
              <a:t>PENGENALAN ANDROID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2000" spc="300" dirty="0"/>
              <a:t>ACTIVITY ANDROID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2000" spc="300" dirty="0"/>
              <a:t>INTENT ANDROID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2000" spc="300" dirty="0"/>
              <a:t>VIEW ANDROID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2000" spc="300" dirty="0"/>
              <a:t>VIEWGROUP ANDROID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2000" spc="300" dirty="0"/>
              <a:t>STYLE &amp; THEME ANDROID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2000" spc="300" dirty="0"/>
              <a:t>RECYCLERVIEW ANDROID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2050" name="Picture 2" descr="Google Developers Indonesia Blog: Android Studio 4.2">
            <a:extLst>
              <a:ext uri="{FF2B5EF4-FFF2-40B4-BE49-F238E27FC236}">
                <a16:creationId xmlns:a16="http://schemas.microsoft.com/office/drawing/2014/main" id="{0599EFBF-C5F1-475E-BD55-F6A2C3873D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1080" y="1577231"/>
            <a:ext cx="3418840" cy="3418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02405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D831133-7C2B-4E3D-A967-B3A0DB70140F}"/>
              </a:ext>
            </a:extLst>
          </p:cNvPr>
          <p:cNvSpPr txBox="1"/>
          <p:nvPr/>
        </p:nvSpPr>
        <p:spPr>
          <a:xfrm>
            <a:off x="3268143" y="2905780"/>
            <a:ext cx="56557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spc="300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PENGENALAN ANDROID</a:t>
            </a:r>
            <a:endParaRPr lang="en-ID" sz="3200" b="1" spc="300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431892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D831133-7C2B-4E3D-A967-B3A0DB70140F}"/>
              </a:ext>
            </a:extLst>
          </p:cNvPr>
          <p:cNvSpPr txBox="1"/>
          <p:nvPr/>
        </p:nvSpPr>
        <p:spPr>
          <a:xfrm>
            <a:off x="2362445" y="3038719"/>
            <a:ext cx="74671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APA YANG KAMU KETAHUI TENTANG ANDROID ?</a:t>
            </a:r>
            <a:endParaRPr lang="en-ID" sz="2400" b="1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8" name="Picture 4">
            <a:extLst>
              <a:ext uri="{FF2B5EF4-FFF2-40B4-BE49-F238E27FC236}">
                <a16:creationId xmlns:a16="http://schemas.microsoft.com/office/drawing/2014/main" id="{7947E6BE-F919-44A0-8299-449E7B8D75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599" y="4333240"/>
            <a:ext cx="3352800" cy="18807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133865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208994" y="1869291"/>
            <a:ext cx="9774012" cy="2814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sz="2000" b="1" spc="300" dirty="0"/>
              <a:t>Android</a:t>
            </a:r>
            <a:r>
              <a:rPr lang="en-ID" sz="2000" spc="300" dirty="0"/>
              <a:t> </a:t>
            </a:r>
            <a:r>
              <a:rPr lang="en-ID" sz="2000" spc="300" dirty="0" err="1"/>
              <a:t>adalah</a:t>
            </a:r>
            <a:r>
              <a:rPr lang="en-ID" sz="2000" spc="300" dirty="0"/>
              <a:t> </a:t>
            </a:r>
            <a:r>
              <a:rPr lang="en-ID" sz="2000" spc="300" dirty="0" err="1"/>
              <a:t>sistem</a:t>
            </a:r>
            <a:r>
              <a:rPr lang="en-ID" sz="2000" spc="300" dirty="0"/>
              <a:t> </a:t>
            </a:r>
            <a:r>
              <a:rPr lang="en-ID" sz="2000" spc="300" dirty="0" err="1"/>
              <a:t>operasi</a:t>
            </a:r>
            <a:r>
              <a:rPr lang="en-ID" sz="2000" spc="300" dirty="0"/>
              <a:t> yang </a:t>
            </a:r>
            <a:r>
              <a:rPr lang="en-ID" sz="2000" spc="300" dirty="0" err="1"/>
              <a:t>dikeluarkan</a:t>
            </a:r>
            <a:r>
              <a:rPr lang="en-ID" sz="2000" spc="300" dirty="0"/>
              <a:t> oleh Google. Android </a:t>
            </a:r>
            <a:r>
              <a:rPr lang="en-ID" sz="2000" spc="300" dirty="0" err="1"/>
              <a:t>dibuat</a:t>
            </a:r>
            <a:r>
              <a:rPr lang="en-ID" sz="2000" spc="300" dirty="0"/>
              <a:t> </a:t>
            </a:r>
            <a:r>
              <a:rPr lang="en-ID" sz="2000" spc="300" dirty="0" err="1"/>
              <a:t>khusus</a:t>
            </a:r>
            <a:r>
              <a:rPr lang="en-ID" sz="2000" spc="300" dirty="0"/>
              <a:t> </a:t>
            </a:r>
            <a:r>
              <a:rPr lang="en-ID" sz="2000" spc="300" dirty="0" err="1"/>
              <a:t>untuk</a:t>
            </a:r>
            <a:r>
              <a:rPr lang="en-ID" sz="2000" spc="300" dirty="0"/>
              <a:t> smartphone dan tablet. </a:t>
            </a:r>
            <a:r>
              <a:rPr lang="en-ID" sz="2000" spc="300" dirty="0" err="1"/>
              <a:t>Berbagai</a:t>
            </a:r>
            <a:r>
              <a:rPr lang="en-ID" sz="2000" spc="300" dirty="0"/>
              <a:t> </a:t>
            </a:r>
            <a:r>
              <a:rPr lang="en-ID" sz="2000" spc="300" dirty="0" err="1"/>
              <a:t>macam</a:t>
            </a:r>
            <a:r>
              <a:rPr lang="en-ID" sz="2000" spc="300" dirty="0"/>
              <a:t> </a:t>
            </a:r>
            <a:r>
              <a:rPr lang="en-ID" sz="2000" spc="300" dirty="0" err="1"/>
              <a:t>produsen</a:t>
            </a:r>
            <a:r>
              <a:rPr lang="en-ID" sz="2000" spc="300" dirty="0"/>
              <a:t> </a:t>
            </a:r>
            <a:r>
              <a:rPr lang="en-ID" sz="2000" spc="300" dirty="0" err="1"/>
              <a:t>telah</a:t>
            </a:r>
            <a:r>
              <a:rPr lang="en-ID" sz="2000" spc="300" dirty="0"/>
              <a:t> </a:t>
            </a:r>
            <a:r>
              <a:rPr lang="en-ID" sz="2000" spc="300" dirty="0" err="1"/>
              <a:t>menggunakan</a:t>
            </a:r>
            <a:r>
              <a:rPr lang="en-ID" sz="2000" spc="300" dirty="0"/>
              <a:t> Android </a:t>
            </a:r>
            <a:r>
              <a:rPr lang="en-ID" sz="2000" spc="300" dirty="0" err="1"/>
              <a:t>sebagai</a:t>
            </a:r>
            <a:r>
              <a:rPr lang="en-ID" sz="2000" spc="300" dirty="0"/>
              <a:t> </a:t>
            </a:r>
            <a:r>
              <a:rPr lang="en-ID" sz="2000" spc="300" dirty="0" err="1"/>
              <a:t>sistem</a:t>
            </a:r>
            <a:r>
              <a:rPr lang="en-ID" sz="2000" spc="300" dirty="0"/>
              <a:t> </a:t>
            </a:r>
            <a:r>
              <a:rPr lang="en-ID" sz="2000" spc="300" dirty="0" err="1"/>
              <a:t>operasi</a:t>
            </a:r>
            <a:r>
              <a:rPr lang="en-ID" sz="2000" spc="300" dirty="0"/>
              <a:t> </a:t>
            </a:r>
            <a:r>
              <a:rPr lang="en-ID" sz="2000" spc="300" dirty="0" err="1"/>
              <a:t>untuk</a:t>
            </a:r>
            <a:r>
              <a:rPr lang="en-ID" sz="2000" spc="300" dirty="0"/>
              <a:t> </a:t>
            </a:r>
            <a:r>
              <a:rPr lang="en-ID" sz="2000" spc="300" dirty="0" err="1"/>
              <a:t>peranti</a:t>
            </a:r>
            <a:r>
              <a:rPr lang="en-ID" sz="2000" spc="300" dirty="0"/>
              <a:t> (device) yang </a:t>
            </a:r>
            <a:r>
              <a:rPr lang="en-ID" sz="2000" spc="300" dirty="0" err="1"/>
              <a:t>mereka</a:t>
            </a:r>
            <a:r>
              <a:rPr lang="en-ID" sz="2000" spc="300" dirty="0"/>
              <a:t> </a:t>
            </a:r>
            <a:r>
              <a:rPr lang="en-ID" sz="2000" spc="300" dirty="0" err="1"/>
              <a:t>produksi</a:t>
            </a:r>
            <a:r>
              <a:rPr lang="en-ID" sz="2000" spc="300" dirty="0"/>
              <a:t>. Android juga </a:t>
            </a:r>
            <a:r>
              <a:rPr lang="en-ID" sz="2000" spc="300" dirty="0" err="1"/>
              <a:t>mempunyai</a:t>
            </a:r>
            <a:r>
              <a:rPr lang="en-ID" sz="2000" spc="300" dirty="0"/>
              <a:t> store </a:t>
            </a:r>
            <a:r>
              <a:rPr lang="en-ID" sz="2000" spc="300" dirty="0" err="1"/>
              <a:t>dengan</a:t>
            </a:r>
            <a:r>
              <a:rPr lang="en-ID" sz="2000" spc="300" dirty="0"/>
              <a:t> </a:t>
            </a:r>
            <a:r>
              <a:rPr lang="en-ID" sz="2000" spc="300" dirty="0" err="1"/>
              <a:t>lebih</a:t>
            </a:r>
            <a:r>
              <a:rPr lang="en-ID" sz="2000" spc="300" dirty="0"/>
              <a:t> </a:t>
            </a:r>
            <a:r>
              <a:rPr lang="en-ID" sz="2000" spc="300" dirty="0" err="1"/>
              <a:t>dari</a:t>
            </a:r>
            <a:r>
              <a:rPr lang="en-ID" sz="2000" spc="300" dirty="0"/>
              <a:t> 2.5 </a:t>
            </a:r>
            <a:r>
              <a:rPr lang="en-ID" sz="2000" spc="300" dirty="0" err="1"/>
              <a:t>miliar</a:t>
            </a:r>
            <a:r>
              <a:rPr lang="en-ID" sz="2000" spc="300" dirty="0"/>
              <a:t> </a:t>
            </a:r>
            <a:r>
              <a:rPr lang="en-ID" sz="2000" spc="300" dirty="0" err="1"/>
              <a:t>pengguna</a:t>
            </a:r>
            <a:r>
              <a:rPr lang="en-ID" sz="2000" spc="300" dirty="0"/>
              <a:t> </a:t>
            </a:r>
            <a:r>
              <a:rPr lang="en-ID" sz="2000" spc="300" dirty="0" err="1"/>
              <a:t>aktif</a:t>
            </a:r>
            <a:r>
              <a:rPr lang="en-ID" sz="2000" spc="300" dirty="0"/>
              <a:t> per </a:t>
            </a:r>
            <a:r>
              <a:rPr lang="en-ID" sz="2000" spc="300" dirty="0" err="1"/>
              <a:t>bulannya</a:t>
            </a:r>
            <a:r>
              <a:rPr lang="en-ID" sz="2000" spc="300" dirty="0"/>
              <a:t>, per Mei 2019.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0705642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D831133-7C2B-4E3D-A967-B3A0DB70140F}"/>
              </a:ext>
            </a:extLst>
          </p:cNvPr>
          <p:cNvSpPr txBox="1"/>
          <p:nvPr/>
        </p:nvSpPr>
        <p:spPr>
          <a:xfrm>
            <a:off x="3642442" y="2939967"/>
            <a:ext cx="49071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MENGAPA MEMILIH ANDROID ?</a:t>
            </a:r>
            <a:endParaRPr lang="en-ID" sz="2400" b="1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549C38C6-F2BB-458A-A06A-092ABC818E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599" y="4333240"/>
            <a:ext cx="3352800" cy="18807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40708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208994" y="1763491"/>
            <a:ext cx="9774012" cy="37379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sz="2000" b="1" spc="300" dirty="0"/>
              <a:t>Android </a:t>
            </a:r>
            <a:r>
              <a:rPr lang="en-ID" sz="2000" spc="300" dirty="0" err="1"/>
              <a:t>memanjakan</a:t>
            </a:r>
            <a:r>
              <a:rPr lang="en-ID" sz="2000" spc="300" dirty="0"/>
              <a:t> </a:t>
            </a:r>
            <a:r>
              <a:rPr lang="en-ID" sz="2000" spc="300" dirty="0" err="1"/>
              <a:t>penggunanya</a:t>
            </a:r>
            <a:r>
              <a:rPr lang="en-ID" sz="2000" spc="300" dirty="0"/>
              <a:t> </a:t>
            </a:r>
            <a:r>
              <a:rPr lang="en-ID" sz="2000" spc="300" dirty="0" err="1"/>
              <a:t>dengan</a:t>
            </a:r>
            <a:r>
              <a:rPr lang="en-ID" sz="2000" spc="300" dirty="0"/>
              <a:t> </a:t>
            </a:r>
            <a:r>
              <a:rPr lang="en-ID" sz="2000" spc="300" dirty="0" err="1"/>
              <a:t>fitur</a:t>
            </a:r>
            <a:r>
              <a:rPr lang="en-ID" sz="2000" spc="300" dirty="0"/>
              <a:t> yang sangat </a:t>
            </a:r>
            <a:r>
              <a:rPr lang="en-ID" sz="2000" spc="300" dirty="0" err="1"/>
              <a:t>canggih</a:t>
            </a:r>
            <a:r>
              <a:rPr lang="en-ID" sz="2000" spc="300" dirty="0"/>
              <a:t> dan </a:t>
            </a:r>
            <a:r>
              <a:rPr lang="en-ID" sz="2000" spc="300" dirty="0" err="1"/>
              <a:t>tampilan</a:t>
            </a:r>
            <a:r>
              <a:rPr lang="en-ID" sz="2000" spc="300" dirty="0"/>
              <a:t> yang </a:t>
            </a:r>
            <a:r>
              <a:rPr lang="en-ID" sz="2000" spc="300" dirty="0" err="1"/>
              <a:t>bagus</a:t>
            </a:r>
            <a:r>
              <a:rPr lang="en-ID" sz="2000" spc="300" dirty="0"/>
              <a:t>. </a:t>
            </a:r>
            <a:r>
              <a:rPr lang="en-ID" sz="2000" spc="300" dirty="0" err="1"/>
              <a:t>Sistem</a:t>
            </a:r>
            <a:r>
              <a:rPr lang="en-ID" sz="2000" spc="300" dirty="0"/>
              <a:t> Android </a:t>
            </a:r>
            <a:r>
              <a:rPr lang="en-ID" sz="2000" spc="300" dirty="0" err="1"/>
              <a:t>dapat</a:t>
            </a:r>
            <a:r>
              <a:rPr lang="en-ID" sz="2000" spc="300" dirty="0"/>
              <a:t> </a:t>
            </a:r>
            <a:r>
              <a:rPr lang="en-ID" sz="2000" spc="300" dirty="0" err="1"/>
              <a:t>digunakan</a:t>
            </a:r>
            <a:r>
              <a:rPr lang="en-ID" sz="2000" spc="300" dirty="0"/>
              <a:t> </a:t>
            </a:r>
            <a:r>
              <a:rPr lang="en-ID" sz="2000" spc="300" dirty="0" err="1"/>
              <a:t>sebagai</a:t>
            </a:r>
            <a:r>
              <a:rPr lang="en-ID" sz="2000" spc="300" dirty="0"/>
              <a:t> </a:t>
            </a:r>
            <a:r>
              <a:rPr lang="en-ID" sz="2000" spc="300" dirty="0" err="1"/>
              <a:t>alat</a:t>
            </a:r>
            <a:r>
              <a:rPr lang="en-ID" sz="2000" spc="300" dirty="0"/>
              <a:t> multimedia </a:t>
            </a:r>
            <a:r>
              <a:rPr lang="en-ID" sz="2000" spc="300" dirty="0" err="1"/>
              <a:t>seperti</a:t>
            </a:r>
            <a:r>
              <a:rPr lang="en-ID" sz="2000" spc="300" dirty="0"/>
              <a:t> </a:t>
            </a:r>
            <a:r>
              <a:rPr lang="en-ID" sz="2000" spc="300" dirty="0" err="1"/>
              <a:t>pemutar</a:t>
            </a:r>
            <a:r>
              <a:rPr lang="en-ID" sz="2000" spc="300" dirty="0"/>
              <a:t> </a:t>
            </a:r>
            <a:r>
              <a:rPr lang="en-ID" sz="2000" spc="300" dirty="0" err="1"/>
              <a:t>musik</a:t>
            </a:r>
            <a:r>
              <a:rPr lang="en-ID" sz="2000" spc="300" dirty="0"/>
              <a:t> dan video. </a:t>
            </a:r>
            <a:r>
              <a:rPr lang="en-ID" sz="2000" spc="300" dirty="0" err="1"/>
              <a:t>Ia</a:t>
            </a:r>
            <a:r>
              <a:rPr lang="en-ID" sz="2000" spc="300" dirty="0"/>
              <a:t> juga </a:t>
            </a:r>
            <a:r>
              <a:rPr lang="en-ID" sz="2000" spc="300" dirty="0" err="1"/>
              <a:t>memiliki</a:t>
            </a:r>
            <a:r>
              <a:rPr lang="en-ID" sz="2000" spc="300" dirty="0"/>
              <a:t> </a:t>
            </a:r>
            <a:r>
              <a:rPr lang="en-ID" sz="2000" spc="300" dirty="0" err="1"/>
              <a:t>perangkat</a:t>
            </a:r>
            <a:r>
              <a:rPr lang="en-ID" sz="2000" spc="300" dirty="0"/>
              <a:t> </a:t>
            </a:r>
            <a:r>
              <a:rPr lang="en-ID" sz="2000" spc="300" dirty="0" err="1"/>
              <a:t>keras</a:t>
            </a:r>
            <a:r>
              <a:rPr lang="en-ID" sz="2000" spc="300" dirty="0"/>
              <a:t> </a:t>
            </a:r>
            <a:r>
              <a:rPr lang="en-ID" sz="2000" spc="300" dirty="0" err="1"/>
              <a:t>seperti</a:t>
            </a:r>
            <a:r>
              <a:rPr lang="en-ID" sz="2000" spc="300" dirty="0"/>
              <a:t> accelerometer, gyroscope dan sensor </a:t>
            </a:r>
            <a:r>
              <a:rPr lang="en-ID" sz="2000" spc="300" dirty="0" err="1"/>
              <a:t>lainnya</a:t>
            </a:r>
            <a:r>
              <a:rPr lang="en-ID" sz="2000" spc="300" dirty="0"/>
              <a:t>. Di </a:t>
            </a:r>
            <a:r>
              <a:rPr lang="en-ID" sz="2000" spc="300" dirty="0" err="1"/>
              <a:t>samping</a:t>
            </a:r>
            <a:r>
              <a:rPr lang="en-ID" sz="2000" spc="300" dirty="0"/>
              <a:t> </a:t>
            </a:r>
            <a:r>
              <a:rPr lang="en-ID" sz="2000" spc="300" dirty="0" err="1"/>
              <a:t>itu</a:t>
            </a:r>
            <a:r>
              <a:rPr lang="en-ID" sz="2000" spc="300" dirty="0"/>
              <a:t> </a:t>
            </a:r>
            <a:r>
              <a:rPr lang="en-ID" sz="2000" spc="300" dirty="0" err="1"/>
              <a:t>ada</a:t>
            </a:r>
            <a:r>
              <a:rPr lang="en-ID" sz="2000" spc="300" dirty="0"/>
              <a:t> </a:t>
            </a:r>
            <a:r>
              <a:rPr lang="en-ID" sz="2000" spc="300" dirty="0" err="1"/>
              <a:t>beberapa</a:t>
            </a:r>
            <a:r>
              <a:rPr lang="en-ID" sz="2000" spc="300" dirty="0"/>
              <a:t> </a:t>
            </a:r>
            <a:r>
              <a:rPr lang="en-ID" sz="2000" spc="300" dirty="0" err="1"/>
              <a:t>hal</a:t>
            </a:r>
            <a:r>
              <a:rPr lang="en-ID" sz="2000" spc="300" dirty="0"/>
              <a:t> yang </a:t>
            </a:r>
            <a:r>
              <a:rPr lang="en-ID" sz="2000" spc="300" dirty="0" err="1"/>
              <a:t>membuat</a:t>
            </a:r>
            <a:r>
              <a:rPr lang="en-ID" sz="2000" spc="300" dirty="0"/>
              <a:t> Android </a:t>
            </a:r>
            <a:r>
              <a:rPr lang="en-ID" sz="2000" spc="300" dirty="0" err="1"/>
              <a:t>menjadi</a:t>
            </a:r>
            <a:r>
              <a:rPr lang="en-ID" sz="2000" spc="300" dirty="0"/>
              <a:t> </a:t>
            </a:r>
            <a:r>
              <a:rPr lang="en-ID" sz="2000" spc="300" dirty="0" err="1"/>
              <a:t>sistem</a:t>
            </a:r>
            <a:r>
              <a:rPr lang="en-ID" sz="2000" spc="300" dirty="0"/>
              <a:t> </a:t>
            </a:r>
            <a:r>
              <a:rPr lang="en-ID" sz="2000" spc="300" dirty="0" err="1"/>
              <a:t>operasi</a:t>
            </a:r>
            <a:r>
              <a:rPr lang="en-ID" sz="2000" spc="300" dirty="0"/>
              <a:t> yang </a:t>
            </a:r>
            <a:r>
              <a:rPr lang="en-ID" sz="2000" spc="300" dirty="0" err="1"/>
              <a:t>memang</a:t>
            </a:r>
            <a:r>
              <a:rPr lang="en-ID" sz="2000" spc="300" dirty="0"/>
              <a:t> </a:t>
            </a:r>
            <a:r>
              <a:rPr lang="en-ID" sz="2000" spc="300" dirty="0" err="1"/>
              <a:t>layak</a:t>
            </a:r>
            <a:r>
              <a:rPr lang="en-ID" sz="2000" spc="300" dirty="0"/>
              <a:t> </a:t>
            </a:r>
            <a:r>
              <a:rPr lang="en-ID" sz="2000" spc="300" dirty="0" err="1"/>
              <a:t>digunakan</a:t>
            </a:r>
            <a:r>
              <a:rPr lang="en-ID" sz="2000" spc="300" dirty="0"/>
              <a:t> oleh </a:t>
            </a:r>
            <a:r>
              <a:rPr lang="en-ID" sz="2000" spc="300" dirty="0" err="1"/>
              <a:t>pengguna</a:t>
            </a:r>
            <a:r>
              <a:rPr lang="en-ID" sz="2000" spc="300" dirty="0"/>
              <a:t> </a:t>
            </a:r>
            <a:r>
              <a:rPr lang="en-ID" sz="2000" spc="300" dirty="0" err="1"/>
              <a:t>atau</a:t>
            </a:r>
            <a:r>
              <a:rPr lang="en-ID" sz="2000" spc="300" dirty="0"/>
              <a:t> </a:t>
            </a:r>
            <a:r>
              <a:rPr lang="en-ID" sz="2000" spc="300" dirty="0" err="1"/>
              <a:t>dikembangkan</a:t>
            </a:r>
            <a:r>
              <a:rPr lang="en-ID" sz="2000" spc="300" dirty="0"/>
              <a:t> para developer, </a:t>
            </a:r>
            <a:r>
              <a:rPr lang="en-ID" sz="2000" spc="300" dirty="0" err="1"/>
              <a:t>seperti</a:t>
            </a:r>
            <a:r>
              <a:rPr lang="en-ID" sz="2000" spc="300" dirty="0"/>
              <a:t> yang </a:t>
            </a:r>
            <a:r>
              <a:rPr lang="en-ID" sz="2000" spc="300" dirty="0" err="1"/>
              <a:t>akan</a:t>
            </a:r>
            <a:r>
              <a:rPr lang="en-ID" sz="2000" spc="300" dirty="0"/>
              <a:t> </a:t>
            </a:r>
            <a:r>
              <a:rPr lang="en-ID" sz="2000" spc="300" dirty="0" err="1"/>
              <a:t>diuraikan</a:t>
            </a:r>
            <a:r>
              <a:rPr lang="en-ID" sz="2000" spc="300" dirty="0"/>
              <a:t> </a:t>
            </a:r>
            <a:r>
              <a:rPr lang="en-ID" sz="2000" spc="300" dirty="0" err="1"/>
              <a:t>berikut</a:t>
            </a:r>
            <a:r>
              <a:rPr lang="en-ID" sz="2000" spc="300" dirty="0"/>
              <a:t> </a:t>
            </a:r>
            <a:r>
              <a:rPr lang="en-ID" sz="2000" spc="300" dirty="0" err="1"/>
              <a:t>ini</a:t>
            </a:r>
            <a:r>
              <a:rPr lang="en-ID" sz="2000" spc="300" dirty="0"/>
              <a:t>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631398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208994" y="1806686"/>
            <a:ext cx="9774012" cy="32762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D" sz="2000" spc="300" dirty="0"/>
              <a:t>Android </a:t>
            </a:r>
            <a:r>
              <a:rPr lang="en-ID" sz="2000" spc="300" dirty="0" err="1"/>
              <a:t>menjadi</a:t>
            </a:r>
            <a:r>
              <a:rPr lang="en-ID" sz="2000" spc="300" dirty="0"/>
              <a:t> operation system (OS) </a:t>
            </a:r>
            <a:r>
              <a:rPr lang="en-ID" sz="2000" spc="300" dirty="0" err="1"/>
              <a:t>terlaris</a:t>
            </a:r>
            <a:r>
              <a:rPr lang="en-ID" sz="2000" spc="300" dirty="0"/>
              <a:t> pada tablet dan smartphone. </a:t>
            </a:r>
            <a:r>
              <a:rPr lang="en-ID" sz="2000" spc="300" dirty="0" err="1"/>
              <a:t>Kini</a:t>
            </a:r>
            <a:r>
              <a:rPr lang="en-ID" sz="2000" spc="300" dirty="0"/>
              <a:t> market share Android </a:t>
            </a:r>
            <a:r>
              <a:rPr lang="en-ID" sz="2000" spc="300" dirty="0" err="1"/>
              <a:t>sedikitnya</a:t>
            </a:r>
            <a:r>
              <a:rPr lang="en-ID" sz="2000" spc="300" dirty="0"/>
              <a:t> 70% </a:t>
            </a:r>
            <a:r>
              <a:rPr lang="en-ID" sz="2000" spc="300" dirty="0" err="1"/>
              <a:t>dari</a:t>
            </a:r>
            <a:r>
              <a:rPr lang="en-ID" sz="2000" spc="300" dirty="0"/>
              <a:t> total </a:t>
            </a:r>
            <a:r>
              <a:rPr lang="en-ID" sz="2000" spc="300" dirty="0" err="1"/>
              <a:t>penjualan</a:t>
            </a:r>
            <a:r>
              <a:rPr lang="en-ID" sz="2000" spc="300" dirty="0"/>
              <a:t> smartphone di </a:t>
            </a:r>
            <a:r>
              <a:rPr lang="en-ID" sz="2000" spc="300" dirty="0" err="1"/>
              <a:t>tingkat</a:t>
            </a:r>
            <a:r>
              <a:rPr lang="en-ID" sz="2000" spc="300" dirty="0"/>
              <a:t> global (statista.com). Pada </a:t>
            </a:r>
            <a:r>
              <a:rPr lang="en-ID" sz="2000" spc="300" dirty="0" err="1"/>
              <a:t>tahun</a:t>
            </a:r>
            <a:r>
              <a:rPr lang="en-ID" sz="2000" spc="300" dirty="0"/>
              <a:t> 2016 Android store </a:t>
            </a:r>
            <a:r>
              <a:rPr lang="en-ID" sz="2000" spc="300" dirty="0" err="1"/>
              <a:t>memiliki</a:t>
            </a:r>
            <a:r>
              <a:rPr lang="en-ID" sz="2000" spc="300" dirty="0"/>
              <a:t> </a:t>
            </a:r>
            <a:r>
              <a:rPr lang="en-ID" sz="2000" spc="300" dirty="0" err="1"/>
              <a:t>lebih</a:t>
            </a:r>
            <a:r>
              <a:rPr lang="en-ID" sz="2000" spc="300" dirty="0"/>
              <a:t> </a:t>
            </a:r>
            <a:r>
              <a:rPr lang="en-ID" sz="2000" spc="300" dirty="0" err="1"/>
              <a:t>dari</a:t>
            </a:r>
            <a:r>
              <a:rPr lang="en-ID" sz="2000" spc="300" dirty="0"/>
              <a:t> 2.8 </a:t>
            </a:r>
            <a:r>
              <a:rPr lang="en-ID" sz="2000" spc="300" dirty="0" err="1"/>
              <a:t>juta</a:t>
            </a:r>
            <a:r>
              <a:rPr lang="en-ID" sz="2000" spc="300" dirty="0"/>
              <a:t> </a:t>
            </a:r>
            <a:r>
              <a:rPr lang="en-ID" sz="2000" spc="300" dirty="0" err="1"/>
              <a:t>aplikasi</a:t>
            </a:r>
            <a:r>
              <a:rPr lang="en-ID" sz="2000" spc="300" dirty="0"/>
              <a:t>. Source code </a:t>
            </a:r>
            <a:r>
              <a:rPr lang="en-ID" sz="2000" spc="300" dirty="0" err="1"/>
              <a:t>dari</a:t>
            </a:r>
            <a:r>
              <a:rPr lang="en-ID" sz="2000" spc="300" dirty="0"/>
              <a:t> Android </a:t>
            </a:r>
            <a:r>
              <a:rPr lang="en-ID" sz="2000" spc="300" dirty="0" err="1"/>
              <a:t>bersifat</a:t>
            </a:r>
            <a:r>
              <a:rPr lang="en-ID" sz="2000" spc="300" dirty="0"/>
              <a:t> open source. </a:t>
            </a:r>
            <a:r>
              <a:rPr lang="en-ID" sz="2000" spc="300" dirty="0" err="1"/>
              <a:t>Ini</a:t>
            </a:r>
            <a:r>
              <a:rPr lang="en-ID" sz="2000" spc="300" dirty="0"/>
              <a:t> </a:t>
            </a:r>
            <a:r>
              <a:rPr lang="en-ID" sz="2000" spc="300" dirty="0" err="1"/>
              <a:t>adalah</a:t>
            </a:r>
            <a:r>
              <a:rPr lang="en-ID" sz="2000" spc="300" dirty="0"/>
              <a:t> </a:t>
            </a:r>
            <a:r>
              <a:rPr lang="en-ID" sz="2000" spc="300" dirty="0" err="1"/>
              <a:t>hal</a:t>
            </a:r>
            <a:r>
              <a:rPr lang="en-ID" sz="2000" spc="300" dirty="0"/>
              <a:t> </a:t>
            </a:r>
            <a:r>
              <a:rPr lang="en-ID" sz="2000" spc="300" dirty="0" err="1"/>
              <a:t>menarik</a:t>
            </a:r>
            <a:r>
              <a:rPr lang="en-ID" sz="2000" spc="300" dirty="0"/>
              <a:t> </a:t>
            </a:r>
            <a:r>
              <a:rPr lang="en-ID" sz="2000" spc="300" dirty="0" err="1"/>
              <a:t>bagi</a:t>
            </a:r>
            <a:r>
              <a:rPr lang="en-ID" sz="2000" spc="300" dirty="0"/>
              <a:t> </a:t>
            </a:r>
            <a:r>
              <a:rPr lang="en-ID" sz="2000" spc="300" dirty="0" err="1"/>
              <a:t>komunitas</a:t>
            </a:r>
            <a:r>
              <a:rPr lang="en-ID" sz="2000" spc="300" dirty="0"/>
              <a:t> developer, </a:t>
            </a:r>
            <a:r>
              <a:rPr lang="en-ID" sz="2000" spc="300" dirty="0" err="1"/>
              <a:t>karena</a:t>
            </a:r>
            <a:r>
              <a:rPr lang="en-ID" sz="2000" spc="300" dirty="0"/>
              <a:t> </a:t>
            </a:r>
            <a:r>
              <a:rPr lang="en-ID" sz="2000" spc="300" dirty="0" err="1"/>
              <a:t>lisensi</a:t>
            </a:r>
            <a:r>
              <a:rPr lang="en-ID" sz="2000" spc="300" dirty="0"/>
              <a:t> open source sangat </a:t>
            </a:r>
            <a:r>
              <a:rPr lang="en-ID" sz="2000" spc="300" dirty="0" err="1"/>
              <a:t>mendukung</a:t>
            </a:r>
            <a:r>
              <a:rPr lang="en-ID" sz="2000" spc="300" dirty="0"/>
              <a:t> </a:t>
            </a:r>
            <a:r>
              <a:rPr lang="en-ID" sz="2000" spc="300" dirty="0" err="1"/>
              <a:t>untuk</a:t>
            </a:r>
            <a:r>
              <a:rPr lang="en-ID" sz="2000" spc="300" dirty="0"/>
              <a:t> </a:t>
            </a:r>
            <a:r>
              <a:rPr lang="en-ID" sz="2000" spc="300" dirty="0" err="1"/>
              <a:t>mengembangkan</a:t>
            </a:r>
            <a:r>
              <a:rPr lang="en-ID" sz="2000" spc="300" dirty="0"/>
              <a:t> </a:t>
            </a:r>
            <a:r>
              <a:rPr lang="en-ID" sz="2000" spc="300" dirty="0" err="1"/>
              <a:t>produknya</a:t>
            </a:r>
            <a:r>
              <a:rPr lang="en-ID" sz="2000" spc="300" dirty="0"/>
              <a:t> </a:t>
            </a:r>
            <a:r>
              <a:rPr lang="en-ID" sz="2000" spc="300" dirty="0" err="1"/>
              <a:t>dengan</a:t>
            </a:r>
            <a:r>
              <a:rPr lang="en-ID" sz="2000" spc="300" dirty="0"/>
              <a:t> </a:t>
            </a:r>
            <a:r>
              <a:rPr lang="en-ID" sz="2000" spc="300" dirty="0" err="1"/>
              <a:t>aman</a:t>
            </a:r>
            <a:r>
              <a:rPr lang="en-ID" sz="2000" spc="300" dirty="0"/>
              <a:t>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FEF5B1-9864-455F-8E68-7779974E8870}"/>
              </a:ext>
            </a:extLst>
          </p:cNvPr>
          <p:cNvSpPr txBox="1"/>
          <p:nvPr/>
        </p:nvSpPr>
        <p:spPr>
          <a:xfrm>
            <a:off x="1208994" y="1345021"/>
            <a:ext cx="52774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SISTEM OPERASI PALING POPULER</a:t>
            </a:r>
            <a:endParaRPr lang="en-ID" sz="2400" b="1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50682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208994" y="1806686"/>
            <a:ext cx="9774012" cy="18912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D" sz="2000" spc="300" dirty="0" err="1"/>
              <a:t>Aplikasi</a:t>
            </a:r>
            <a:r>
              <a:rPr lang="en-ID" sz="2000" spc="300" dirty="0"/>
              <a:t> Android </a:t>
            </a:r>
            <a:r>
              <a:rPr lang="en-ID" sz="2000" spc="300" dirty="0" err="1"/>
              <a:t>bisa</a:t>
            </a:r>
            <a:r>
              <a:rPr lang="en-ID" sz="2000" spc="300" dirty="0"/>
              <a:t> </a:t>
            </a:r>
            <a:r>
              <a:rPr lang="en-ID" sz="2000" spc="300" dirty="0" err="1"/>
              <a:t>didistribusikan</a:t>
            </a:r>
            <a:r>
              <a:rPr lang="en-ID" sz="2000" spc="300" dirty="0"/>
              <a:t> </a:t>
            </a:r>
            <a:r>
              <a:rPr lang="en-ID" sz="2000" spc="300" dirty="0" err="1"/>
              <a:t>menggunakan</a:t>
            </a:r>
            <a:r>
              <a:rPr lang="en-ID" sz="2000" spc="300" dirty="0"/>
              <a:t> web, copy APK, dan store. Android store , </a:t>
            </a:r>
            <a:r>
              <a:rPr lang="en-ID" sz="2000" spc="300" dirty="0" err="1"/>
              <a:t>yaitu</a:t>
            </a:r>
            <a:r>
              <a:rPr lang="en-ID" sz="2000" spc="300" dirty="0"/>
              <a:t> Google Play, </a:t>
            </a:r>
            <a:r>
              <a:rPr lang="en-ID" sz="2000" spc="300" dirty="0" err="1"/>
              <a:t>merupakan</a:t>
            </a:r>
            <a:r>
              <a:rPr lang="en-ID" sz="2000" spc="300" dirty="0"/>
              <a:t> </a:t>
            </a:r>
            <a:r>
              <a:rPr lang="en-ID" sz="2000" spc="300" dirty="0" err="1"/>
              <a:t>cara</a:t>
            </a:r>
            <a:r>
              <a:rPr lang="en-ID" sz="2000" spc="300" dirty="0"/>
              <a:t> </a:t>
            </a:r>
            <a:r>
              <a:rPr lang="en-ID" sz="2000" spc="300" dirty="0" err="1"/>
              <a:t>termudah</a:t>
            </a:r>
            <a:r>
              <a:rPr lang="en-ID" sz="2000" spc="300" dirty="0"/>
              <a:t> </a:t>
            </a:r>
            <a:r>
              <a:rPr lang="en-ID" sz="2000" spc="300" dirty="0" err="1"/>
              <a:t>bagi</a:t>
            </a:r>
            <a:r>
              <a:rPr lang="en-ID" sz="2000" spc="300" dirty="0"/>
              <a:t> para developer </a:t>
            </a:r>
            <a:r>
              <a:rPr lang="en-ID" sz="2000" spc="300" dirty="0" err="1"/>
              <a:t>untuk</a:t>
            </a:r>
            <a:r>
              <a:rPr lang="en-ID" sz="2000" spc="300" dirty="0"/>
              <a:t> </a:t>
            </a:r>
            <a:r>
              <a:rPr lang="en-ID" sz="2000" spc="300" dirty="0" err="1"/>
              <a:t>mendistribusikan</a:t>
            </a:r>
            <a:r>
              <a:rPr lang="en-ID" sz="2000" spc="300" dirty="0"/>
              <a:t> </a:t>
            </a:r>
            <a:r>
              <a:rPr lang="en-ID" sz="2000" spc="300" dirty="0" err="1"/>
              <a:t>aplikasinya</a:t>
            </a:r>
            <a:r>
              <a:rPr lang="en-ID" sz="2000" spc="300" dirty="0"/>
              <a:t> </a:t>
            </a:r>
            <a:r>
              <a:rPr lang="en-ID" sz="2000" spc="300" dirty="0" err="1"/>
              <a:t>ke</a:t>
            </a:r>
            <a:r>
              <a:rPr lang="en-ID" sz="2000" spc="300" dirty="0"/>
              <a:t> pasar </a:t>
            </a:r>
            <a:r>
              <a:rPr lang="en-ID" sz="2000" spc="300" dirty="0" err="1"/>
              <a:t>dengan</a:t>
            </a:r>
            <a:r>
              <a:rPr lang="en-ID" sz="2000" spc="300" dirty="0"/>
              <a:t> </a:t>
            </a:r>
            <a:r>
              <a:rPr lang="en-ID" sz="2000" spc="300" dirty="0" err="1"/>
              <a:t>miliaran</a:t>
            </a:r>
            <a:r>
              <a:rPr lang="en-ID" sz="2000" spc="300" dirty="0"/>
              <a:t> </a:t>
            </a:r>
            <a:r>
              <a:rPr lang="en-ID" sz="2000" spc="300" dirty="0" err="1"/>
              <a:t>pengguna</a:t>
            </a:r>
            <a:r>
              <a:rPr lang="en-ID" sz="2000" spc="300" dirty="0"/>
              <a:t>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FEF5B1-9864-455F-8E68-7779974E8870}"/>
              </a:ext>
            </a:extLst>
          </p:cNvPr>
          <p:cNvSpPr txBox="1"/>
          <p:nvPr/>
        </p:nvSpPr>
        <p:spPr>
          <a:xfrm>
            <a:off x="1208994" y="1345021"/>
            <a:ext cx="18165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STORE APP</a:t>
            </a:r>
            <a:endParaRPr lang="en-ID" sz="2400" b="1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64429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0CECDC56-CEC9-4DA5-BEF9-E4F655BD06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1934210"/>
            <a:ext cx="7162800" cy="24249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47548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208994" y="1806686"/>
            <a:ext cx="9774012" cy="2814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sz="2000" spc="300" dirty="0"/>
              <a:t>Google play </a:t>
            </a:r>
            <a:r>
              <a:rPr lang="en-ID" sz="2000" spc="300" dirty="0" err="1"/>
              <a:t>merupakan</a:t>
            </a:r>
            <a:r>
              <a:rPr lang="en-ID" sz="2000" spc="300" dirty="0"/>
              <a:t> store </a:t>
            </a:r>
            <a:r>
              <a:rPr lang="en-ID" sz="2000" spc="300" dirty="0" err="1"/>
              <a:t>resmi</a:t>
            </a:r>
            <a:r>
              <a:rPr lang="en-ID" sz="2000" spc="300" dirty="0"/>
              <a:t> Android yang </a:t>
            </a:r>
            <a:r>
              <a:rPr lang="en-ID" sz="2000" spc="300" dirty="0" err="1"/>
              <a:t>dikelola</a:t>
            </a:r>
            <a:r>
              <a:rPr lang="en-ID" sz="2000" spc="300" dirty="0"/>
              <a:t> oleh Google. </a:t>
            </a:r>
            <a:r>
              <a:rPr lang="en-ID" sz="2000" spc="300" dirty="0" err="1"/>
              <a:t>Pengguna</a:t>
            </a:r>
            <a:r>
              <a:rPr lang="en-ID" sz="2000" spc="300" dirty="0"/>
              <a:t> </a:t>
            </a:r>
            <a:r>
              <a:rPr lang="en-ID" sz="2000" spc="300" dirty="0" err="1"/>
              <a:t>bisa</a:t>
            </a:r>
            <a:r>
              <a:rPr lang="en-ID" sz="2000" spc="300" dirty="0"/>
              <a:t> </a:t>
            </a:r>
            <a:r>
              <a:rPr lang="en-ID" sz="2000" spc="300" dirty="0" err="1"/>
              <a:t>mencari</a:t>
            </a:r>
            <a:r>
              <a:rPr lang="en-ID" sz="2000" spc="300" dirty="0"/>
              <a:t> dan </a:t>
            </a:r>
            <a:r>
              <a:rPr lang="en-ID" sz="2000" spc="300" dirty="0" err="1"/>
              <a:t>mengunduh</a:t>
            </a:r>
            <a:r>
              <a:rPr lang="en-ID" sz="2000" spc="300" dirty="0"/>
              <a:t> </a:t>
            </a:r>
            <a:r>
              <a:rPr lang="en-ID" sz="2000" spc="300" dirty="0" err="1"/>
              <a:t>aplikasi</a:t>
            </a:r>
            <a:r>
              <a:rPr lang="en-ID" sz="2000" spc="300" dirty="0"/>
              <a:t> yang </a:t>
            </a:r>
            <a:r>
              <a:rPr lang="en-ID" sz="2000" spc="300" dirty="0" err="1"/>
              <a:t>dikembangkan</a:t>
            </a:r>
            <a:r>
              <a:rPr lang="en-ID" sz="2000" spc="300" dirty="0"/>
              <a:t> </a:t>
            </a:r>
            <a:r>
              <a:rPr lang="en-ID" sz="2000" spc="300" dirty="0" err="1"/>
              <a:t>dengan</a:t>
            </a:r>
            <a:r>
              <a:rPr lang="en-ID" sz="2000" spc="300" dirty="0"/>
              <a:t> </a:t>
            </a:r>
            <a:r>
              <a:rPr lang="en-ID" sz="2000" spc="300" dirty="0" err="1"/>
              <a:t>menggunakan</a:t>
            </a:r>
            <a:r>
              <a:rPr lang="en-ID" sz="2000" spc="300" dirty="0"/>
              <a:t> Android Software Development Kit. Google Play </a:t>
            </a:r>
            <a:r>
              <a:rPr lang="en-ID" sz="2000" spc="300" dirty="0" err="1"/>
              <a:t>tak</a:t>
            </a:r>
            <a:r>
              <a:rPr lang="en-ID" sz="2000" spc="300" dirty="0"/>
              <a:t> </a:t>
            </a:r>
            <a:r>
              <a:rPr lang="en-ID" sz="2000" spc="300" dirty="0" err="1"/>
              <a:t>hanya</a:t>
            </a:r>
            <a:r>
              <a:rPr lang="en-ID" sz="2000" spc="300" dirty="0"/>
              <a:t> </a:t>
            </a:r>
            <a:r>
              <a:rPr lang="en-ID" sz="2000" spc="300" dirty="0" err="1"/>
              <a:t>menawarkan</a:t>
            </a:r>
            <a:r>
              <a:rPr lang="en-ID" sz="2000" spc="300" dirty="0"/>
              <a:t> </a:t>
            </a:r>
            <a:r>
              <a:rPr lang="en-ID" sz="2000" spc="300" dirty="0" err="1"/>
              <a:t>aplikasi</a:t>
            </a:r>
            <a:r>
              <a:rPr lang="en-ID" sz="2000" spc="300" dirty="0"/>
              <a:t>. Ada </a:t>
            </a:r>
            <a:r>
              <a:rPr lang="en-ID" sz="2000" spc="300" dirty="0" err="1"/>
              <a:t>beragam</a:t>
            </a:r>
            <a:r>
              <a:rPr lang="en-ID" sz="2000" spc="300" dirty="0"/>
              <a:t> </a:t>
            </a:r>
            <a:r>
              <a:rPr lang="en-ID" sz="2000" spc="300" dirty="0" err="1"/>
              <a:t>konten</a:t>
            </a:r>
            <a:r>
              <a:rPr lang="en-ID" sz="2000" spc="300" dirty="0"/>
              <a:t> </a:t>
            </a:r>
            <a:r>
              <a:rPr lang="en-ID" sz="2000" spc="300" dirty="0" err="1"/>
              <a:t>lainnya</a:t>
            </a:r>
            <a:r>
              <a:rPr lang="en-ID" sz="2000" spc="300" dirty="0"/>
              <a:t> yang </a:t>
            </a:r>
            <a:r>
              <a:rPr lang="en-ID" sz="2000" spc="300" dirty="0" err="1"/>
              <a:t>dapat</a:t>
            </a:r>
            <a:r>
              <a:rPr lang="en-ID" sz="2000" spc="300" dirty="0"/>
              <a:t> </a:t>
            </a:r>
            <a:r>
              <a:rPr lang="en-ID" sz="2000" spc="300" dirty="0" err="1"/>
              <a:t>dinikmati</a:t>
            </a:r>
            <a:r>
              <a:rPr lang="en-ID" sz="2000" spc="300" dirty="0"/>
              <a:t> </a:t>
            </a:r>
            <a:r>
              <a:rPr lang="en-ID" sz="2000" spc="300" dirty="0" err="1"/>
              <a:t>pengguna</a:t>
            </a:r>
            <a:r>
              <a:rPr lang="en-ID" sz="2000" spc="300" dirty="0"/>
              <a:t>, </a:t>
            </a:r>
            <a:r>
              <a:rPr lang="en-ID" sz="2000" spc="300" dirty="0" err="1"/>
              <a:t>misalnya</a:t>
            </a:r>
            <a:r>
              <a:rPr lang="en-ID" sz="2000" spc="300" dirty="0"/>
              <a:t> media digital, </a:t>
            </a:r>
            <a:r>
              <a:rPr lang="en-ID" sz="2000" spc="300" dirty="0" err="1"/>
              <a:t>musik</a:t>
            </a:r>
            <a:r>
              <a:rPr lang="en-ID" sz="2000" spc="300" dirty="0"/>
              <a:t>, </a:t>
            </a:r>
            <a:r>
              <a:rPr lang="en-ID" sz="2000" spc="300" dirty="0" err="1"/>
              <a:t>buku</a:t>
            </a:r>
            <a:r>
              <a:rPr lang="en-ID" sz="2000" spc="300" dirty="0"/>
              <a:t>, </a:t>
            </a:r>
            <a:r>
              <a:rPr lang="en-ID" sz="2000" spc="300" dirty="0" err="1"/>
              <a:t>majalah</a:t>
            </a:r>
            <a:r>
              <a:rPr lang="en-ID" sz="2000" spc="300" dirty="0"/>
              <a:t>, film dan program </a:t>
            </a:r>
            <a:r>
              <a:rPr lang="en-ID" sz="2000" spc="300" dirty="0" err="1"/>
              <a:t>televisi</a:t>
            </a:r>
            <a:r>
              <a:rPr lang="en-ID" sz="2000" spc="300" dirty="0"/>
              <a:t>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4278174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D831133-7C2B-4E3D-A967-B3A0DB70140F}"/>
              </a:ext>
            </a:extLst>
          </p:cNvPr>
          <p:cNvSpPr txBox="1"/>
          <p:nvPr/>
        </p:nvSpPr>
        <p:spPr>
          <a:xfrm>
            <a:off x="2692467" y="2801467"/>
            <a:ext cx="68070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APA MANFAAT GOOGLE PLAY UNTUK DEVELOPER ANDROID ?</a:t>
            </a:r>
            <a:endParaRPr lang="en-ID" sz="2400" b="1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AutoShape 2" descr="Android | Google Blog">
            <a:extLst>
              <a:ext uri="{FF2B5EF4-FFF2-40B4-BE49-F238E27FC236}">
                <a16:creationId xmlns:a16="http://schemas.microsoft.com/office/drawing/2014/main" id="{01B223AD-EFFF-440D-B7B2-0C75E9D5B73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/>
          </a:p>
        </p:txBody>
      </p:sp>
      <p:pic>
        <p:nvPicPr>
          <p:cNvPr id="14340" name="Picture 4">
            <a:extLst>
              <a:ext uri="{FF2B5EF4-FFF2-40B4-BE49-F238E27FC236}">
                <a16:creationId xmlns:a16="http://schemas.microsoft.com/office/drawing/2014/main" id="{EFF4D17D-E116-48E8-80F3-BD0E759C35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599" y="4333240"/>
            <a:ext cx="3352800" cy="18807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149893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208994" y="1933099"/>
            <a:ext cx="9774012" cy="2814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sz="2000" spc="300" dirty="0"/>
              <a:t>Strategi </a:t>
            </a:r>
            <a:r>
              <a:rPr lang="en-ID" sz="2000" spc="300" dirty="0" err="1"/>
              <a:t>monetisasi</a:t>
            </a:r>
            <a:r>
              <a:rPr lang="en-ID" sz="2000" spc="300" dirty="0"/>
              <a:t> </a:t>
            </a:r>
            <a:r>
              <a:rPr lang="en-ID" sz="2000" spc="300" dirty="0" err="1"/>
              <a:t>aplikasi</a:t>
            </a:r>
            <a:r>
              <a:rPr lang="en-ID" sz="2000" spc="300" dirty="0"/>
              <a:t> yang </a:t>
            </a:r>
            <a:r>
              <a:rPr lang="en-ID" sz="2000" spc="300" dirty="0" err="1"/>
              <a:t>ditawarkan</a:t>
            </a:r>
            <a:r>
              <a:rPr lang="en-ID" sz="2000" spc="300" dirty="0"/>
              <a:t> Google Play </a:t>
            </a:r>
            <a:r>
              <a:rPr lang="en-ID" sz="2000" spc="300" dirty="0" err="1"/>
              <a:t>ada</a:t>
            </a:r>
            <a:r>
              <a:rPr lang="en-ID" sz="2000" spc="300" dirty="0"/>
              <a:t> </a:t>
            </a:r>
            <a:r>
              <a:rPr lang="en-ID" sz="2000" spc="300" dirty="0" err="1"/>
              <a:t>bermacam-macam</a:t>
            </a:r>
            <a:r>
              <a:rPr lang="en-ID" sz="2000" spc="300" dirty="0"/>
              <a:t>. </a:t>
            </a:r>
            <a:r>
              <a:rPr lang="en-ID" sz="2000" spc="300" dirty="0" err="1"/>
              <a:t>Dimulai</a:t>
            </a:r>
            <a:r>
              <a:rPr lang="en-ID" sz="2000" spc="300" dirty="0"/>
              <a:t> </a:t>
            </a:r>
            <a:r>
              <a:rPr lang="en-ID" sz="2000" spc="300" dirty="0" err="1"/>
              <a:t>dari</a:t>
            </a:r>
            <a:r>
              <a:rPr lang="en-ID" sz="2000" spc="300" dirty="0"/>
              <a:t> app </a:t>
            </a:r>
            <a:r>
              <a:rPr lang="en-ID" sz="2000" spc="300" dirty="0" err="1"/>
              <a:t>berbayar</a:t>
            </a:r>
            <a:r>
              <a:rPr lang="en-ID" sz="2000" spc="300" dirty="0"/>
              <a:t> (paid distribution), </a:t>
            </a:r>
            <a:r>
              <a:rPr lang="en-ID" sz="2000" spc="300" dirty="0" err="1"/>
              <a:t>pembelian</a:t>
            </a:r>
            <a:r>
              <a:rPr lang="en-ID" sz="2000" spc="300" dirty="0"/>
              <a:t> </a:t>
            </a:r>
            <a:r>
              <a:rPr lang="en-ID" sz="2000" spc="300" dirty="0" err="1"/>
              <a:t>dalam</a:t>
            </a:r>
            <a:r>
              <a:rPr lang="en-ID" sz="2000" spc="300" dirty="0"/>
              <a:t> </a:t>
            </a:r>
            <a:r>
              <a:rPr lang="en-ID" sz="2000" spc="300" dirty="0" err="1"/>
              <a:t>aplikasi</a:t>
            </a:r>
            <a:r>
              <a:rPr lang="en-ID" sz="2000" spc="300" dirty="0"/>
              <a:t> (in-app purchase), </a:t>
            </a:r>
            <a:r>
              <a:rPr lang="en-ID" sz="2000" spc="300" dirty="0" err="1"/>
              <a:t>langganan</a:t>
            </a:r>
            <a:r>
              <a:rPr lang="en-ID" sz="2000" spc="300" dirty="0"/>
              <a:t> (subscriptions), dan </a:t>
            </a:r>
            <a:r>
              <a:rPr lang="en-ID" sz="2000" spc="300" dirty="0" err="1"/>
              <a:t>iklan</a:t>
            </a:r>
            <a:r>
              <a:rPr lang="en-ID" sz="2000" spc="300" dirty="0"/>
              <a:t> (ads). </a:t>
            </a:r>
            <a:r>
              <a:rPr lang="en-ID" sz="2000" spc="300" dirty="0" err="1"/>
              <a:t>Tentunya</a:t>
            </a:r>
            <a:r>
              <a:rPr lang="en-ID" sz="2000" spc="300" dirty="0"/>
              <a:t> developer </a:t>
            </a:r>
            <a:r>
              <a:rPr lang="en-ID" sz="2000" spc="300" dirty="0" err="1"/>
              <a:t>harus</a:t>
            </a:r>
            <a:r>
              <a:rPr lang="en-ID" sz="2000" spc="300" dirty="0"/>
              <a:t> </a:t>
            </a:r>
            <a:r>
              <a:rPr lang="en-ID" sz="2000" spc="300" dirty="0" err="1"/>
              <a:t>mengikuti</a:t>
            </a:r>
            <a:r>
              <a:rPr lang="en-ID" sz="2000" spc="300" dirty="0"/>
              <a:t> </a:t>
            </a:r>
            <a:r>
              <a:rPr lang="en-ID" sz="2000" spc="300" dirty="0" err="1"/>
              <a:t>aturan</a:t>
            </a:r>
            <a:r>
              <a:rPr lang="en-ID" sz="2000" spc="300" dirty="0"/>
              <a:t> yang </a:t>
            </a:r>
            <a:r>
              <a:rPr lang="en-ID" sz="2000" spc="300" dirty="0" err="1"/>
              <a:t>ada</a:t>
            </a:r>
            <a:r>
              <a:rPr lang="en-ID" sz="2000" spc="300" dirty="0"/>
              <a:t> </a:t>
            </a:r>
            <a:r>
              <a:rPr lang="en-ID" sz="2000" spc="300" dirty="0" err="1"/>
              <a:t>untuk</a:t>
            </a:r>
            <a:r>
              <a:rPr lang="en-ID" sz="2000" spc="300" dirty="0"/>
              <a:t> </a:t>
            </a:r>
            <a:r>
              <a:rPr lang="en-ID" sz="2000" spc="300" dirty="0" err="1"/>
              <a:t>memastikan</a:t>
            </a:r>
            <a:r>
              <a:rPr lang="en-ID" sz="2000" spc="300" dirty="0"/>
              <a:t> </a:t>
            </a:r>
            <a:r>
              <a:rPr lang="en-ID" sz="2000" spc="300" dirty="0" err="1"/>
              <a:t>bahwa</a:t>
            </a:r>
            <a:r>
              <a:rPr lang="en-ID" sz="2000" spc="300" dirty="0"/>
              <a:t> </a:t>
            </a:r>
            <a:r>
              <a:rPr lang="en-ID" sz="2000" spc="300" dirty="0" err="1"/>
              <a:t>pengguna</a:t>
            </a:r>
            <a:r>
              <a:rPr lang="en-ID" sz="2000" spc="300" dirty="0"/>
              <a:t> </a:t>
            </a:r>
            <a:r>
              <a:rPr lang="en-ID" sz="2000" spc="300" dirty="0" err="1"/>
              <a:t>mendapatkan</a:t>
            </a:r>
            <a:r>
              <a:rPr lang="en-ID" sz="2000" spc="300" dirty="0"/>
              <a:t> </a:t>
            </a:r>
            <a:r>
              <a:rPr lang="en-ID" sz="2000" spc="300" dirty="0" err="1"/>
              <a:t>pengalaman</a:t>
            </a:r>
            <a:r>
              <a:rPr lang="en-ID" sz="2000" spc="300" dirty="0"/>
              <a:t> (user experience) </a:t>
            </a:r>
            <a:r>
              <a:rPr lang="en-ID" sz="2000" spc="300" dirty="0" err="1"/>
              <a:t>terbaik</a:t>
            </a:r>
            <a:r>
              <a:rPr lang="en-ID" sz="2000" spc="300" dirty="0"/>
              <a:t>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59039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208994" y="1806686"/>
            <a:ext cx="9774012" cy="2352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D" sz="2000" spc="300" dirty="0"/>
              <a:t>Android Software Development Kit (SDK) </a:t>
            </a:r>
            <a:r>
              <a:rPr lang="en-ID" sz="2000" spc="300" dirty="0" err="1"/>
              <a:t>merupakan</a:t>
            </a:r>
            <a:r>
              <a:rPr lang="en-ID" sz="2000" spc="300" dirty="0"/>
              <a:t> kit yang </a:t>
            </a:r>
            <a:r>
              <a:rPr lang="en-ID" sz="2000" spc="300" dirty="0" err="1"/>
              <a:t>bisa</a:t>
            </a:r>
            <a:r>
              <a:rPr lang="en-ID" sz="2000" spc="300" dirty="0"/>
              <a:t> </a:t>
            </a:r>
            <a:r>
              <a:rPr lang="en-ID" sz="2000" spc="300" dirty="0" err="1"/>
              <a:t>digunakan</a:t>
            </a:r>
            <a:r>
              <a:rPr lang="en-ID" sz="2000" spc="300" dirty="0"/>
              <a:t> oleh para developer </a:t>
            </a:r>
            <a:r>
              <a:rPr lang="en-ID" sz="2000" spc="300" dirty="0" err="1"/>
              <a:t>untuk</a:t>
            </a:r>
            <a:r>
              <a:rPr lang="en-ID" sz="2000" spc="300" dirty="0"/>
              <a:t> </a:t>
            </a:r>
            <a:r>
              <a:rPr lang="en-ID" sz="2000" spc="300" dirty="0" err="1"/>
              <a:t>mengembangkan</a:t>
            </a:r>
            <a:r>
              <a:rPr lang="en-ID" sz="2000" spc="300" dirty="0"/>
              <a:t> </a:t>
            </a:r>
            <a:r>
              <a:rPr lang="en-ID" sz="2000" spc="300" dirty="0" err="1"/>
              <a:t>aplikasi</a:t>
            </a:r>
            <a:r>
              <a:rPr lang="en-ID" sz="2000" spc="300" dirty="0"/>
              <a:t> </a:t>
            </a:r>
            <a:r>
              <a:rPr lang="en-ID" sz="2000" spc="300" dirty="0" err="1"/>
              <a:t>berbasis</a:t>
            </a:r>
            <a:r>
              <a:rPr lang="en-ID" sz="2000" spc="300" dirty="0"/>
              <a:t> Android. Di </a:t>
            </a:r>
            <a:r>
              <a:rPr lang="en-ID" sz="2000" spc="300" dirty="0" err="1"/>
              <a:t>dalamnya</a:t>
            </a:r>
            <a:r>
              <a:rPr lang="en-ID" sz="2000" spc="300" dirty="0"/>
              <a:t>, </a:t>
            </a:r>
            <a:r>
              <a:rPr lang="en-ID" sz="2000" spc="300" dirty="0" err="1"/>
              <a:t>terdapat</a:t>
            </a:r>
            <a:r>
              <a:rPr lang="en-ID" sz="2000" spc="300" dirty="0"/>
              <a:t> </a:t>
            </a:r>
            <a:r>
              <a:rPr lang="en-ID" sz="2000" spc="300" dirty="0" err="1"/>
              <a:t>beberapa</a:t>
            </a:r>
            <a:r>
              <a:rPr lang="en-ID" sz="2000" spc="300" dirty="0"/>
              <a:t> tools </a:t>
            </a:r>
            <a:r>
              <a:rPr lang="en-ID" sz="2000" spc="300" dirty="0" err="1"/>
              <a:t>seperti</a:t>
            </a:r>
            <a:r>
              <a:rPr lang="en-ID" sz="2000" spc="300" dirty="0"/>
              <a:t> debugger, software libraries, emulator, </a:t>
            </a:r>
            <a:r>
              <a:rPr lang="en-ID" sz="2000" spc="300" dirty="0" err="1"/>
              <a:t>dokumentasi</a:t>
            </a:r>
            <a:r>
              <a:rPr lang="en-ID" sz="2000" spc="300" dirty="0"/>
              <a:t>, sample code dan tutorial.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FEF5B1-9864-455F-8E68-7779974E8870}"/>
              </a:ext>
            </a:extLst>
          </p:cNvPr>
          <p:cNvSpPr txBox="1"/>
          <p:nvPr/>
        </p:nvSpPr>
        <p:spPr>
          <a:xfrm>
            <a:off x="1208994" y="1345021"/>
            <a:ext cx="29722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DEVELOPMENT KIT</a:t>
            </a:r>
            <a:endParaRPr lang="en-ID" sz="2400" b="1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84765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208994" y="1933099"/>
            <a:ext cx="9774012" cy="18912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sz="2000" spc="300" dirty="0"/>
              <a:t>Bahasa </a:t>
            </a:r>
            <a:r>
              <a:rPr lang="en-ID" sz="2000" spc="300" dirty="0" err="1"/>
              <a:t>pemrograman</a:t>
            </a:r>
            <a:r>
              <a:rPr lang="en-ID" sz="2000" spc="300" dirty="0"/>
              <a:t> yang </a:t>
            </a:r>
            <a:r>
              <a:rPr lang="en-ID" sz="2000" spc="300" dirty="0" err="1"/>
              <a:t>sering</a:t>
            </a:r>
            <a:r>
              <a:rPr lang="en-ID" sz="2000" spc="300" dirty="0"/>
              <a:t> </a:t>
            </a:r>
            <a:r>
              <a:rPr lang="en-ID" sz="2000" spc="300" dirty="0" err="1"/>
              <a:t>digunakan</a:t>
            </a:r>
            <a:r>
              <a:rPr lang="en-ID" sz="2000" spc="300" dirty="0"/>
              <a:t> </a:t>
            </a:r>
            <a:r>
              <a:rPr lang="en-ID" sz="2000" spc="300" dirty="0" err="1"/>
              <a:t>untuk</a:t>
            </a:r>
            <a:r>
              <a:rPr lang="en-ID" sz="2000" spc="300" dirty="0"/>
              <a:t> </a:t>
            </a:r>
            <a:r>
              <a:rPr lang="en-ID" sz="2000" spc="300" dirty="0" err="1"/>
              <a:t>mengembangkan</a:t>
            </a:r>
            <a:r>
              <a:rPr lang="en-ID" sz="2000" spc="300" dirty="0"/>
              <a:t> </a:t>
            </a:r>
            <a:r>
              <a:rPr lang="en-ID" sz="2000" spc="300" dirty="0" err="1"/>
              <a:t>aplikasi</a:t>
            </a:r>
            <a:r>
              <a:rPr lang="en-ID" sz="2000" spc="300" dirty="0"/>
              <a:t> Android </a:t>
            </a:r>
            <a:r>
              <a:rPr lang="en-ID" sz="2000" spc="300" dirty="0" err="1"/>
              <a:t>adalah</a:t>
            </a:r>
            <a:r>
              <a:rPr lang="en-ID" sz="2000" spc="300" dirty="0"/>
              <a:t> Java. </a:t>
            </a:r>
            <a:r>
              <a:rPr lang="en-ID" sz="2000" spc="300" dirty="0" err="1"/>
              <a:t>Namun</a:t>
            </a:r>
            <a:r>
              <a:rPr lang="en-ID" sz="2000" spc="300" dirty="0"/>
              <a:t> </a:t>
            </a:r>
            <a:r>
              <a:rPr lang="en-ID" sz="2000" spc="300" dirty="0" err="1"/>
              <a:t>ada</a:t>
            </a:r>
            <a:r>
              <a:rPr lang="en-ID" sz="2000" spc="300" dirty="0"/>
              <a:t> </a:t>
            </a:r>
            <a:r>
              <a:rPr lang="en-ID" sz="2000" spc="300" dirty="0" err="1"/>
              <a:t>beberapa</a:t>
            </a:r>
            <a:r>
              <a:rPr lang="en-ID" sz="2000" spc="300" dirty="0"/>
              <a:t> </a:t>
            </a:r>
            <a:r>
              <a:rPr lang="en-ID" sz="2000" spc="300" dirty="0" err="1"/>
              <a:t>bahasa</a:t>
            </a:r>
            <a:r>
              <a:rPr lang="en-ID" sz="2000" spc="300" dirty="0"/>
              <a:t> </a:t>
            </a:r>
            <a:r>
              <a:rPr lang="en-ID" sz="2000" spc="300" dirty="0" err="1"/>
              <a:t>lainnya</a:t>
            </a:r>
            <a:r>
              <a:rPr lang="en-ID" sz="2000" spc="300" dirty="0"/>
              <a:t> yang </a:t>
            </a:r>
            <a:r>
              <a:rPr lang="en-ID" sz="2000" spc="300" dirty="0" err="1"/>
              <a:t>dapat</a:t>
            </a:r>
            <a:r>
              <a:rPr lang="en-ID" sz="2000" spc="300" dirty="0"/>
              <a:t> </a:t>
            </a:r>
            <a:r>
              <a:rPr lang="en-ID" sz="2000" spc="300" dirty="0" err="1"/>
              <a:t>digunakan</a:t>
            </a:r>
            <a:r>
              <a:rPr lang="en-ID" sz="2000" spc="300" dirty="0"/>
              <a:t>, </a:t>
            </a:r>
            <a:r>
              <a:rPr lang="en-ID" sz="2000" spc="300" dirty="0" err="1"/>
              <a:t>seperti</a:t>
            </a:r>
            <a:r>
              <a:rPr lang="en-ID" sz="2000" spc="300" dirty="0"/>
              <a:t> C++ dan Go. Pada IO 2017 Google juga </a:t>
            </a:r>
            <a:r>
              <a:rPr lang="en-ID" sz="2000" spc="300" dirty="0" err="1"/>
              <a:t>menetapkan</a:t>
            </a:r>
            <a:r>
              <a:rPr lang="en-ID" sz="2000" spc="300" dirty="0"/>
              <a:t> Kotlin </a:t>
            </a:r>
            <a:r>
              <a:rPr lang="en-ID" sz="2000" spc="300" dirty="0" err="1"/>
              <a:t>sebagai</a:t>
            </a:r>
            <a:r>
              <a:rPr lang="en-ID" sz="2000" spc="300" dirty="0"/>
              <a:t> </a:t>
            </a:r>
            <a:r>
              <a:rPr lang="en-ID" sz="2000" spc="300" dirty="0" err="1"/>
              <a:t>tambahan</a:t>
            </a:r>
            <a:r>
              <a:rPr lang="en-ID" sz="2000" spc="300" dirty="0"/>
              <a:t> </a:t>
            </a:r>
            <a:r>
              <a:rPr lang="en-ID" sz="2000" spc="300" dirty="0" err="1"/>
              <a:t>bahasa</a:t>
            </a:r>
            <a:r>
              <a:rPr lang="en-ID" sz="2000" spc="300" dirty="0"/>
              <a:t> </a:t>
            </a:r>
            <a:r>
              <a:rPr lang="en-ID" sz="2000" spc="300" dirty="0" err="1"/>
              <a:t>resmi</a:t>
            </a:r>
            <a:r>
              <a:rPr lang="en-ID" sz="2000" spc="300" dirty="0"/>
              <a:t>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9612645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422BC93-E647-495B-941F-0AF62D1864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920" y="1108018"/>
            <a:ext cx="7279640" cy="5034692"/>
          </a:xfrm>
          <a:prstGeom prst="rect">
            <a:avLst/>
          </a:prstGeom>
        </p:spPr>
      </p:pic>
      <p:pic>
        <p:nvPicPr>
          <p:cNvPr id="11266" name="Picture 2" descr="Android PNG Gambar | PNG Arts">
            <a:extLst>
              <a:ext uri="{FF2B5EF4-FFF2-40B4-BE49-F238E27FC236}">
                <a16:creationId xmlns:a16="http://schemas.microsoft.com/office/drawing/2014/main" id="{70731508-0529-4AE4-AC28-5D6E5860E7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8164" y="1406582"/>
            <a:ext cx="4059498" cy="40594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802653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CD3266-140E-49CF-881C-1D4E3C19CB88}"/>
              </a:ext>
            </a:extLst>
          </p:cNvPr>
          <p:cNvSpPr txBox="1"/>
          <p:nvPr/>
        </p:nvSpPr>
        <p:spPr>
          <a:xfrm>
            <a:off x="1523977" y="1564640"/>
            <a:ext cx="9144046" cy="7546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sz="3200" b="1" spc="300" dirty="0"/>
              <a:t>TIME FOR CODING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FA32738-1AA7-4C09-8DEE-B38A99FB889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732" b="17694"/>
          <a:stretch/>
        </p:blipFill>
        <p:spPr>
          <a:xfrm>
            <a:off x="3567430" y="2387600"/>
            <a:ext cx="4880610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02073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D831133-7C2B-4E3D-A967-B3A0DB70140F}"/>
              </a:ext>
            </a:extLst>
          </p:cNvPr>
          <p:cNvSpPr txBox="1"/>
          <p:nvPr/>
        </p:nvSpPr>
        <p:spPr>
          <a:xfrm>
            <a:off x="4408681" y="2939967"/>
            <a:ext cx="33746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spc="300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TERIMAKASIH</a:t>
            </a:r>
            <a:endParaRPr lang="en-ID" sz="3200" b="1" spc="300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507375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472</Words>
  <Application>Microsoft Office PowerPoint</Application>
  <PresentationFormat>Widescreen</PresentationFormat>
  <Paragraphs>25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 Light</vt:lpstr>
      <vt:lpstr>Nirmala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Ahmad Fauzan</dc:creator>
  <cp:lastModifiedBy>DM-09</cp:lastModifiedBy>
  <cp:revision>19</cp:revision>
  <dcterms:created xsi:type="dcterms:W3CDTF">2023-03-27T01:36:44Z</dcterms:created>
  <dcterms:modified xsi:type="dcterms:W3CDTF">2023-05-22T01:53:53Z</dcterms:modified>
</cp:coreProperties>
</file>