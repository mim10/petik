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86" r:id="rId5"/>
    <p:sldId id="258" r:id="rId6"/>
    <p:sldId id="257" r:id="rId7"/>
    <p:sldId id="265" r:id="rId8"/>
    <p:sldId id="326" r:id="rId9"/>
    <p:sldId id="268" r:id="rId10"/>
    <p:sldId id="259" r:id="rId11"/>
    <p:sldId id="324" r:id="rId12"/>
    <p:sldId id="328" r:id="rId13"/>
    <p:sldId id="329" r:id="rId14"/>
    <p:sldId id="341" r:id="rId15"/>
    <p:sldId id="342" r:id="rId16"/>
    <p:sldId id="339" r:id="rId17"/>
    <p:sldId id="340" r:id="rId18"/>
    <p:sldId id="331" r:id="rId19"/>
    <p:sldId id="330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283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08/05/2023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Top Reasons Migrating Your Old App to React Native">
            <a:extLst>
              <a:ext uri="{FF2B5EF4-FFF2-40B4-BE49-F238E27FC236}">
                <a16:creationId xmlns:a16="http://schemas.microsoft.com/office/drawing/2014/main" id="{F9D932C1-322C-4541-B09C-E6617563F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752" y="802640"/>
            <a:ext cx="7516495" cy="47797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2364850" y="2741463"/>
            <a:ext cx="746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MOBILE PROGRAMMING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B2D2E7-DBFC-4426-A2FB-3A373920513C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D8B1AC5-146C-42F9-9059-473E09E89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8B36CD1-5D50-4384-BFC2-41BF35F2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987660" y="14473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0756" y="1210280"/>
            <a:ext cx="4122123" cy="31068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EEA3D38-3977-4684-A226-CBE282580C51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F0D5ED-60CC-460C-8F7D-711427964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2BABBC2-543B-4EA5-BDCA-0DDA2FE2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031549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Mengatakan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‘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punya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’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mengatakan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‘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’.”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Mahathir Mohamad -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8FEA50-5580-42F7-BEE4-45946C2B2E28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C186B6-76BE-4F22-8FB4-687937E51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C826CC-9924-40B1-AC7F-2A3A3087A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50524E-17B2-4F2E-8860-1CAA0B5631F3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DBB4C24-C5F5-470B-9FA7-604DF07F9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C4C50D-B9BD-4B10-8A52-6128B8CAF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9A2376F-CBF1-4928-9FD6-6F628DB1AA53}"/>
              </a:ext>
            </a:extLst>
          </p:cNvPr>
          <p:cNvSpPr txBox="1"/>
          <p:nvPr/>
        </p:nvSpPr>
        <p:spPr>
          <a:xfrm>
            <a:off x="3805153" y="985520"/>
            <a:ext cx="4581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ROADMAP REACT NATIVE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484F30-C529-4D2E-9714-66025150298C}"/>
              </a:ext>
            </a:extLst>
          </p:cNvPr>
          <p:cNvGrpSpPr/>
          <p:nvPr/>
        </p:nvGrpSpPr>
        <p:grpSpPr>
          <a:xfrm>
            <a:off x="1415792" y="1894840"/>
            <a:ext cx="9360416" cy="3632200"/>
            <a:chOff x="1415792" y="1894840"/>
            <a:chExt cx="9360416" cy="3632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EC0BE59-8549-47BA-A0BF-737F88C5CA60}"/>
                </a:ext>
              </a:extLst>
            </p:cNvPr>
            <p:cNvSpPr/>
            <p:nvPr/>
          </p:nvSpPr>
          <p:spPr>
            <a:xfrm>
              <a:off x="1415792" y="1894840"/>
              <a:ext cx="2959616" cy="3632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Mobile Programming</a:t>
              </a:r>
            </a:p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Platform Mobile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Permission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Manifest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Data Structure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B2F25F-C8DD-4EFF-8EB7-604DA675DC28}"/>
                </a:ext>
              </a:extLst>
            </p:cNvPr>
            <p:cNvSpPr/>
            <p:nvPr/>
          </p:nvSpPr>
          <p:spPr>
            <a:xfrm>
              <a:off x="4616192" y="1894840"/>
              <a:ext cx="2959616" cy="3632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Ecosystem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Thinking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State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JSX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Library</a:t>
              </a:r>
              <a:endParaRPr lang="en-ID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D0B44C-68B1-4770-A051-ED741D3ABE2E}"/>
                </a:ext>
              </a:extLst>
            </p:cNvPr>
            <p:cNvSpPr/>
            <p:nvPr/>
          </p:nvSpPr>
          <p:spPr>
            <a:xfrm>
              <a:off x="7816592" y="1894840"/>
              <a:ext cx="2959616" cy="3632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Native</a:t>
              </a:r>
            </a:p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RN Thinking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RN State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RN Function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RN View </a:t>
              </a:r>
              <a:endParaRPr lang="en-ID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8887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4347912" y="2351521"/>
            <a:ext cx="6871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Pengenalan</a:t>
            </a:r>
            <a:r>
              <a:rPr lang="en-US" sz="3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 Programming</a:t>
            </a:r>
            <a:endParaRPr lang="en-ID" sz="3600" b="1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990CFD-B60B-441D-84F9-290E4E64A489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5E651A0-334E-4CF0-B1CD-1689C994F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F1A15D-ADB6-4D1F-83FC-E9A417EB7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757A55A3-5E62-44E7-98DF-88B237FDF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972184" y="1682215"/>
            <a:ext cx="4961255" cy="37392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96159A7-9FD7-4C80-BB14-ED0A170F8296}"/>
              </a:ext>
            </a:extLst>
          </p:cNvPr>
          <p:cNvSpPr/>
          <p:nvPr/>
        </p:nvSpPr>
        <p:spPr>
          <a:xfrm>
            <a:off x="7975599" y="3709337"/>
            <a:ext cx="3014063" cy="498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1876729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“Mobile programming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merujuk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penulisan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pembangunan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perangkat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lunak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(software)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mampu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bekerja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perangkat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 (smartphone, tables, wearable)..”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4FEA32-0305-48EA-B0E2-E025E073388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5E3BAB4-6B43-48E2-9E30-D2E4810D3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313E42-33BD-49F4-8687-5699DD546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274529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3694541" y="2774622"/>
            <a:ext cx="4802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PENGANTAR MOBILE</a:t>
            </a:r>
            <a:endParaRPr lang="en-ID" sz="32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20040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99059" y="557156"/>
            <a:ext cx="339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579122" y="1523239"/>
            <a:ext cx="6402402" cy="4489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artikel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cnbc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diprediksikan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2025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sekitar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72.6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persen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sering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mengakses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internet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smartphone.</a:t>
            </a:r>
          </a:p>
          <a:p>
            <a:pPr>
              <a:lnSpc>
                <a:spcPct val="150000"/>
              </a:lnSpc>
            </a:pP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Artinya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kedepan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orang-orang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sering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smartphone.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perangkat-perangkat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lunak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mengarah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smartphone.</a:t>
            </a:r>
          </a:p>
          <a:p>
            <a:pPr>
              <a:lnSpc>
                <a:spcPct val="150000"/>
              </a:lnSpc>
            </a:pP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“Mobile is the future of everything.” - Forbes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A01CE2-AC2E-42FE-B0CC-ABF5D7AA22A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A762DB-386D-4D13-A72F-DBFD58C99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17F99A-0027-43DA-8F61-4C5B239F5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pic>
        <p:nvPicPr>
          <p:cNvPr id="10" name="Google Shape;114;p22">
            <a:extLst>
              <a:ext uri="{FF2B5EF4-FFF2-40B4-BE49-F238E27FC236}">
                <a16:creationId xmlns:a16="http://schemas.microsoft.com/office/drawing/2014/main" id="{F7E2F731-8F88-45BE-8CB8-777F55EF08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5960" y="1742120"/>
            <a:ext cx="4836918" cy="2957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86165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Mobile Programming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tiga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sangat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populer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perangkat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lunak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399059" y="557156"/>
            <a:ext cx="339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293B40-A150-4554-98B2-4C4D468EFA00}"/>
              </a:ext>
            </a:extLst>
          </p:cNvPr>
          <p:cNvGrpSpPr/>
          <p:nvPr/>
        </p:nvGrpSpPr>
        <p:grpSpPr>
          <a:xfrm>
            <a:off x="2406445" y="2983505"/>
            <a:ext cx="7379104" cy="2863375"/>
            <a:chOff x="1415792" y="1894840"/>
            <a:chExt cx="9360416" cy="3632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675E1F-9404-430F-9D75-BCC15252701D}"/>
                </a:ext>
              </a:extLst>
            </p:cNvPr>
            <p:cNvSpPr/>
            <p:nvPr/>
          </p:nvSpPr>
          <p:spPr>
            <a:xfrm>
              <a:off x="1415792" y="1894840"/>
              <a:ext cx="2959616" cy="3632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algn="ctr"/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Android Native-Platform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Java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Kotlin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C++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C57011A-DE21-4C7A-B133-458C86155639}"/>
                </a:ext>
              </a:extLst>
            </p:cNvPr>
            <p:cNvSpPr/>
            <p:nvPr/>
          </p:nvSpPr>
          <p:spPr>
            <a:xfrm>
              <a:off x="4616192" y="1894840"/>
              <a:ext cx="2959616" cy="3632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algn="ctr"/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Cross-Platform</a:t>
              </a:r>
            </a:p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React Native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Flutter</a:t>
              </a:r>
              <a:endParaRPr lang="en-ID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93E252-9388-45E3-9A4E-B6CBA9EF442D}"/>
                </a:ext>
              </a:extLst>
            </p:cNvPr>
            <p:cNvSpPr/>
            <p:nvPr/>
          </p:nvSpPr>
          <p:spPr>
            <a:xfrm>
              <a:off x="7816592" y="1894840"/>
              <a:ext cx="2959616" cy="3632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algn="ctr"/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IOS Native-Platform</a:t>
              </a:r>
            </a:p>
            <a:p>
              <a:pPr algn="ctr"/>
              <a:endParaRPr lang="en-US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Swift</a:t>
              </a:r>
            </a:p>
            <a:p>
              <a:pPr marL="285750" indent="-285750" algn="ctr">
                <a:buFont typeface="Wingdings" panose="05000000000000000000" pitchFamily="2" charset="2"/>
                <a:buChar char="v"/>
              </a:pPr>
              <a:r>
                <a:rPr lang="en-US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Objective-C</a:t>
              </a:r>
              <a:endParaRPr lang="en-ID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412806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89095" y="1882315"/>
            <a:ext cx="8213806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Native-Platform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dikhususkan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 (android)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menyeluruh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Bahasa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java,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kotlin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c++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jetpack-compose.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399059" y="557156"/>
            <a:ext cx="339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068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89095" y="1882315"/>
            <a:ext cx="8213806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Cross-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Platfom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dikhususkan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cross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(android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ios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). Bahasa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javascript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(react-native) dan dart (flutter).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399059" y="557156"/>
            <a:ext cx="339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1664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89095" y="1882315"/>
            <a:ext cx="8213806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IOS Native-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Platfom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dikhususkan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 (IOS)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menyeluruh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Bahasa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swift dan objective-c.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399059" y="557156"/>
            <a:ext cx="339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6469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2220592" y="2774622"/>
            <a:ext cx="7750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Mengapa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menggunakan Cross-Platform?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04795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2163859" y="2174664"/>
            <a:ext cx="7864281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Cross-Platform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dan IOS. Cross-Platform juga sangat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2697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2390506" y="2774622"/>
            <a:ext cx="7411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Mengapa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menggunakan React-Native?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03001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2163859" y="2174664"/>
            <a:ext cx="7864281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React-Native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cross-platform yang sangat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khususnya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mempelajari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ekosistem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frontend (react).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2011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3724199" y="2774622"/>
            <a:ext cx="4743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MANIFEST</a:t>
            </a:r>
            <a:endParaRPr lang="en-ID" sz="32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57922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Manifest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project android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buat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file xml.  Android Manifest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informasi-informasi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tentang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buat,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kerjakan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yang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targetkan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theme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Manifest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457571" y="557156"/>
            <a:ext cx="3276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Manifest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8800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Manifest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label, intent, icon,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maupun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Manifest permission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memanfaatkan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fasilitas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smartphone Android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457571" y="557156"/>
            <a:ext cx="3276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Manifest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573494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3458905" y="2774622"/>
            <a:ext cx="5274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PERMISSION</a:t>
            </a:r>
            <a:endParaRPr lang="en-ID" sz="32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78385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Permission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otorisasi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mengharuskan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tertentu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otorisasi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mendapatkan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pemberitahuan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terkait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tindakan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Daftar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tindakan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nantinya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aktivitas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disetujui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Setelah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pemberitahuan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457571" y="557156"/>
            <a:ext cx="3276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Manifest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61095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37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permission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lokasi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kamera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internet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membaca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file manager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usb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debugging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Dan lain-lain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457571" y="557156"/>
            <a:ext cx="3276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Android Manifest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4884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3957442" y="2774622"/>
            <a:ext cx="4277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STRUCTURE</a:t>
            </a:r>
            <a:endParaRPr lang="en-ID" sz="32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158212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mobile programming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website.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Umumnya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platform native, kalian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memahami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OOP (object-oriented programming)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menerapkan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logika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MVM/MVVM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682795" y="557156"/>
            <a:ext cx="2826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Structure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744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cross-platform kalian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menerapkan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MVM/MVVM, pada platform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dekat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logika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website (frontend).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A3B7A2-3E62-4F2A-86CC-3F3E59A32D0D}"/>
              </a:ext>
            </a:extLst>
          </p:cNvPr>
          <p:cNvSpPr txBox="1"/>
          <p:nvPr/>
        </p:nvSpPr>
        <p:spPr>
          <a:xfrm>
            <a:off x="4682795" y="557156"/>
            <a:ext cx="2826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Structure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18227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482419" y="577514"/>
            <a:ext cx="3227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Mobile (1)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854325" y="1484991"/>
            <a:ext cx="8483346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slide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(minimal 10 slide)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materi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Kotlin dan React Native.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kelompok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terdiri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2-3 orang.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semenarik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mungkin,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dijelaskan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mewakili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BM dan PT.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Kerjakan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tetap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semangat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0D034E-C53B-4302-B696-23AB8789E392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6513D0-78EB-4208-9346-2A76B9B9D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541255-D782-49FB-9CA9-3C8BD71C6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2553C7-5206-4414-8527-6433C3EE5175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F1BE1E-2DA7-48B8-9179-6301E45FA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4B1A36-7BA1-4570-B919-45BEFBE5A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670</Words>
  <Application>Microsoft Office PowerPoint</Application>
  <PresentationFormat>Widescreen</PresentationFormat>
  <Paragraphs>95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90</cp:revision>
  <dcterms:created xsi:type="dcterms:W3CDTF">2023-01-04T01:24:47Z</dcterms:created>
  <dcterms:modified xsi:type="dcterms:W3CDTF">2023-05-08T02:33:07Z</dcterms:modified>
</cp:coreProperties>
</file>