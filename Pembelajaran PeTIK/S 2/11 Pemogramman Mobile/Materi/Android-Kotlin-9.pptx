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352" r:id="rId6"/>
    <p:sldId id="353" r:id="rId7"/>
    <p:sldId id="354" r:id="rId8"/>
    <p:sldId id="355" r:id="rId9"/>
    <p:sldId id="357" r:id="rId10"/>
    <p:sldId id="290" r:id="rId11"/>
    <p:sldId id="272" r:id="rId12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Nirmala UI" panose="020B0502040204020203" pitchFamily="34" charset="0"/>
      <p:regular r:id="rId19"/>
      <p:bold r:id="rId20"/>
    </p:embeddedFont>
    <p:embeddedFont>
      <p:font typeface="Poppins Medium" panose="00000600000000000000" pitchFamily="2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9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325-5EAA-480A-81BA-0EA5676E4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9C70E-5875-4AF5-BBFC-72EC75A0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4AE2-9902-4972-A6A2-AA315F15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25/05/2023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1ED90-5084-4B19-A00E-9E78ADDD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0BF9-A85D-4B50-A393-7137582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16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AC33-5C12-4F62-96C5-6AE03B92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D4F7-A771-43CC-88EA-7F3DDDBA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34EE-A72E-431E-A8FF-9DDD4F2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25/05/2023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60C8-0281-4AF3-B9CB-3919E4BF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772F-88F1-4B8B-BD1C-37FEC762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853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A791-78C5-4BCE-BC6D-CA58ECAA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CA01-4F78-4D2E-9A35-91155C62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A56B-51E6-4F5C-AA9A-7047999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25/05/2023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BDDC-4521-4C93-A6BB-A6CB1C4C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E79AE-2958-45BA-A68C-FAD56CF0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75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D696-42E5-4DF9-BC88-FF19A28A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8B10-2AAB-4B84-8E4C-91AE8262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E5086-44CC-4793-89A0-813112AD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85686-4B6E-48CF-A7B5-3503F992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25/05/2023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F9AC-BBC6-4E4F-917A-E9A16A2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0E98-021B-4296-B14C-89A5F7B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9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82BA-90AD-48F8-A91B-76F1BD24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4D24-A6CF-4B80-98AF-67EABDA1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F6DF0-5FC4-4021-B09A-43466AEE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E381-74F1-488F-B79C-E44F065E3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2AB5-61DD-4ED8-895F-AFD544B64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227A3-D7C8-43B8-9478-681620DC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25/05/2023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17B8A-D93A-47D2-BE52-F41E2C20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4B13D-AA6C-4D63-96EB-335DDA39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862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D32E-E775-403B-9893-BD79BC2B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C1B4A-A845-40F0-B43A-7A8F23BD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25/05/2023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DC5EC-E611-4DF1-9457-2C6D77F1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BAD39-91C0-4570-B48E-2E17CB72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41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C170F-D242-47F1-8C0F-663FAA90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25/05/2023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84264-F580-4C25-A98D-431D0F46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1F6B-E3DB-4FD5-B117-A225BEB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9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15BB-41FE-467D-81BD-30B3128D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7B1B-3D3F-40CD-BFB8-3C0942D2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76F15-C204-4B0B-83E8-C74663752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2CA90-C733-4338-97F7-F43ED970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25/05/2023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E43E1-62CA-48E2-AA98-1013AA07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D8A4F-AC5A-4D60-8C5D-A86A06F7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422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8D84-3A14-4332-B1A4-CAF8F43D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2814-ABE7-4738-BC36-38770D393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9EAD0-B254-4D24-8110-45C2F0DD9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E529-AE79-4751-9243-28776DB0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25/05/2023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02C8-9A3F-4AAC-9EA2-401245B5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CF4E-EE22-4CAD-A6D6-7C22F606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04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2A6-9479-41C9-8A29-5F708D3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50101-69A2-4487-905A-CDA9B495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3450-55C0-4413-9BB9-2383C079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25/05/2023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A9B0-D92C-4AD1-9B3E-7B9D8710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5BE9-48D2-48E8-A567-B502CE2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075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9C839-1748-4A5E-AE29-B48BEF3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4C2F0-CB92-486D-AAD8-0257AB024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5BEB-067A-4449-A620-D5217A41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25/05/2023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66CE-C044-4F77-BFA6-76C2E559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232B-A1F3-4083-9151-2F445CF0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69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DAA49-688C-430B-AF4C-F7B3AF39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0F00A-5D40-4557-B057-CFAC2802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AE7C-725B-4014-8870-F942C9B9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B5220-94FA-4DD9-9ED6-C13B07E3BBB2}" type="datetimeFigureOut">
              <a:rPr lang="en-ID" smtClean="0"/>
              <a:t>25/05/2023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DAE6-6E5E-42B7-B666-DF9F59F76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43CF-4277-413C-A586-5E1669F62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04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AAC676-CB9B-4751-B85B-324CE1705B81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2" descr="Android | Platform yang memungkinkan segalanya">
            <a:extLst>
              <a:ext uri="{FF2B5EF4-FFF2-40B4-BE49-F238E27FC236}">
                <a16:creationId xmlns:a16="http://schemas.microsoft.com/office/drawing/2014/main" id="{9F7D2CD0-94DF-40DC-99A7-D80752F39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2067817"/>
            <a:ext cx="5181601" cy="27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010920" y="1434673"/>
            <a:ext cx="580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LINIMASA ANDROID DEVELOPER</a:t>
            </a:r>
            <a:endParaRPr lang="en-ID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415" y="1936978"/>
            <a:ext cx="3889013" cy="23529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LOCAL DATA PERSISTENT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FIREBASE AUTH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API SERVICE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BUILD APK/BUNDLES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Google Developers Indonesia Blog: Android Studio 4.2">
            <a:extLst>
              <a:ext uri="{FF2B5EF4-FFF2-40B4-BE49-F238E27FC236}">
                <a16:creationId xmlns:a16="http://schemas.microsoft.com/office/drawing/2014/main" id="{0599EFBF-C5F1-475E-BD55-F6A2C3873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080" y="1577231"/>
            <a:ext cx="3418840" cy="341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4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3038140" y="2905780"/>
            <a:ext cx="61157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FIREBASE AUTH ANDROID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31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2091619" y="1819943"/>
            <a:ext cx="8008761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Firebase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awalnya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dibuat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oleh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perusahaan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startup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bernama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Envolve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James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Tamplin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Andrew Lee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tahun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2011.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Awalnya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Firebase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dirancang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API chat service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fungsionalitas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online chat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website.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1840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343609" y="1819943"/>
            <a:ext cx="9479902" cy="296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seiring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berjalannya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developer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memanfaatkan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Firebase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menyinkronkan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menyimpan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status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permainan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dilakukan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real time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seluruh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(real time multiplayer games).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Akhirnya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tahun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2012,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Tamplin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Lee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memisahkan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Firebase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menjadi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yakni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chat system dan real-time architecture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0156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343609" y="1819943"/>
            <a:ext cx="9479902" cy="296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Firebase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platform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dikembangkan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oleh Google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memudahkan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membangun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Firebase juga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meningkatkan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performa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sudah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berjalan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sudah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Play Store.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Hingga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semakin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developer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menyukai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Firebase,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baik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startup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hingga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perusahaan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global. 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2852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356049" y="2687691"/>
            <a:ext cx="9479902" cy="46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</a:t>
            </a:r>
            <a:r>
              <a:rPr lang="en-ID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acam-Macam</a:t>
            </a: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Firebase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4809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356049" y="1509149"/>
            <a:ext cx="9479902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Database NoSQL yang di-hosting di cloud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menyimpan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menyinkronkan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realtime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Realtime Database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versi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sederhana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Cloud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Firestore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efisien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low-latency.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48247-2451-40EB-8020-2200FB3B149C}"/>
              </a:ext>
            </a:extLst>
          </p:cNvPr>
          <p:cNvSpPr txBox="1"/>
          <p:nvPr/>
        </p:nvSpPr>
        <p:spPr>
          <a:xfrm>
            <a:off x="1356049" y="998753"/>
            <a:ext cx="9479902" cy="510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Realtime Database</a:t>
            </a:r>
            <a:endParaRPr lang="en-ID" sz="1600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2050" name="Picture 2" descr="Firebase Realtime Database | Menyimpan dan melakukan sinkronisasi data  secara real time">
            <a:extLst>
              <a:ext uri="{FF2B5EF4-FFF2-40B4-BE49-F238E27FC236}">
                <a16:creationId xmlns:a16="http://schemas.microsoft.com/office/drawing/2014/main" id="{E66E1692-F23E-451B-9D2F-17CE00BF2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722" y="3827364"/>
            <a:ext cx="4012556" cy="225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04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356049" y="1601755"/>
            <a:ext cx="9479902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Firebase Authentication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berbagai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perihal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sign-in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contohnya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Google, Twitter, Facebook, GitHub,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masih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48247-2451-40EB-8020-2200FB3B149C}"/>
              </a:ext>
            </a:extLst>
          </p:cNvPr>
          <p:cNvSpPr txBox="1"/>
          <p:nvPr/>
        </p:nvSpPr>
        <p:spPr>
          <a:xfrm>
            <a:off x="1356049" y="1091359"/>
            <a:ext cx="9479902" cy="510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Firebase Auth</a:t>
            </a:r>
            <a:endParaRPr lang="en-ID" sz="1600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227261C-59C3-41D4-BFF2-2F401B0C5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850" y="3429000"/>
            <a:ext cx="5160300" cy="290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1802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564640"/>
            <a:ext cx="9144046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3200" b="1" spc="300" dirty="0"/>
              <a:t>TIME FOR CODING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7CA68-05D9-495B-9074-D8969B39BC3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2" b="17694"/>
          <a:stretch/>
        </p:blipFill>
        <p:spPr>
          <a:xfrm>
            <a:off x="3567430" y="2387600"/>
            <a:ext cx="488061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91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4408681" y="2939967"/>
            <a:ext cx="3374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TERIMAKASIH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73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239</Words>
  <Application>Microsoft Office PowerPoint</Application>
  <PresentationFormat>Widescreen</PresentationFormat>
  <Paragraphs>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Nirmala UI</vt:lpstr>
      <vt:lpstr>Arial</vt:lpstr>
      <vt:lpstr>Calibri</vt:lpstr>
      <vt:lpstr>Poppins Medium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DM-09</cp:lastModifiedBy>
  <cp:revision>148</cp:revision>
  <dcterms:created xsi:type="dcterms:W3CDTF">2023-03-27T01:36:44Z</dcterms:created>
  <dcterms:modified xsi:type="dcterms:W3CDTF">2023-05-25T01:18:58Z</dcterms:modified>
</cp:coreProperties>
</file>