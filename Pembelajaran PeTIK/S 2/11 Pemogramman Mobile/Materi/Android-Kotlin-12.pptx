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314" r:id="rId5"/>
    <p:sldId id="273" r:id="rId6"/>
    <p:sldId id="315" r:id="rId7"/>
    <p:sldId id="291" r:id="rId8"/>
    <p:sldId id="316" r:id="rId9"/>
    <p:sldId id="317" r:id="rId10"/>
    <p:sldId id="318" r:id="rId11"/>
    <p:sldId id="321" r:id="rId12"/>
    <p:sldId id="319" r:id="rId13"/>
    <p:sldId id="290" r:id="rId14"/>
    <p:sldId id="300" r:id="rId15"/>
    <p:sldId id="322" r:id="rId16"/>
    <p:sldId id="323" r:id="rId17"/>
    <p:sldId id="324" r:id="rId18"/>
    <p:sldId id="325" r:id="rId19"/>
    <p:sldId id="326" r:id="rId20"/>
    <p:sldId id="272" r:id="rId21"/>
  </p:sldIdLst>
  <p:sldSz cx="12192000" cy="6858000"/>
  <p:notesSz cx="6858000" cy="91440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Calibri Light" panose="020F0302020204030204" pitchFamily="34" charset="0"/>
      <p:regular r:id="rId26"/>
      <p:italic r:id="rId27"/>
    </p:embeddedFont>
    <p:embeddedFont>
      <p:font typeface="Nirmala UI" panose="020B0502040204020203" pitchFamily="34" charset="0"/>
      <p:regular r:id="rId28"/>
      <p:bold r:id="rId29"/>
    </p:embeddedFont>
    <p:embeddedFont>
      <p:font typeface="Poppins Medium" panose="00000600000000000000" pitchFamily="2" charset="0"/>
      <p:regular r:id="rId30"/>
      <p: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9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E325-5EAA-480A-81BA-0EA5676E4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9C70E-5875-4AF5-BBFC-72EC75A001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D4AE2-9902-4972-A6A2-AA315F152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05/06/2023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1ED90-5084-4B19-A00E-9E78ADDD3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60BF9-A85D-4B50-A393-7137582CD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0163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3AC33-5C12-4F62-96C5-6AE03B92A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0D4F7-A771-43CC-88EA-7F3DDDBA2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034EE-A72E-431E-A8FF-9DDD4F2E2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05/06/2023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960C8-0281-4AF3-B9CB-3919E4BF5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0772F-88F1-4B8B-BD1C-37FEC7622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18537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A791-78C5-4BCE-BC6D-CA58ECAA3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3CA01-4F78-4D2E-9A35-91155C621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CA56B-51E6-4F5C-AA9A-7047999E5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05/06/2023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EBDDC-4521-4C93-A6BB-A6CB1C4CF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E79AE-2958-45BA-A68C-FAD56CF05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6755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4D696-42E5-4DF9-BC88-FF19A28A6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48B10-2AAB-4B84-8E4C-91AE82627A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FE5086-44CC-4793-89A0-813112ADA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85686-4B6E-48CF-A7B5-3503F9926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05/06/2023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1F9AC-BBC6-4E4F-917A-E9A16A2F6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C0E98-021B-4296-B14C-89A5F7B4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1953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682BA-90AD-48F8-A91B-76F1BD24F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E4D24-A6CF-4B80-98AF-67EABDA1C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F6DF0-5FC4-4021-B09A-43466AEE1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F5E381-74F1-488F-B79C-E44F065E3D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072AB5-61DD-4ED8-895F-AFD544B64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5227A3-D7C8-43B8-9478-681620DC2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05/06/2023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517B8A-D93A-47D2-BE52-F41E2C203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54B13D-AA6C-4D63-96EB-335DDA39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862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6D32E-E775-403B-9893-BD79BC2B2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FC1B4A-A845-40F0-B43A-7A8F23BD2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05/06/2023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0DC5EC-E611-4DF1-9457-2C6D77F1C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7BAD39-91C0-4570-B48E-2E17CB72B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8410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1C170F-D242-47F1-8C0F-663FAA90C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05/06/2023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284264-F580-4C25-A98D-431D0F469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61F6B-E3DB-4FD5-B117-A225BEBE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8958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115BB-41FE-467D-81BD-30B3128D3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77B1B-3D3F-40CD-BFB8-3C0942D26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76F15-C204-4B0B-83E8-C74663752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2CA90-C733-4338-97F7-F43ED9706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05/06/2023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E43E1-62CA-48E2-AA98-1013AA075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D8A4F-AC5A-4D60-8C5D-A86A06F7B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34225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88D84-3A14-4332-B1A4-CAF8F43DC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8A2814-ABE7-4738-BC36-38770D393A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9EAD0-B254-4D24-8110-45C2F0DD9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DE529-AE79-4751-9243-28776DB0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05/06/2023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902C8-9A3F-4AAC-9EA2-401245B58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CF4E-EE22-4CAD-A6D6-7C22F6060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3040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AA2A6-9479-41C9-8A29-5F708D373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350101-69A2-4487-905A-CDA9B495D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63450-55C0-4413-9BB9-2383C0790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05/06/2023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9A9B0-D92C-4AD1-9B3E-7B9D87101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55BE9-48D2-48E8-A567-B502CE23F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0759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C9C839-1748-4A5E-AE29-B48BEF3BBF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4C2F0-CB92-486D-AAD8-0257AB024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45BEB-067A-4449-A620-D5217A410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05/06/2023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566CE-C044-4F77-BFA6-76C2E5596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4232B-A1F3-4083-9151-2F445CF0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3690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BDAA49-688C-430B-AF4C-F7B3AF39C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0F00A-5D40-4557-B057-CFAC28021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7AE7C-725B-4014-8870-F942C9B93A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4B5220-94FA-4DD9-9ED6-C13B07E3BBB2}" type="datetimeFigureOut">
              <a:rPr lang="en-ID" smtClean="0"/>
              <a:t>05/06/2023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CDAE6-6E5E-42B7-B666-DF9F59F767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543CF-4277-413C-A586-5E1669F62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3045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AAC676-CB9B-4751-B85B-324CE1705B81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2" descr="Android | Platform yang memungkinkan segalanya">
            <a:extLst>
              <a:ext uri="{FF2B5EF4-FFF2-40B4-BE49-F238E27FC236}">
                <a16:creationId xmlns:a16="http://schemas.microsoft.com/office/drawing/2014/main" id="{9F7D2CD0-94DF-40DC-99A7-D80752F39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199" y="2067817"/>
            <a:ext cx="5181601" cy="2722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53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1010920" y="1434673"/>
            <a:ext cx="5804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LINIMASA ANDROID DEVELOPER</a:t>
            </a:r>
            <a:endParaRPr lang="en-ID" sz="28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44415" y="1936978"/>
            <a:ext cx="3889013" cy="23529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spc="300" dirty="0"/>
              <a:t>LOCAL DATA PERSISTENT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spc="300" dirty="0"/>
              <a:t>FIREBASE AUTH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API SERVICE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VIEWMODELS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BUILD APK/BUNDLES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50" name="Picture 2" descr="Google Developers Indonesia Blog: Android Studio 4.2">
            <a:extLst>
              <a:ext uri="{FF2B5EF4-FFF2-40B4-BE49-F238E27FC236}">
                <a16:creationId xmlns:a16="http://schemas.microsoft.com/office/drawing/2014/main" id="{0599EFBF-C5F1-475E-BD55-F6A2C3873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1080" y="1577231"/>
            <a:ext cx="3418840" cy="341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0240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2964409" y="2905780"/>
            <a:ext cx="62632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BUILDS/BUNDLE ANDROID</a:t>
            </a:r>
            <a:endParaRPr lang="en-ID" sz="3200" b="1" spc="3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43189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1603627" y="2001100"/>
            <a:ext cx="8984745" cy="2357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Salah </a:t>
            </a:r>
            <a:r>
              <a:rPr lang="en-US" sz="2000" spc="300" dirty="0" err="1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satu</a:t>
            </a:r>
            <a:r>
              <a:rPr lang="en-US" sz="2000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langkah</a:t>
            </a:r>
            <a:r>
              <a:rPr lang="en-US" sz="2000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terakhir</a:t>
            </a:r>
            <a:r>
              <a:rPr lang="en-US" sz="2000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 yang </a:t>
            </a:r>
            <a:r>
              <a:rPr lang="en-US" sz="2000" spc="300" dirty="0" err="1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perlu</a:t>
            </a:r>
            <a:r>
              <a:rPr lang="en-US" sz="2000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dilakukan</a:t>
            </a:r>
            <a:r>
              <a:rPr lang="en-US" sz="2000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setelah</a:t>
            </a:r>
            <a:r>
              <a:rPr lang="en-US" sz="2000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mengembangkan</a:t>
            </a:r>
            <a:r>
              <a:rPr lang="en-US" sz="2000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aplikasi</a:t>
            </a:r>
            <a:r>
              <a:rPr lang="en-US" sz="2000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 Android </a:t>
            </a:r>
            <a:r>
              <a:rPr lang="en-US" sz="2000" spc="300" dirty="0" err="1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adalah</a:t>
            </a:r>
            <a:r>
              <a:rPr lang="en-US" sz="2000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mempublikasikan</a:t>
            </a:r>
            <a:r>
              <a:rPr lang="en-US" sz="2000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Aplikasi</a:t>
            </a:r>
            <a:r>
              <a:rPr lang="en-US" sz="2000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 Anda </a:t>
            </a:r>
            <a:r>
              <a:rPr lang="en-US" sz="2000" spc="300" dirty="0" err="1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supaya</a:t>
            </a:r>
            <a:r>
              <a:rPr lang="en-US" sz="2000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bisa</a:t>
            </a:r>
            <a:r>
              <a:rPr lang="en-US" sz="2000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dijalankan</a:t>
            </a:r>
            <a:r>
              <a:rPr lang="en-US" sz="2000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 oleh orang lain. Ada </a:t>
            </a:r>
            <a:r>
              <a:rPr lang="en-US" sz="2000" spc="300" dirty="0" err="1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jenis</a:t>
            </a:r>
            <a:r>
              <a:rPr lang="en-US" sz="2000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 format yang </a:t>
            </a:r>
            <a:r>
              <a:rPr lang="en-US" sz="2000" spc="300" dirty="0" err="1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perlu</a:t>
            </a:r>
            <a:r>
              <a:rPr lang="en-US" sz="2000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 Anda </a:t>
            </a:r>
            <a:r>
              <a:rPr lang="en-US" sz="2000" spc="300" dirty="0" err="1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ketahui</a:t>
            </a:r>
            <a:r>
              <a:rPr lang="en-US" sz="2000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, </a:t>
            </a:r>
            <a:r>
              <a:rPr lang="en-US" sz="2000" spc="300" dirty="0" err="1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yaitu</a:t>
            </a:r>
            <a:r>
              <a:rPr lang="en-US" sz="2000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 APK dan AAB. </a:t>
            </a:r>
            <a:endParaRPr lang="en-ID" sz="2000" spc="300" dirty="0">
              <a:latin typeface="Poppins Medium" panose="00000600000000000000" pitchFamily="2" charset="0"/>
              <a:ea typeface="Nirmala UI" panose="020B0502040204020203" pitchFamily="34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39752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50184" y="1931910"/>
            <a:ext cx="8491631" cy="213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APK (Android Package):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merupakan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berkas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executable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bisa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langsung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dijalankan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OS Android. Jika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belum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memahami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berkas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APK,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menyamakannya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berkas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exe di windows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ipa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iOS.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21840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50184" y="1931910"/>
            <a:ext cx="8491631" cy="3792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AAB (Android App Bundle):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merupakan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berkas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didistribusikan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oleh Google Play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pengguna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Jadi,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ketika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hendak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memublikasikan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Google Play,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berkas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harus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unggah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format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ukuran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diunduh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bisa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menjadi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jauh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lebih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kecil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Hal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karena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sifatnya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dinamis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di mana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mengunduh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bagian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(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bahasa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arsitektur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dan density)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diperlukan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saja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7784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50184" y="2333126"/>
            <a:ext cx="8491631" cy="1715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Cara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kedua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file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Android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terbilang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cukup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mudah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sebuah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wizard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melalui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command line. Pada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modul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fokus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wizard.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74851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50184" y="1568015"/>
            <a:ext cx="8491631" cy="3377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Dari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sisi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kredibilitas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2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macam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berkas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APK/AAB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buat.</a:t>
            </a:r>
          </a:p>
          <a:p>
            <a:pPr algn="ctr">
              <a:lnSpc>
                <a:spcPct val="150000"/>
              </a:lnSpc>
            </a:pP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Unsigned APK/AAB: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merupakan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berkas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pengujian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saja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Signed APK/AAB: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merupakan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berkas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diupload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PlayStore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Bedanya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yaitu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memerlukan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keystore.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15962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50184" y="2445093"/>
            <a:ext cx="8491631" cy="884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Keystore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sebuah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berkas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biner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informasi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tentang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satu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lebih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private key.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56776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058208" y="1288096"/>
            <a:ext cx="10170160" cy="4489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Private key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mencegah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pemalsuan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Konsep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umumnya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:</a:t>
            </a:r>
          </a:p>
          <a:p>
            <a:pPr algn="ctr">
              <a:lnSpc>
                <a:spcPct val="150000"/>
              </a:lnSpc>
            </a:pPr>
            <a:endParaRPr lang="en-ID" sz="16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Sistem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Operasi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Android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mewajibkan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semua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APK di-sign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sebelum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terpasang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device.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Proses signing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membutuhkan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Public dan Private Key.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Proses signing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berlangsung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selama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pembuatan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APK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mode debug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maupun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released.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Sebuah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sertifikat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digital public key,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atau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identity certificate,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berisi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informasi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mengenai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sertifikat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itu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sendiri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metadata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pemilik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sertifikat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tersebut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Pemilik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sertifikat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biasanya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developer yang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mengembangkan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81755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058208" y="1288096"/>
            <a:ext cx="10170160" cy="3750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Private key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mencegah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pemalsuan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Konsep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umumnya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:</a:t>
            </a:r>
          </a:p>
          <a:p>
            <a:pPr algn="ctr">
              <a:lnSpc>
                <a:spcPct val="150000"/>
              </a:lnSpc>
            </a:pPr>
            <a:endParaRPr lang="en-ID" sz="16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Public key yang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proses signing di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atas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dilampirkan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berkas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APK. Proses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dilakukan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secara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otomatis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oleh Android Studio.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Ketika Anda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hendak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memperbarui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pada Google Play,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maka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Google Play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hanya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menerimanya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bila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keystore yang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sama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keystore yang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pertama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kali Anda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gunakan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ketika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mengunggah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tersebut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Google Play.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91921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50184" y="1278766"/>
            <a:ext cx="8491631" cy="3377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Kegunaan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lain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keystore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:</a:t>
            </a:r>
          </a:p>
          <a:p>
            <a:pPr algn="ctr">
              <a:lnSpc>
                <a:spcPct val="150000"/>
              </a:lnSpc>
            </a:pP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integrasi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layanan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Google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Google Maps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nilai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hash (digest SHA1) di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integrasi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layanan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API Facebook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key hash base64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terkandung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keystore.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6427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564640"/>
            <a:ext cx="9144046" cy="754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3200" b="1" spc="300" dirty="0"/>
              <a:t>TIME FOR CODING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37CA68-05D9-495B-9074-D8969B39BC3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32" b="17694"/>
          <a:stretch/>
        </p:blipFill>
        <p:spPr>
          <a:xfrm>
            <a:off x="3567430" y="2387600"/>
            <a:ext cx="488061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091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31522" y="1082819"/>
            <a:ext cx="8491631" cy="2543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mulai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proses build APK,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mengikuti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langkah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:</a:t>
            </a:r>
          </a:p>
          <a:p>
            <a:pPr algn="ctr">
              <a:lnSpc>
                <a:spcPct val="150000"/>
              </a:lnSpc>
            </a:pP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Buka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kembali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proyek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kosong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buat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sebelumnya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Sekarang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klik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menu Build → Build Bundles(s) / APK(s) → Build APK(s)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7C5E80-15C0-449D-9A37-82913094F4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832" y="3855379"/>
            <a:ext cx="2484335" cy="227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50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76088" y="1917379"/>
            <a:ext cx="8491631" cy="1715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Gradle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berkas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APK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secara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otomatis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Lama proses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bergantung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seberapa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kompleks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dibuat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serta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spesifikasi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perangkat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00933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960064" y="1282897"/>
            <a:ext cx="8491631" cy="884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Ketika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berhasil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melihat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notifikasi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sudut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kanan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Android Studio: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CC5FA8-BEA8-46F4-894D-74EE1AA0E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455" y="2388765"/>
            <a:ext cx="5197090" cy="128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604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960064" y="1282897"/>
            <a:ext cx="8491631" cy="1299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sv-SE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Sekarang tinggal Anda tekan tautan yang terdapat pada notifikasi tersebut. Secara otomatis Anda akan diarahkan ke lokasi di mana berkas APK disimpan.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31D97F-099E-40A1-9188-7B6FE9CB10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3680" y="2876554"/>
            <a:ext cx="3944639" cy="151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815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50184" y="1917379"/>
            <a:ext cx="8491631" cy="2546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Biasanya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lokasinya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mengikuti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struktur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project-name/module-name/build/outputs/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/. </a:t>
            </a:r>
          </a:p>
          <a:p>
            <a:pPr algn="ctr">
              <a:lnSpc>
                <a:spcPct val="150000"/>
              </a:lnSpc>
            </a:pP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Jika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proyek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bernama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HelloWorld,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maka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lokasinya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HelloWorld/app/build/outputs/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/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apk-debug.apk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497474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50184" y="1973362"/>
            <a:ext cx="8491631" cy="1299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Selamat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Android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baru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sudah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terpasang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peranti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Berkas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APK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bisa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pengguna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lain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dicoba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Mudah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54080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4408681" y="2939967"/>
            <a:ext cx="3374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TERIMAKASIH</a:t>
            </a:r>
            <a:endParaRPr lang="en-ID" sz="3200" b="1" spc="3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50737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630</Words>
  <Application>Microsoft Office PowerPoint</Application>
  <PresentationFormat>Widescreen</PresentationFormat>
  <Paragraphs>42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Calibri Light</vt:lpstr>
      <vt:lpstr>Poppins Medium</vt:lpstr>
      <vt:lpstr>Nirmala UI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 Fauzan</dc:creator>
  <cp:lastModifiedBy>DM-09</cp:lastModifiedBy>
  <cp:revision>179</cp:revision>
  <dcterms:created xsi:type="dcterms:W3CDTF">2023-03-27T01:36:44Z</dcterms:created>
  <dcterms:modified xsi:type="dcterms:W3CDTF">2023-06-05T01:41:19Z</dcterms:modified>
</cp:coreProperties>
</file>