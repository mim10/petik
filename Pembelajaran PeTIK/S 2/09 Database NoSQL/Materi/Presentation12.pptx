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369" r:id="rId9"/>
    <p:sldId id="370" r:id="rId10"/>
    <p:sldId id="371" r:id="rId11"/>
    <p:sldId id="372" r:id="rId12"/>
    <p:sldId id="373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283" r:id="rId29"/>
    <p:sldId id="390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ngodingdata.com/tutorial-flask-web-framework-python/" TargetMode="External"/><Relationship Id="rId2" Type="http://schemas.openxmlformats.org/officeDocument/2006/relationships/hyperlink" Target="https://code.tutsplus.com/id/tutorials/creating-a-web-app-from-scratch-using-python-flask-and-mysql--cms-2297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3215640" y="3703320"/>
            <a:ext cx="576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Python </a:t>
            </a:r>
            <a:r>
              <a:rPr lang="en-US" sz="4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Webdev</a:t>
            </a:r>
            <a:endParaRPr lang="en-US" sz="44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BCD4EB6-3A08-4E23-A8AC-757FA30B4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0982" y="618033"/>
            <a:ext cx="4710035" cy="35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Kesalahan adalah bukti bahwa kamu sedang mencoba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Roy Kiyoshi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Bahasa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66869" y="573540"/>
            <a:ext cx="4190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Python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bahasa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komputer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analisis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general-purpose language, Python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program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saja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menyelesaikan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permasalahan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66869" y="573540"/>
            <a:ext cx="4190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3" y="1877495"/>
            <a:ext cx="851237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Bahasa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mengembangkan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framework pada python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 seperti Django, Flask, Falcon, Dash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masih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lagi.</a:t>
            </a:r>
          </a:p>
        </p:txBody>
      </p:sp>
    </p:spTree>
    <p:extLst>
      <p:ext uri="{BB962C8B-B14F-4D97-AF65-F5344CB8AC3E}">
        <p14:creationId xmlns:p14="http://schemas.microsoft.com/office/powerpoint/2010/main" val="10044111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3" y="1877495"/>
            <a:ext cx="851237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framework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ditulis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bahasa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Layaknya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framework lain, Flask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developer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template script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pakai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developer.</a:t>
            </a:r>
          </a:p>
        </p:txBody>
      </p:sp>
    </p:spTree>
    <p:extLst>
      <p:ext uri="{BB962C8B-B14F-4D97-AF65-F5344CB8AC3E}">
        <p14:creationId xmlns:p14="http://schemas.microsoft.com/office/powerpoint/2010/main" val="294029793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3" y="1877495"/>
            <a:ext cx="851237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Menyiapkan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Flask sangat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siapkan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pip package manager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memastikan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580F7D-BF2A-494A-AAF2-468F0086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78" y="3571241"/>
            <a:ext cx="7175359" cy="101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8769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terinstall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52CE3-F374-4703-91FA-9B92816FC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41" y="2241530"/>
            <a:ext cx="4676314" cy="5149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DF6571-1A06-4669-A909-6A6EA3DE2167}"/>
              </a:ext>
            </a:extLst>
          </p:cNvPr>
          <p:cNvSpPr txBox="1"/>
          <p:nvPr/>
        </p:nvSpPr>
        <p:spPr>
          <a:xfrm>
            <a:off x="1805971" y="3146857"/>
            <a:ext cx="851237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download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796E5C-ADE4-4BE8-8A44-AFE665C2A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531" y="4268582"/>
            <a:ext cx="6124933" cy="126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1956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Langkah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FlaskApp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“app.py”</a:t>
            </a:r>
          </a:p>
        </p:txBody>
      </p:sp>
    </p:spTree>
    <p:extLst>
      <p:ext uri="{BB962C8B-B14F-4D97-AF65-F5344CB8AC3E}">
        <p14:creationId xmlns:p14="http://schemas.microsoft.com/office/powerpoint/2010/main" val="28121930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import flask pada file app.py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panggil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flask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E25A5-28C0-4B65-AC2C-D8614F0BA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970" y="2789224"/>
            <a:ext cx="4688059" cy="10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5462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tentukan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route/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alamat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halaman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website.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mengikuti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6D2670-E582-4879-A087-FA3A97500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039" y="3207373"/>
            <a:ext cx="7067913" cy="75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6676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conditional run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program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di running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main/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8431F-F9DC-490E-811F-8F5D2C48CD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461"/>
          <a:stretch/>
        </p:blipFill>
        <p:spPr>
          <a:xfrm>
            <a:off x="3893378" y="3245284"/>
            <a:ext cx="4405243" cy="129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1313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 kalian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F5/Running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VSC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5E1B06-0926-4915-8165-1C2C269E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100" y="2724423"/>
            <a:ext cx="7369800" cy="14091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8564422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homepage dalam flask,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FlaskApp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“templates”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folder templates,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index.html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BEA59-6901-4012-9F89-C20078B3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662" y="3759654"/>
            <a:ext cx="2420668" cy="149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072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CDN CSS Bootstrap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head 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79B679-012F-4D9E-93BD-0EA35F881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118" y="1997032"/>
            <a:ext cx="7752080" cy="27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264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CDN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tag body pada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0EE8F-3F2B-47ED-B8F6-D1DF2E933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18" y="2479440"/>
            <a:ext cx="8209280" cy="25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2690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navbar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A50525-16C2-4647-853C-AB7BC019D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648" y="1997032"/>
            <a:ext cx="5875020" cy="30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7809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main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B5AC3-2AD6-4568-A97A-9ADBEE15E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084" y="1908836"/>
            <a:ext cx="6257831" cy="402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8416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homepage pada file index.html,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render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flask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render_template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import.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67C7C4-3935-4BAE-AE24-661DC6A5D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368" y="3609428"/>
            <a:ext cx="5795255" cy="8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740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ubah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return pada function main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86850-3C90-4E23-BAA2-5D66C63BC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210" y="2331064"/>
            <a:ext cx="6615580" cy="138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02436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Running app.py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FE041-3018-42E6-86E7-A10C2015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89" y="2324175"/>
            <a:ext cx="6146421" cy="3051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462005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direct-link,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attribute “action=‘submit’” pada form.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“submit” pada action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merujuk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routing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0663B-0E10-4063-BAE9-6FD2084B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712" y="4072119"/>
            <a:ext cx="4692891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49044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routing submit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BF391-C9BE-4352-ABE7-A73EA3405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832" y="2275131"/>
            <a:ext cx="5264336" cy="12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8067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78281" y="573540"/>
            <a:ext cx="396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Flask Web Developer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39811" y="1595352"/>
            <a:ext cx="851237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running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flask kalian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submit,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C1B455-75FF-4EA3-B795-D92E7503C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99" y="2788236"/>
            <a:ext cx="5702593" cy="1790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8135235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05899" y="577514"/>
            <a:ext cx="3780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(12)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homepage cv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github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hosting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Upload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LinkedIn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(link git, link hosting dan screen capture LinkedIn)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5280713" y="577514"/>
            <a:ext cx="1630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Refrensi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https://code.tutsplus.com/id/tutorials/creating-a-web-app-from-scratch-using-python-flask-and-mysql--cms-22972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3"/>
              </a:rPr>
              <a:t>https://ngodingdata.com/tutorial-flask-web-framework-python/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3900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559</Words>
  <Application>Microsoft Office PowerPoint</Application>
  <PresentationFormat>Widescreen</PresentationFormat>
  <Paragraphs>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352</cp:revision>
  <dcterms:created xsi:type="dcterms:W3CDTF">2023-01-04T01:24:47Z</dcterms:created>
  <dcterms:modified xsi:type="dcterms:W3CDTF">2023-01-25T06:08:05Z</dcterms:modified>
</cp:coreProperties>
</file>