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4" r:id="rId2"/>
    <p:sldId id="256" r:id="rId3"/>
    <p:sldId id="323" r:id="rId4"/>
    <p:sldId id="257" r:id="rId5"/>
    <p:sldId id="286" r:id="rId6"/>
    <p:sldId id="368" r:id="rId7"/>
    <p:sldId id="334" r:id="rId8"/>
    <p:sldId id="369" r:id="rId9"/>
    <p:sldId id="360" r:id="rId10"/>
    <p:sldId id="370" r:id="rId11"/>
    <p:sldId id="371" r:id="rId12"/>
    <p:sldId id="372" r:id="rId13"/>
    <p:sldId id="350" r:id="rId14"/>
    <p:sldId id="354" r:id="rId15"/>
    <p:sldId id="365" r:id="rId16"/>
    <p:sldId id="373" r:id="rId17"/>
    <p:sldId id="374" r:id="rId18"/>
    <p:sldId id="375" r:id="rId19"/>
    <p:sldId id="376" r:id="rId20"/>
    <p:sldId id="377" r:id="rId21"/>
    <p:sldId id="378" r:id="rId22"/>
    <p:sldId id="379" r:id="rId23"/>
    <p:sldId id="283" r:id="rId24"/>
    <p:sldId id="380" r:id="rId25"/>
    <p:sldId id="28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8287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C8D7C-E196-4FCE-BC65-ABE10E9010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22E528-7C67-4AD2-AB1A-5F63CB833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28C30-57B7-482A-85CB-3E955A096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10/02/2023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D639E-87D7-4AD7-B7A5-613E0D7ED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002BC-66FD-4FD9-83BD-2A7750B8D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53803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9DE22-8CE0-40CF-81F3-7588BF2E4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714B9-A143-4226-A399-183B70F8E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1D3F9-3C02-46DD-B6F7-8C751EA68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10/02/2023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EBC3E-FF20-4FF4-995C-C8A3606E4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6A3F0-651F-4B66-B5BE-EC735BDB6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56920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2A352-D1D8-4BCA-BFBB-7F772CB8C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5F17AE-FB5B-4FD7-B851-323FFCDD8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E1D5A-0BF0-46DF-8BC1-C7EDAEAEE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10/02/2023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E131C-D9BE-4A6B-83AC-2A6BB0399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22FF9-ED37-41E2-9E37-2E149E5EF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68538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732E8-36B4-45C2-A19E-8FA5EC5F5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EF204-FAD6-4661-A2AE-8ADC9A926F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1CAC53-53AD-4CB4-BE55-31D72BB78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1EFFFA-E841-4949-8A0B-D11349E61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10/02/2023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7A413-050E-4959-99FE-A184BA2F8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8EEA9-A3CC-4CB4-AAA1-C6A740E4C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4803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F5E7C-D103-46A8-ACF2-12F7A898B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5DD30-1D24-4D21-9723-798FC9594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DBED1E-B6F1-4EE4-A0AF-17C9B18B9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A7523F-CCAB-4616-B3BD-3BAC5BC71F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908D60-EA69-47DB-957A-97C20962F2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6305FB-0852-4B1B-B0E9-20215C13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10/02/2023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C1928B-09C4-421F-A4A9-9BF9A136C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39A6C8-8509-4207-B0EA-301B9F81A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22463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E8C91-B742-4613-B780-14C986890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A33F9B-6947-4134-B253-8655FB6DE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10/02/2023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F8413E-A982-4E56-A70A-F3CE50801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A4C2F1-2B31-4F68-8344-7860405C4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92005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464ABD-6691-4BA9-B353-9005D3B47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10/02/2023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2D2936-9C59-40E9-978F-AD030CCAD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B4567-2EC1-4116-BFA8-24FD5598B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0202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BD9FC-ACE7-417F-85E3-151932E4E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9789A-07F4-4957-BAA6-D8F7220B1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25825D-E301-4005-9C38-2D2D03101F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1EFD3-CC4F-4E34-9CD2-BC0C9F499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10/02/2023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81C5C0-687B-476C-B2CC-BDD7B0704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759AD-D7F4-44F3-8609-428ECAC45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58510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FEC51-9C75-4F5A-B737-3C9F548C0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2F2245-1B7F-4300-B9CE-92325F1106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4CD980-A148-42C3-ACB8-F982C0A297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29E6CA-7AB1-44BE-81C4-C44465932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10/02/2023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64951-2AD9-4D4B-82D4-FC5FD59F6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542C80-9144-4EBE-8613-79AE4849C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83467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2553C-B9FA-49D2-BE9D-4362E5936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A5918E-B8CA-424E-B42C-B81105D6BA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13D8C-641E-4BAE-B7AE-EB704838C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10/02/2023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8B841-CDBE-42AF-AABE-CE3F5B167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478DC-49C2-41B0-B9F5-BEA1DEBF9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69061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A92DA5-7543-4D56-82FD-A4ED215DC8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A3434-924C-4F40-A15A-A5FD0DDDD3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E4299-D757-4DEA-978B-5A51E2154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10/02/2023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67D1D-E8C8-43C2-96B7-A770406BC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85C6E-BDC0-4825-8630-AEDFB2AD1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1205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FF5F45-7ACE-48CD-B398-84DDD1FF7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A259D-6B51-41D9-A376-228489106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BD1F1-413E-445E-A3EB-F2622775AE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AF91B0-AF43-46A6-92A0-842F3ACF85D2}" type="datetimeFigureOut">
              <a:rPr lang="en-ID" smtClean="0"/>
              <a:t>10/02/2023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C08A4-5930-4241-968A-D26A746D30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896B5-5AE4-4078-B13B-1EDB08D906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68664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0482" name="Picture 2" descr="Mengenal Big Data Analytic dan Big Data Services | TELKOMSIGMA">
            <a:extLst>
              <a:ext uri="{FF2B5EF4-FFF2-40B4-BE49-F238E27FC236}">
                <a16:creationId xmlns:a16="http://schemas.microsoft.com/office/drawing/2014/main" id="{0259B05C-C429-4034-AD40-8848CC5745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21"/>
          <a:stretch/>
        </p:blipFill>
        <p:spPr bwMode="auto">
          <a:xfrm>
            <a:off x="1219200" y="548640"/>
            <a:ext cx="9753600" cy="516154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52347412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AFC6A-445D-4C99-B1CC-3B93878EED8A}"/>
              </a:ext>
            </a:extLst>
          </p:cNvPr>
          <p:cNvSpPr txBox="1"/>
          <p:nvPr/>
        </p:nvSpPr>
        <p:spPr>
          <a:xfrm>
            <a:off x="3215243" y="2721114"/>
            <a:ext cx="57615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DATABASE NOSQL</a:t>
            </a:r>
            <a:endParaRPr lang="en-ID" sz="4000" b="1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4DF205-83EC-4745-89BD-5984C2D60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085542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AFC6A-445D-4C99-B1CC-3B93878EED8A}"/>
              </a:ext>
            </a:extLst>
          </p:cNvPr>
          <p:cNvSpPr txBox="1"/>
          <p:nvPr/>
        </p:nvSpPr>
        <p:spPr>
          <a:xfrm>
            <a:off x="1973180" y="837739"/>
            <a:ext cx="8245719" cy="2269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Penilaian</a:t>
            </a:r>
            <a:r>
              <a:rPr lang="en-US" sz="2400" b="1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Utama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Tidak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terdapat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plagiasi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isi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konten</a:t>
            </a:r>
            <a:endParaRPr lang="en-US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Tidak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memuat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terlalu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banyak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penjelasan</a:t>
            </a:r>
            <a:endParaRPr lang="en-US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Memiliki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desain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menarik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simple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Kecepatan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waktu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pengumpulan</a:t>
            </a:r>
            <a:endParaRPr lang="en-US" sz="2000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4DF205-83EC-4745-89BD-5984C2D60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66CF86AE-8963-4F76-848F-1AFCA1FD36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34938" y="3429000"/>
            <a:ext cx="4122123" cy="310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810750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39CB5C-D7E6-479C-BC23-D7F631182393}"/>
              </a:ext>
            </a:extLst>
          </p:cNvPr>
          <p:cNvSpPr txBox="1"/>
          <p:nvPr/>
        </p:nvSpPr>
        <p:spPr>
          <a:xfrm>
            <a:off x="2369420" y="2026914"/>
            <a:ext cx="416956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Model</a:t>
            </a:r>
          </a:p>
          <a:p>
            <a:r>
              <a:rPr lang="en-US" sz="44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CRUD Data</a:t>
            </a:r>
          </a:p>
          <a:p>
            <a:r>
              <a:rPr lang="en-US" sz="44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Part 3</a:t>
            </a:r>
            <a:endParaRPr lang="en-ID" sz="4400" b="1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23B361-3B27-452F-AC5E-C9FF2D711A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87D4C12-02FF-499C-A6D0-FAB93A6C16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29212" y="943455"/>
            <a:ext cx="6402388" cy="4825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717289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AA4654-49A4-4159-AE33-F659086F035E}"/>
              </a:ext>
            </a:extLst>
          </p:cNvPr>
          <p:cNvSpPr txBox="1"/>
          <p:nvPr/>
        </p:nvSpPr>
        <p:spPr>
          <a:xfrm>
            <a:off x="1575735" y="2424531"/>
            <a:ext cx="9040529" cy="1715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"</a:t>
            </a:r>
            <a:r>
              <a:rPr lang="da-DK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Hanya aku yang mampu mengubah hidupku, Tak ada orang lain yang </a:t>
            </a:r>
            <a:r>
              <a:rPr lang="da-DK" spc="300">
                <a:latin typeface="Poppins Medium" panose="00000600000000000000" pitchFamily="2" charset="0"/>
                <a:cs typeface="Poppins Medium" panose="00000600000000000000" pitchFamily="2" charset="0"/>
              </a:rPr>
              <a:t>bisa melakukannya untukku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.“</a:t>
            </a:r>
          </a:p>
          <a:p>
            <a:pPr algn="ctr">
              <a:lnSpc>
                <a:spcPct val="150000"/>
              </a:lnSpc>
            </a:pP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- Carol Burnett -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E887C8-658C-4E2A-B929-B5196254D7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205277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AA4654-49A4-4159-AE33-F659086F035E}"/>
              </a:ext>
            </a:extLst>
          </p:cNvPr>
          <p:cNvSpPr txBox="1"/>
          <p:nvPr/>
        </p:nvSpPr>
        <p:spPr>
          <a:xfrm>
            <a:off x="2779227" y="2456939"/>
            <a:ext cx="6633545" cy="97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M</a:t>
            </a:r>
            <a:r>
              <a:rPr lang="en-ID" sz="20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enemukan</a:t>
            </a:r>
            <a:r>
              <a:rPr lang="en-ID" sz="20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20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atau</a:t>
            </a:r>
            <a:r>
              <a:rPr lang="en-ID" sz="20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Query Find pada </a:t>
            </a:r>
            <a:r>
              <a:rPr lang="en-ID" sz="20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Dokumen</a:t>
            </a:r>
            <a:endParaRPr lang="en-ID" sz="20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E887C8-658C-4E2A-B929-B5196254D7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958125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180862" y="573540"/>
            <a:ext cx="37625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Find Data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1473198" y="1898877"/>
            <a:ext cx="9245600" cy="2546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Metode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find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melakukan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kueri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MongoDB.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Permintaan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mengembalikan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subkumpulan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dokumen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dalam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koleksi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tidak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dokumen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sama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sekali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hingga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seluruh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koleksi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Dokumen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mana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dikembalikan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ditentukan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oleh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argumen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pertama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ditemukan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yaitu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dokumen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menentukan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kriteria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kueri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175180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180862" y="573540"/>
            <a:ext cx="37625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Find Data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1473198" y="1898877"/>
            <a:ext cx="9245600" cy="1299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Dokumen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kueri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kosong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(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yaitu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{})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cocok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dengan semua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koleksi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Jika find tidak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diberi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dokumen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kueri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defaultnya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{}.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Misalnya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ini: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3662ED-2478-4C8E-A2E1-051CD93EFA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039" b="17061"/>
          <a:stretch/>
        </p:blipFill>
        <p:spPr>
          <a:xfrm>
            <a:off x="3517585" y="3654909"/>
            <a:ext cx="5156830" cy="5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60466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180861" y="573540"/>
            <a:ext cx="37625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Find Data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A50D14-78C8-4322-A5FF-C1702034D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1139" y="1610397"/>
            <a:ext cx="3629722" cy="410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861610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180862" y="573540"/>
            <a:ext cx="37625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Find Data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1473198" y="1898877"/>
            <a:ext cx="9245600" cy="213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Saat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mulai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menambahkan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pasangan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kunci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/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nilai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ke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dokumen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kueri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mulai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membatasi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pencarian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Ini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bekerja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cara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mudah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sebagian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besar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jenis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: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angka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cocok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angka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boolean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cocok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boolean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dan string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cocok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dengan string.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852488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180862" y="573540"/>
            <a:ext cx="37625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Find Data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1473198" y="1898877"/>
            <a:ext cx="9245600" cy="213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Meminta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tipe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sederhana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semudah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menentukan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nilai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Anda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cari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Misalnya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menemukan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semua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dokumen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nilai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“author"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Ibn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Hikam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menambahkan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pasangan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kunci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/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nilai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tersebut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ke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dokumen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kueri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2B5054-27CD-482F-8E02-7C8A82ED81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3687" y="4316626"/>
            <a:ext cx="7384625" cy="5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82820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180862" y="573540"/>
            <a:ext cx="37625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Find Data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D82AC8-B761-4758-A103-1F9FA4771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3435" y="1797083"/>
            <a:ext cx="6417422" cy="3757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464672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090292" y="573540"/>
            <a:ext cx="39437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Read Data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3DAF03-8C81-4270-8F2F-F3C9163ACFFE}"/>
              </a:ext>
            </a:extLst>
          </p:cNvPr>
          <p:cNvSpPr txBox="1"/>
          <p:nvPr/>
        </p:nvSpPr>
        <p:spPr>
          <a:xfrm>
            <a:off x="1739052" y="1729132"/>
            <a:ext cx="8713892" cy="2961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Beberapa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kondisi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dirangkai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bersama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menambahkan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lebih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banyak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pasangan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kunci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/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nilai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ke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dokumen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kueri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ditafsirkan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sebagai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"kondisi1 DAN kondisi2 DAN ...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kondisi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lainnya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."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Misalnya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mendapatkan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semua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buku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author Salman Al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Farisi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judul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buku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“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komponen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",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dilakukan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perintah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ini.</a:t>
            </a: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8234507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3891521" y="573540"/>
            <a:ext cx="43412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Update Data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048760-A7FF-4571-9CC6-3BEBA61C7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6807" y="1872313"/>
            <a:ext cx="8350679" cy="180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884773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235370" y="573540"/>
            <a:ext cx="36535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Operator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3DAF03-8C81-4270-8F2F-F3C9163ACFFE}"/>
              </a:ext>
            </a:extLst>
          </p:cNvPr>
          <p:cNvSpPr txBox="1"/>
          <p:nvPr/>
        </p:nvSpPr>
        <p:spPr>
          <a:xfrm>
            <a:off x="2043852" y="1553437"/>
            <a:ext cx="8104292" cy="2546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Operator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kondisional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membandingkan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dua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ekspresi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memperoleh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data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koleksi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MongoDB. Pada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bagian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ini,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membahas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bagaimana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kondisi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di operator yang MongoDB. Operator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kondisional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MongoDB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:</a:t>
            </a:r>
            <a:endParaRPr lang="en-ID" spc="300" dirty="0">
              <a:solidFill>
                <a:schemeClr val="tx1">
                  <a:lumMod val="95000"/>
                  <a:lumOff val="5000"/>
                </a:schemeClr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127524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235370" y="573540"/>
            <a:ext cx="36535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Operator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3DAF03-8C81-4270-8F2F-F3C9163ACFFE}"/>
              </a:ext>
            </a:extLst>
          </p:cNvPr>
          <p:cNvSpPr txBox="1"/>
          <p:nvPr/>
        </p:nvSpPr>
        <p:spPr>
          <a:xfrm>
            <a:off x="2043852" y="1553437"/>
            <a:ext cx="8104292" cy="213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Operator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kondisional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membandingkan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dua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ekspresi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memperoleh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data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koleksi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MongoDB. Pada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bagian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ini,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membahas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bagaimana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kondisi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di operator yang MongoDB.</a:t>
            </a:r>
            <a:endParaRPr lang="en-ID" spc="300" dirty="0">
              <a:solidFill>
                <a:schemeClr val="tx1">
                  <a:lumMod val="95000"/>
                  <a:lumOff val="5000"/>
                </a:schemeClr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400719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235370" y="573540"/>
            <a:ext cx="36535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Operator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3DAF03-8C81-4270-8F2F-F3C9163ACFFE}"/>
              </a:ext>
            </a:extLst>
          </p:cNvPr>
          <p:cNvSpPr txBox="1"/>
          <p:nvPr/>
        </p:nvSpPr>
        <p:spPr>
          <a:xfrm>
            <a:off x="2043852" y="1553437"/>
            <a:ext cx="8104292" cy="213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Operator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kondisional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pada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mongodb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D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(&gt;) </a:t>
            </a:r>
            <a:r>
              <a:rPr lang="en-ID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Lebih</a:t>
            </a:r>
            <a:r>
              <a:rPr lang="en-ID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besar</a:t>
            </a:r>
            <a:r>
              <a:rPr lang="en-ID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ID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- $</a:t>
            </a:r>
            <a:r>
              <a:rPr lang="en-ID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gt</a:t>
            </a:r>
            <a:endParaRPr lang="en-ID" spc="300" dirty="0">
              <a:solidFill>
                <a:schemeClr val="tx1">
                  <a:lumMod val="95000"/>
                  <a:lumOff val="5000"/>
                </a:schemeClr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D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(&lt;) Kurang </a:t>
            </a:r>
            <a:r>
              <a:rPr lang="en-ID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ID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- $</a:t>
            </a:r>
            <a:r>
              <a:rPr lang="en-ID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lt</a:t>
            </a:r>
            <a:endParaRPr lang="en-ID" spc="300" dirty="0">
              <a:solidFill>
                <a:schemeClr val="tx1">
                  <a:lumMod val="95000"/>
                  <a:lumOff val="5000"/>
                </a:schemeClr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D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(&gt;=) </a:t>
            </a:r>
            <a:r>
              <a:rPr lang="en-ID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Lebih</a:t>
            </a:r>
            <a:r>
              <a:rPr lang="en-ID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besar</a:t>
            </a:r>
            <a:r>
              <a:rPr lang="en-ID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atau</a:t>
            </a:r>
            <a:r>
              <a:rPr lang="en-ID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sama</a:t>
            </a:r>
            <a:r>
              <a:rPr lang="en-ID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- $</a:t>
            </a:r>
            <a:r>
              <a:rPr lang="en-ID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gte</a:t>
            </a:r>
            <a:endParaRPr lang="en-ID" spc="300" dirty="0">
              <a:solidFill>
                <a:schemeClr val="tx1">
                  <a:lumMod val="95000"/>
                  <a:lumOff val="5000"/>
                </a:schemeClr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D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(&lt;=) Kurang </a:t>
            </a:r>
            <a:r>
              <a:rPr lang="en-ID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ID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atau</a:t>
            </a:r>
            <a:r>
              <a:rPr lang="en-ID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sama</a:t>
            </a:r>
            <a:r>
              <a:rPr lang="en-ID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- $</a:t>
            </a:r>
            <a:r>
              <a:rPr lang="en-ID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lte</a:t>
            </a:r>
            <a:endParaRPr lang="en-ID" spc="300" dirty="0">
              <a:solidFill>
                <a:schemeClr val="tx1">
                  <a:lumMod val="95000"/>
                  <a:lumOff val="5000"/>
                </a:schemeClr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983460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235370" y="573540"/>
            <a:ext cx="36535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Operator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3DAF03-8C81-4270-8F2F-F3C9163ACFFE}"/>
              </a:ext>
            </a:extLst>
          </p:cNvPr>
          <p:cNvSpPr txBox="1"/>
          <p:nvPr/>
        </p:nvSpPr>
        <p:spPr>
          <a:xfrm>
            <a:off x="2043852" y="1553437"/>
            <a:ext cx="8104292" cy="884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database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dbpelanggan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dengan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perintah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sebagai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:</a:t>
            </a:r>
            <a:endParaRPr lang="en-ID" spc="300" dirty="0">
              <a:solidFill>
                <a:schemeClr val="tx1">
                  <a:lumMod val="95000"/>
                  <a:lumOff val="5000"/>
                </a:schemeClr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0F14A1-0D17-4356-8C4E-E23AE6BC0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673" y="2806006"/>
            <a:ext cx="4510653" cy="111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258743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235370" y="573540"/>
            <a:ext cx="36535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Operator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3DAF03-8C81-4270-8F2F-F3C9163ACFFE}"/>
              </a:ext>
            </a:extLst>
          </p:cNvPr>
          <p:cNvSpPr txBox="1"/>
          <p:nvPr/>
        </p:nvSpPr>
        <p:spPr>
          <a:xfrm>
            <a:off x="2043852" y="1553437"/>
            <a:ext cx="8104292" cy="884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Kemudian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collection/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koleksi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user pada database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tersebut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dengan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perintah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endParaRPr lang="en-ID" spc="300" dirty="0">
              <a:solidFill>
                <a:schemeClr val="tx1">
                  <a:lumMod val="95000"/>
                  <a:lumOff val="5000"/>
                </a:schemeClr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EA7C24-1163-4C08-9CA9-A254C2E60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5267" y="2820444"/>
            <a:ext cx="6181466" cy="1081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175776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235370" y="573540"/>
            <a:ext cx="36535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Operator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3DAF03-8C81-4270-8F2F-F3C9163ACFFE}"/>
              </a:ext>
            </a:extLst>
          </p:cNvPr>
          <p:cNvSpPr txBox="1"/>
          <p:nvPr/>
        </p:nvSpPr>
        <p:spPr>
          <a:xfrm>
            <a:off x="2043852" y="1553437"/>
            <a:ext cx="8104292" cy="884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Masukkan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beberapa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data ke dalam collection user yang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telah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dibuat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melalui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perintah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:</a:t>
            </a:r>
            <a:endParaRPr lang="en-ID" spc="300" dirty="0">
              <a:solidFill>
                <a:schemeClr val="tx1">
                  <a:lumMod val="95000"/>
                  <a:lumOff val="5000"/>
                </a:schemeClr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57F0FB-8FC5-44B9-99AF-66067D501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9983" y="2863147"/>
            <a:ext cx="7252033" cy="1938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787425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235370" y="573540"/>
            <a:ext cx="36535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Operator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3DAF03-8C81-4270-8F2F-F3C9163ACFFE}"/>
              </a:ext>
            </a:extLst>
          </p:cNvPr>
          <p:cNvSpPr txBox="1"/>
          <p:nvPr/>
        </p:nvSpPr>
        <p:spPr>
          <a:xfrm>
            <a:off x="1973180" y="1936664"/>
            <a:ext cx="4018757" cy="1299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Cek data user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perintah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:</a:t>
            </a:r>
            <a:endParaRPr lang="en-ID" spc="300" dirty="0">
              <a:solidFill>
                <a:schemeClr val="tx1">
                  <a:lumMod val="95000"/>
                  <a:lumOff val="5000"/>
                </a:schemeClr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F3CF11-5F11-492D-A7EF-E4BA3BB46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1590733"/>
            <a:ext cx="3531701" cy="4128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150426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235370" y="573540"/>
            <a:ext cx="36535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Operator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3DAF03-8C81-4270-8F2F-F3C9163ACFFE}"/>
              </a:ext>
            </a:extLst>
          </p:cNvPr>
          <p:cNvSpPr txBox="1"/>
          <p:nvPr/>
        </p:nvSpPr>
        <p:spPr>
          <a:xfrm>
            <a:off x="2043852" y="1553437"/>
            <a:ext cx="8104292" cy="1299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Gunakan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perintah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operator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kurang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melihat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siapa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saja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user dengan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umur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kurang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30 tahun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melalui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perintah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:</a:t>
            </a:r>
            <a:endParaRPr lang="en-ID" spc="300" dirty="0">
              <a:solidFill>
                <a:schemeClr val="tx1">
                  <a:lumMod val="95000"/>
                  <a:lumOff val="5000"/>
                </a:schemeClr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98F66E-80E9-4750-B5E6-E011E49B5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9693" y="3062541"/>
            <a:ext cx="4292613" cy="2828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184207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F22EE6-24AF-4F19-A05D-DAF8F48D5BA2}"/>
              </a:ext>
            </a:extLst>
          </p:cNvPr>
          <p:cNvSpPr txBox="1"/>
          <p:nvPr/>
        </p:nvSpPr>
        <p:spPr>
          <a:xfrm>
            <a:off x="4257997" y="577514"/>
            <a:ext cx="36760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Tugas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Big Data (9)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AA6688-63F1-4DC2-9DB9-C9F2E98F1C97}"/>
              </a:ext>
            </a:extLst>
          </p:cNvPr>
          <p:cNvSpPr txBox="1"/>
          <p:nvPr/>
        </p:nvSpPr>
        <p:spPr>
          <a:xfrm>
            <a:off x="2056456" y="1459125"/>
            <a:ext cx="8483346" cy="4208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database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penjualan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nama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collection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produk</a:t>
            </a: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Collection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produk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terdiri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(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nama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stok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harga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operasi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produk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sebagai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Harga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produk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kurang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15.000</a:t>
            </a: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Stok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produk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lebih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sama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20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Harga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produk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kurang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sama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7.000 dan Stok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lebih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25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Screenshot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setiap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proses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pembuatan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/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operasi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kumpulkan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pdf (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Hindari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plagiasi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)</a:t>
            </a: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892680-AFAE-42A5-97D6-22C9BB09B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210317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F22EE6-24AF-4F19-A05D-DAF8F48D5BA2}"/>
              </a:ext>
            </a:extLst>
          </p:cNvPr>
          <p:cNvSpPr txBox="1"/>
          <p:nvPr/>
        </p:nvSpPr>
        <p:spPr>
          <a:xfrm>
            <a:off x="4257997" y="577514"/>
            <a:ext cx="36760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Tugas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Big Data (9)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AA6688-63F1-4DC2-9DB9-C9F2E98F1C97}"/>
              </a:ext>
            </a:extLst>
          </p:cNvPr>
          <p:cNvSpPr txBox="1"/>
          <p:nvPr/>
        </p:nvSpPr>
        <p:spPr>
          <a:xfrm>
            <a:off x="2402964" y="1664692"/>
            <a:ext cx="8483346" cy="3012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nama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 “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Sabun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Mandi”,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stok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 32,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harga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 “15.000”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nama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 “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Pembersih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Wajah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”,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stok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 12,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harga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 “28.000”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nama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 “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Kapur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barus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”,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stok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 5,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harga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 “3.000”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nama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 “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Pulpen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”,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stok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 30,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harga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 “4.500”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nama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 “Sepatu”,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stok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 8,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harga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 “45.000”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nama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 “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Sikat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Gigi”,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stok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 20,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harga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 “15.000”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nama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 “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Botol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Air”,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stok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 40,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harga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 “12.000”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nama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 “Tissue”,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stok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 12,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harga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 “5.000”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892680-AFAE-42A5-97D6-22C9BB09B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50950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AFC6A-445D-4C99-B1CC-3B93878EED8A}"/>
              </a:ext>
            </a:extLst>
          </p:cNvPr>
          <p:cNvSpPr txBox="1"/>
          <p:nvPr/>
        </p:nvSpPr>
        <p:spPr>
          <a:xfrm>
            <a:off x="3918159" y="2721114"/>
            <a:ext cx="43556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TERIMAKASIH</a:t>
            </a:r>
            <a:endParaRPr lang="en-ID" sz="4000" b="1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A8C7AF-9308-474A-B0D7-AB525C303D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852374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642</TotalTime>
  <Words>660</Words>
  <Application>Microsoft Office PowerPoint</Application>
  <PresentationFormat>Widescreen</PresentationFormat>
  <Paragraphs>64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Poppins Medium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Ahmad Fauzan</dc:creator>
  <cp:lastModifiedBy>DM-09</cp:lastModifiedBy>
  <cp:revision>262</cp:revision>
  <dcterms:created xsi:type="dcterms:W3CDTF">2023-01-04T01:24:47Z</dcterms:created>
  <dcterms:modified xsi:type="dcterms:W3CDTF">2023-02-10T02:01:52Z</dcterms:modified>
</cp:coreProperties>
</file>