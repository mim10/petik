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258" r:id="rId7"/>
    <p:sldId id="259" r:id="rId8"/>
    <p:sldId id="301" r:id="rId9"/>
    <p:sldId id="302" r:id="rId10"/>
    <p:sldId id="288" r:id="rId11"/>
    <p:sldId id="303" r:id="rId12"/>
    <p:sldId id="304" r:id="rId13"/>
    <p:sldId id="313" r:id="rId14"/>
    <p:sldId id="290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4" r:id="rId24"/>
    <p:sldId id="315" r:id="rId25"/>
    <p:sldId id="283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01/02/2023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B8BB6C-4D0B-475E-9AE6-0F0568262259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E6FD6E-DD0B-4E78-BA3B-BFCB7ECCF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0F1A15-CD17-47E5-B01E-9FABACFED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8F8CA28-52B0-4758-90C4-41F50820CE4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3958E65-4607-4D6D-8F7D-AE793F0EF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81A7AD-D1FD-4D9A-821F-6440E8C5D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C559932-D076-49B5-92E6-88239C552E57}"/>
              </a:ext>
            </a:extLst>
          </p:cNvPr>
          <p:cNvSpPr txBox="1"/>
          <p:nvPr/>
        </p:nvSpPr>
        <p:spPr>
          <a:xfrm>
            <a:off x="1973180" y="125429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3265738" y="4050026"/>
            <a:ext cx="5660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3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36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2BDEB50-5CE6-4AD3-B896-D6D392B55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0223" y="1067997"/>
            <a:ext cx="4211554" cy="317422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23EEF15-3E60-4B38-9B9D-D1259A5E137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E0A903-2C06-4530-B995-D8A4ED213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0B40D5A-4DC1-4D77-99AE-15D069ED4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263575"/>
            <a:ext cx="9040529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Peluang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Kamu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Chris Grosser -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2BE86A-1168-470B-8AD3-EEBF3273DF8C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1B25B6-7E1C-4786-AA52-5D923BD4E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C99498-C42C-4231-94A5-1B7CA47A5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021924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salah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NoSQL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terkemuka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organisasi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menangani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mendapatkan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wawasan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Data.”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6978B4-E39E-4489-8EE0-91258F296B72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805E13-5AC7-4E82-8310-A1CE9FD4A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4540C9-3312-404A-888F-FDA47D4A5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8887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1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3783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terkemuka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memanfaatkan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kemampuan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solusi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Rilis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3.0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memperkenalkan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dicolokkan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Manajer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memperluas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rangkaian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paling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cocok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559B28-B87E-4BF6-BA1D-EEE7F9044A67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65C67C9-A216-4360-83C6-562EF5B5F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728713-5A35-4F99-83BF-FE03AFA96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412806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1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3783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mendapatkan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kata "humungous."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NoSQL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MongoDB 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mematuhi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prinsip-prinsip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RDBMS.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baris,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kolom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Juga,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menyediakan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kepatuhan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ACID, JOINS, foreign keys,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dll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F36AFA-15FA-4F5D-985E-7EA4B80109AB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9FC0F1-EB45-4F0B-9820-2A6A04BC0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64312F-2B1A-4E6B-A71C-F51142D73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69338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1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3783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Binary JSON (juga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dikenal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BSON).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bahwa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berubah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seiring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perkembangan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dibangun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ketersediaan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B68048-C448-4F5B-ABCD-0B2E5E3CE1FA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0AB75AF-90BC-4E94-88AA-A7C9BF9F2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7979516-DF90-4331-80B0-6A7C7519B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15397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2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013859" y="1545223"/>
            <a:ext cx="10164278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akhir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2007, Dwight Merriman, Eliot Horowitz,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memutuskan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mengembangkan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online.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Maksud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menyediakan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hosting,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web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penskalaan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sangat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mirip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 App Engine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Microsoft Azure.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Segera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menyadari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bahwa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database open source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persyaratan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972AF2-0607-48AE-A707-5472B1A9195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E1DA73-AB8D-4675-9922-09FC3C1AA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53AE83-69B5-4623-9908-811AE9E68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21325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2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013859" y="1545223"/>
            <a:ext cx="10164278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“Kami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merasa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benar-benar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prinsip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'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komputasi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awan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' yang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elastisitas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…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administrasi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tetapi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kemudahan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pengembang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operator,” kata Merriman. “[MySQL]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.”[1]  Jadi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memutuskan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membangun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model RDBMS.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B7406F-6FA1-481B-A65B-5D9F61E64A2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ED567BB-66A2-4FCA-8B76-C2AA0D95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183702-029B-4F82-BE81-267F34778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482043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2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013859" y="1545223"/>
            <a:ext cx="10164278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Setahun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sendiri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pernah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dirilis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tetapi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memutuskan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tahun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2009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sumber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MongoDB.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Maret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2010,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rilis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1.4.0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dianggap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Rilis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3.0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dirilis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Maret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2015.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dibangun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sponsor 10gen,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startup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New York.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Sampai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(2022), 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5.0.8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1AE17-762C-4D37-AC78-A2C5F16E861F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155890-F82A-4DAC-9589-FE3C2DCB7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AFF7C6-79B8-4107-BF41-064437090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670203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2962" y="573540"/>
            <a:ext cx="3926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EE2EF6-B21F-416A-8893-4E886688E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274" y="1368655"/>
            <a:ext cx="7257448" cy="461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AAD5AE1-8663-4CE2-ACA0-39CC54749069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42EFC80-AEBE-4074-B815-54A88F5C2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1E6B81-9628-4333-9126-18287C3F5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88656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64784" y="573540"/>
            <a:ext cx="3262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Filosofi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salah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ceramahnya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Eliot Horowitz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menyebutkan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bahwa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dirancang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lab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dibangun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pengalaman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membangun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ketersediaan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EB96BE-7A93-44B6-82D8-3E2C39DC9B6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AA5F76-1D08-40C6-85BB-187B97465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7FCAFC9-E8B6-41CE-80FD-9F7E522A2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311568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64784" y="573540"/>
            <a:ext cx="3262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Filosofi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Kelincahan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Tujuan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mendesain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mencapai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horizontal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dipartisi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dijelaskan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teorema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CAP,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konsistensi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dukungan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transaksional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dikompromikan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4CA5E6-5117-4897-BB4A-7D2CDD6D28C3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4C5604-A9DB-4331-9CCA-CFDF007C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88C59C-A045-4478-8D85-0C795BEF5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062207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64784" y="573540"/>
            <a:ext cx="3262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Filosofi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Jadi,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menurut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teorema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menyediakan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ketersediaan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partisi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konsistensi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dukungan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transaksional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istilah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praktis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bahwa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alih-alih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baris,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fleksibel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7E6CA4-F771-4BAB-8BF7-5F8EDA68B4CF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E716C3A-CBF5-4458-82A7-A98F38C0F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91DD2D-DCC7-4FBB-BA3F-22F87C641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908688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455699" y="573540"/>
            <a:ext cx="5280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Non-</a:t>
            </a:r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Relasional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Non-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Relasional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Tim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memutuskan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non-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relasional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memecahkan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dihadapi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sql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disebutkan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BSON di mana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terkait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ditempatkan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bersama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tempat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350068-DA5F-47EB-8804-4902EB57CAB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2DC6D0-C1BF-49B8-B6AE-33CAC2CA4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D38A8B3-EC67-4591-9743-8F9C8E9AD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176829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455698" y="573540"/>
            <a:ext cx="5280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Non-</a:t>
            </a:r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Relasional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Kueri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didasarkan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kunci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server.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Menanyakan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server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memeriksa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sendiri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mengembalikan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hasilnya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Hal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skalabilitas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linier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peningkatan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51C0AE-34E2-4F1C-83DE-D93CA49AD419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BDAE3AA-13B6-4701-9CA8-7A0910262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1C660B-6EBA-42F1-A45C-7600C8BF0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079500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455698" y="573540"/>
            <a:ext cx="5280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Non-</a:t>
            </a:r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Relasional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primer-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sekunder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mana primer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menerima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permintaan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tulis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Jika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penulisan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ditingkatkan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sharding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;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memperbarui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Sharding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MongoDB;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didistribusikan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7EA154-73D8-4E34-847B-F69AA5CF343D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A720F69-5826-4F79-85E6-1FDF1DAFE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088C97-357F-4BCB-9E84-8B8688379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811471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548673" y="573540"/>
            <a:ext cx="5094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JSON.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(JavaScript Object Notation)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5CFB2D-B673-4231-BE11-79F3EF3DCC33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C6B44-491D-43AB-8EB3-501E64812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F3E531-88C1-4E90-AEEB-C21E64538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691612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548673" y="573540"/>
            <a:ext cx="5094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JSON/BSON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menawarkan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model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tanpa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memberikan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fleksibilitas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RDBMS,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perubahan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mulus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Desain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menghasilkan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menyediakan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pengelompokan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relevan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bersama-sama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internal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dicari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5C7E4-7EAA-4817-9CF1-D5E28A5912F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4A5C35A-695B-4BF0-88CF-EFFD7F471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1CF9AA-9ACF-49A9-B315-BC09D7345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978063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3548673" y="573540"/>
            <a:ext cx="5094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Berbasis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aktual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dibandingkan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baris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SQL.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Namun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baris RDBMS,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skema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dinamis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field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field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field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tipe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036310-A555-4E97-9209-994F75124744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00C0306-0D80-438D-B55E-B7631A1AA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0BD1D5-2DCA-4AF5-9BBF-BFC4F8A2F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15856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45982" y="573540"/>
            <a:ext cx="3700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Performa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10611" y="1676112"/>
            <a:ext cx="8370773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berkinerja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tertentu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umumnya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tersedia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RDBMS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tersedia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MongoDB.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DBMS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berorientasi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mana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dimana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mendukung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JOIN,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transaksi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sepenuhnya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digeneralisasi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FC4F23-A7ED-4900-A135-FB6AAAA58273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9EE811-54E0-4D51-9C2A-E8E1CCE0C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FDD662-832F-42FC-835E-C6A14CFF0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81920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07940" y="573540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Aksesbilitas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120136" y="1606411"/>
            <a:ext cx="9951724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Salah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keputusan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kemampuan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menjalankan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mana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server, VM,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cloud. Bahasa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mengimplementasikan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C++,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mencapai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tujuan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Situs 10gen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menyediakan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binari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OS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hampir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DA93FC-7F17-4B3F-950D-D9F33D9E23D8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A80F791-3318-41A7-A91E-EA54A4740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EA4A0CA-2E66-4B56-9D27-18A132A77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0509403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65210" y="577514"/>
            <a:ext cx="366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(3)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854324" y="1484991"/>
            <a:ext cx="8874635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kelompok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terdiri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orang.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slide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materi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Perbedaan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RDBMS (MySQL) dan DBMS (MongoDB).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(Fitur,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Kelebihan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Kekurangan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Sejarah dan lain-lain)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Jelaskan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15CDF0-3F6D-45F4-AA1D-D51297582B2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2F416C-9DC6-4CB0-81BA-1F341F902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A6A0120-5CD0-496C-835A-D9133D048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C8FC59-B29F-471D-8726-C2A8C075DC7C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FA15FFC-B194-4EB9-B203-C96B6F3C8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B9565E-D681-4659-A14C-8AB770283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987</Words>
  <Application>Microsoft Office PowerPoint</Application>
  <PresentationFormat>Widescreen</PresentationFormat>
  <Paragraphs>57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103</cp:revision>
  <dcterms:created xsi:type="dcterms:W3CDTF">2023-01-04T01:24:47Z</dcterms:created>
  <dcterms:modified xsi:type="dcterms:W3CDTF">2023-02-01T04:41:25Z</dcterms:modified>
</cp:coreProperties>
</file>