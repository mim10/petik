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56" r:id="rId3"/>
    <p:sldId id="323" r:id="rId4"/>
    <p:sldId id="257" r:id="rId5"/>
    <p:sldId id="286" r:id="rId6"/>
    <p:sldId id="368" r:id="rId7"/>
    <p:sldId id="334" r:id="rId8"/>
    <p:sldId id="391" r:id="rId9"/>
    <p:sldId id="393" r:id="rId10"/>
    <p:sldId id="395" r:id="rId11"/>
    <p:sldId id="394" r:id="rId12"/>
    <p:sldId id="398" r:id="rId13"/>
    <p:sldId id="396" r:id="rId14"/>
    <p:sldId id="397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283" r:id="rId24"/>
    <p:sldId id="390" r:id="rId25"/>
    <p:sldId id="28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63" d="100"/>
          <a:sy n="63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8D7C-E196-4FCE-BC65-ABE10E901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2E528-7C67-4AD2-AB1A-5F63CB833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28C30-57B7-482A-85CB-3E955A096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D639E-87D7-4AD7-B7A5-613E0D7ED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002BC-66FD-4FD9-83BD-2A7750B8D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53803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9DE22-8CE0-40CF-81F3-7588BF2E4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14B9-A143-4226-A399-183B70F8E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1D3F9-3C02-46DD-B6F7-8C751EA68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BEBC3E-FF20-4FF4-995C-C8A3606E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6A3F0-651F-4B66-B5BE-EC735BDB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56920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A352-D1D8-4BCA-BFBB-7F772CB8C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5F17AE-FB5B-4FD7-B851-323FFCDD8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1D5A-0BF0-46DF-8BC1-C7EDAEAE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131C-D9BE-4A6B-83AC-2A6BB0399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C22FF9-ED37-41E2-9E37-2E149E5EF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685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732E8-36B4-45C2-A19E-8FA5EC5F5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EF204-FAD6-4661-A2AE-8ADC9A926F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CAC53-53AD-4CB4-BE55-31D72BB78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EFFFA-E841-4949-8A0B-D11349E6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7A413-050E-4959-99FE-A184BA2F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8EEA9-A3CC-4CB4-AAA1-C6A740E4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03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F5E7C-D103-46A8-ACF2-12F7A898B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5DD30-1D24-4D21-9723-798FC9594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DBED1E-B6F1-4EE4-A0AF-17C9B18B9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523F-CCAB-4616-B3BD-3BAC5BC71F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908D60-EA69-47DB-957A-97C20962F2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305FB-0852-4B1B-B0E9-20215C13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C1928B-09C4-421F-A4A9-9BF9A136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9A6C8-8509-4207-B0EA-301B9F81A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2246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E8C91-B742-4613-B780-14C986890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33F9B-6947-4134-B253-8655FB6D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8413E-A982-4E56-A70A-F3CE50801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4C2F1-2B31-4F68-8344-7860405C4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005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464ABD-6691-4BA9-B353-9005D3B47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2D2936-9C59-40E9-978F-AD030CCA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B4567-2EC1-4116-BFA8-24FD5598B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0202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BD9FC-ACE7-417F-85E3-151932E4E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9789A-07F4-4957-BAA6-D8F7220B1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25825D-E301-4005-9C38-2D2D03101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1EFD3-CC4F-4E34-9CD2-BC0C9F499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81C5C0-687B-476C-B2CC-BDD7B070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759AD-D7F4-44F3-8609-428ECAC45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51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FEC51-9C75-4F5A-B737-3C9F548C0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2F2245-1B7F-4300-B9CE-92325F1106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4CD980-A148-42C3-ACB8-F982C0A29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9E6CA-7AB1-44BE-81C4-C44465932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64951-2AD9-4D4B-82D4-FC5FD59F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542C80-9144-4EBE-8613-79AE4849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3467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2553C-B9FA-49D2-BE9D-4362E5936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5918E-B8CA-424E-B42C-B81105D6B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13D8C-641E-4BAE-B7AE-EB704838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8B841-CDBE-42AF-AABE-CE3F5B167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478DC-49C2-41B0-B9F5-BEA1DEBF9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906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92DA5-7543-4D56-82FD-A4ED215DC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A3434-924C-4F40-A15A-A5FD0DDDD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E4299-D757-4DEA-978B-5A51E215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67D1D-E8C8-43C2-96B7-A770406BC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85C6E-BDC0-4825-8630-AEDFB2A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1205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FF5F45-7ACE-48CD-B398-84DDD1FF7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CA259D-6B51-41D9-A376-228489106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D1F1-413E-445E-A3EB-F2622775AE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AF91B0-AF43-46A6-92A0-842F3ACF85D2}" type="datetimeFigureOut">
              <a:rPr lang="en-ID" smtClean="0"/>
              <a:t>27/01/2023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C08A4-5930-4241-968A-D26A746D30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6B5-5AE4-4078-B13B-1EDB08D906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0F284E-1927-4BED-A96B-ED3F62A6649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68664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mongodb.com/developer/code-examples/python/python-crud-mongodb/" TargetMode="Externa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482" name="Picture 2" descr="Mengenal Big Data Analytic dan Big Data Services | TELKOMSIGMA">
            <a:extLst>
              <a:ext uri="{FF2B5EF4-FFF2-40B4-BE49-F238E27FC236}">
                <a16:creationId xmlns:a16="http://schemas.microsoft.com/office/drawing/2014/main" id="{0259B05C-C429-4034-AD40-8848CC574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21"/>
          <a:stretch/>
        </p:blipFill>
        <p:spPr bwMode="auto">
          <a:xfrm>
            <a:off x="1219200" y="548640"/>
            <a:ext cx="9753600" cy="516154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2347412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215243" y="2721114"/>
            <a:ext cx="57615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DATABASE NOSQL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085542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1973180" y="837739"/>
            <a:ext cx="8245719" cy="226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Penilaian</a:t>
            </a:r>
            <a:r>
              <a:rPr lang="en-US" sz="2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Utama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isi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konten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Tidak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memuat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terlalu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banyak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penjelasan</a:t>
            </a:r>
            <a:endParaRPr lang="en-US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desain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menarik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simple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Kecepatan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waktu</a:t>
            </a:r>
            <a:r>
              <a:rPr lang="en-US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6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pengumpulan</a:t>
            </a:r>
            <a:endParaRPr lang="en-US" sz="2000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4DF205-83EC-4745-89BD-5984C2D609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6CF86AE-8963-4F76-848F-1AFCA1FD36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34938" y="3429000"/>
            <a:ext cx="4122123" cy="310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810750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39CB5C-D7E6-479C-BC23-D7F631182393}"/>
              </a:ext>
            </a:extLst>
          </p:cNvPr>
          <p:cNvSpPr txBox="1"/>
          <p:nvPr/>
        </p:nvSpPr>
        <p:spPr>
          <a:xfrm>
            <a:off x="6327775" y="2133491"/>
            <a:ext cx="45739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Python</a:t>
            </a:r>
          </a:p>
          <a:p>
            <a:r>
              <a:rPr lang="en-US" sz="4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</a:p>
          <a:p>
            <a:r>
              <a:rPr lang="en-US" sz="44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CRUD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23B361-3B27-452F-AC5E-C9FF2D711A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A22CEB5-71CD-44DC-BB66-09358C6BBD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86560" y="1467838"/>
            <a:ext cx="4836160" cy="364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71728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1575735" y="2424531"/>
            <a:ext cx="9040529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”</a:t>
            </a:r>
            <a:r>
              <a:rPr lang="da-DK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perjuangan, terkadang engkau sukses, dan terkadang engkau belajar (bukan gagal)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.“</a:t>
            </a:r>
          </a:p>
          <a:p>
            <a:pPr algn="ctr">
              <a:lnSpc>
                <a:spcPct val="150000"/>
              </a:lnSpc>
            </a:pPr>
            <a:endParaRPr lang="en-ID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Lontong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-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0527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A4654-49A4-4159-AE33-F659086F035E}"/>
              </a:ext>
            </a:extLst>
          </p:cNvPr>
          <p:cNvSpPr txBox="1"/>
          <p:nvPr/>
        </p:nvSpPr>
        <p:spPr>
          <a:xfrm>
            <a:off x="2779227" y="2456939"/>
            <a:ext cx="6633545" cy="143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CRUD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python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887C8-658C-4E2A-B929-B5196254D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5812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47156" y="573540"/>
            <a:ext cx="3029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CRUD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Distribusi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dapat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CRUD (Create Read Update Delete) data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python.</a:t>
            </a:r>
          </a:p>
        </p:txBody>
      </p:sp>
    </p:spTree>
    <p:extLst>
      <p:ext uri="{BB962C8B-B14F-4D97-AF65-F5344CB8AC3E}">
        <p14:creationId xmlns:p14="http://schemas.microsoft.com/office/powerpoint/2010/main" val="9051751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547156" y="573540"/>
            <a:ext cx="30299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CRUD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pertemuan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Read data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proses Create, Update dan Delete.</a:t>
            </a:r>
          </a:p>
        </p:txBody>
      </p:sp>
    </p:spTree>
    <p:extLst>
      <p:ext uri="{BB962C8B-B14F-4D97-AF65-F5344CB8AC3E}">
        <p14:creationId xmlns:p14="http://schemas.microsoft.com/office/powerpoint/2010/main" val="1793801921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34144" y="573540"/>
            <a:ext cx="3256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Buka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-Apps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MongoCRUD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database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melalui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python.</a:t>
            </a:r>
          </a:p>
        </p:txBody>
      </p:sp>
    </p:spTree>
    <p:extLst>
      <p:ext uri="{BB962C8B-B14F-4D97-AF65-F5344CB8AC3E}">
        <p14:creationId xmlns:p14="http://schemas.microsoft.com/office/powerpoint/2010/main" val="3584822844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34144" y="573540"/>
            <a:ext cx="3256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781395" y="1584208"/>
            <a:ext cx="9099965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create,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menerima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parameter 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Self (superclass)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parameter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adalah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pada document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/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481AE2-E354-4671-A9D6-23D46249A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362" y="3505505"/>
            <a:ext cx="5843272" cy="219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8187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34144" y="573540"/>
            <a:ext cx="3256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2152BB-8563-40D8-A29A-6A623664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581" y="1526196"/>
            <a:ext cx="7580838" cy="428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56777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34144" y="573540"/>
            <a:ext cx="3256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781395" y="1584208"/>
            <a:ext cx="9099965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menjalankan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create,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bisa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mongo_objek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perintah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B57A76-D249-481B-8E26-9EB5D2771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259" y="2797142"/>
            <a:ext cx="4239478" cy="217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05876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1715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 data,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mengupdate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Dengan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MongoCRUD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756610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603175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self data,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memasukkan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dataAwal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dataUpdate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 data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mongodb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52234-EE2E-41BE-A9C3-85286CB1D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2267" y="3291884"/>
            <a:ext cx="7925207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799400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6023274" y="1585152"/>
            <a:ext cx="6036646" cy="3377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Coba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lihat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Db = ‘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ini_nama_database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’</a:t>
            </a:r>
          </a:p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Collect = ‘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ini_nama_collection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’</a:t>
            </a:r>
          </a:p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Doc = {</a:t>
            </a:r>
          </a:p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	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 ‘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’</a:t>
            </a:r>
          </a:p>
          <a:p>
            <a:pPr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A65C6E-6059-485B-B47D-A7B8ECEBE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220" y="1585152"/>
            <a:ext cx="4649328" cy="382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51328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297071" y="1613782"/>
            <a:ext cx="7530166" cy="2546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mengubah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nama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fulan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variable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bersifat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objek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instansi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didalamnya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awal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= data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kita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Data update =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terbaru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01362223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297071" y="1613782"/>
            <a:ext cx="7530166" cy="46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 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0B0026-AE41-4180-96F1-4571F73E7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0501" y="2183038"/>
            <a:ext cx="4730993" cy="3568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983735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976815" y="1613414"/>
            <a:ext cx="3889825" cy="14337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panggil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update() seperti </a:t>
            </a:r>
            <a:r>
              <a:rPr lang="en-US" sz="2000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disamping</a:t>
            </a:r>
            <a:r>
              <a:rPr lang="en-US" sz="20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ini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F27962-321D-43BA-BA3C-DC12B58CA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474" y="1612505"/>
            <a:ext cx="6004711" cy="408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18204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384451" y="573540"/>
            <a:ext cx="3355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Update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297071" y="1613782"/>
            <a:ext cx="7530166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 running dan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python. Setelah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mongo compass.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FA6B41-62E1-4590-B9B9-8C5982D5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173" y="2772708"/>
            <a:ext cx="4207650" cy="3295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436033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78226" y="573540"/>
            <a:ext cx="3167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Delete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2196270" y="1877495"/>
            <a:ext cx="7731762" cy="1299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itu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delete 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class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MongoCRUD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seperti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8D7D1-7239-4E54-960F-17B1E7EB52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0184" y="3375202"/>
            <a:ext cx="8331628" cy="175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15935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78226" y="573540"/>
            <a:ext cx="3167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Delete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853440" y="1852221"/>
            <a:ext cx="5648960" cy="2130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Untuk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data, kalian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harus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memanggil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delete pada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mongo_objek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variable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data_delete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objek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dokumen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dihapus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86962B-B9AF-452A-8FDF-C4F39A37F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140" y="1896691"/>
            <a:ext cx="4186659" cy="2162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30274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0E816A-7A73-4D4C-8054-E9AD5F1E78B9}"/>
              </a:ext>
            </a:extLst>
          </p:cNvPr>
          <p:cNvSpPr txBox="1"/>
          <p:nvPr/>
        </p:nvSpPr>
        <p:spPr>
          <a:xfrm>
            <a:off x="4478226" y="573540"/>
            <a:ext cx="31678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Pymongo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Delete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20A63D-F291-48CA-A921-B008DB26A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B2782F-78C3-46DE-B1CC-4FCEBD2B06F1}"/>
              </a:ext>
            </a:extLst>
          </p:cNvPr>
          <p:cNvSpPr txBox="1"/>
          <p:nvPr/>
        </p:nvSpPr>
        <p:spPr>
          <a:xfrm>
            <a:off x="1881313" y="1601585"/>
            <a:ext cx="8361680" cy="88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mongo compass, apakah data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telah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terhapus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atau tidak.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AA843B-9E5F-402A-A712-D6B21383D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0582" y="2787228"/>
            <a:ext cx="4070832" cy="282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8616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4193075" y="577514"/>
            <a:ext cx="3805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Tugas</a:t>
            </a:r>
            <a:r>
              <a:rPr lang="en-US" sz="2800" dirty="0">
                <a:latin typeface="Poppins Medium" panose="00000600000000000000" pitchFamily="2" charset="0"/>
                <a:cs typeface="Poppins Medium" panose="00000600000000000000" pitchFamily="2" charset="0"/>
              </a:rPr>
              <a:t> Big Data (14)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2546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Update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CRUD MongoDB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menggunakan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python (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dilarang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plagiasi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Simpan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kodingan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dalam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github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Upload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aplikasi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LinkedIn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Kumpulkan</a:t>
            </a: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(link git dan screen capture LinkedIn)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10317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56DB9-5B73-419A-952D-50ABBBD729A4}"/>
              </a:ext>
            </a:extLst>
          </p:cNvPr>
          <p:cNvSpPr/>
          <p:nvPr/>
        </p:nvSpPr>
        <p:spPr>
          <a:xfrm>
            <a:off x="5210474" y="1139237"/>
            <a:ext cx="1771049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F22EE6-24AF-4F19-A05D-DAF8F48D5BA2}"/>
              </a:ext>
            </a:extLst>
          </p:cNvPr>
          <p:cNvSpPr txBox="1"/>
          <p:nvPr/>
        </p:nvSpPr>
        <p:spPr>
          <a:xfrm>
            <a:off x="5280713" y="577514"/>
            <a:ext cx="16305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Refrensi</a:t>
            </a:r>
            <a:endParaRPr lang="en-ID" sz="2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AA6688-63F1-4DC2-9DB9-C9F2E98F1C97}"/>
              </a:ext>
            </a:extLst>
          </p:cNvPr>
          <p:cNvSpPr txBox="1"/>
          <p:nvPr/>
        </p:nvSpPr>
        <p:spPr>
          <a:xfrm>
            <a:off x="2137171" y="1693352"/>
            <a:ext cx="7917654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pc="300" dirty="0">
                <a:latin typeface="Poppins Medium" panose="00000600000000000000" pitchFamily="2" charset="0"/>
                <a:cs typeface="Poppins Medium" panose="00000600000000000000" pitchFamily="2" charset="0"/>
                <a:hlinkClick r:id="rId2"/>
              </a:rPr>
              <a:t>https://www.mongodb.com/developer/code-examples/python/python-crud-mongodb/</a:t>
            </a: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892680-AFAE-42A5-97D6-22C9BB09BE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3900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CA9FF4-42BB-447B-B77D-254BC0EF0F4E}"/>
              </a:ext>
            </a:extLst>
          </p:cNvPr>
          <p:cNvSpPr/>
          <p:nvPr/>
        </p:nvSpPr>
        <p:spPr>
          <a:xfrm>
            <a:off x="0" y="6343049"/>
            <a:ext cx="12192000" cy="514951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FAFC6A-445D-4C99-B1CC-3B93878EED8A}"/>
              </a:ext>
            </a:extLst>
          </p:cNvPr>
          <p:cNvSpPr txBox="1"/>
          <p:nvPr/>
        </p:nvSpPr>
        <p:spPr>
          <a:xfrm>
            <a:off x="3918159" y="2721114"/>
            <a:ext cx="435568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spc="600" dirty="0">
                <a:latin typeface="Poppins Medium" panose="00000600000000000000" pitchFamily="2" charset="0"/>
                <a:cs typeface="Poppins Medium" panose="00000600000000000000" pitchFamily="2" charset="0"/>
              </a:rPr>
              <a:t>TERIMAKASIH</a:t>
            </a:r>
            <a:endParaRPr lang="en-ID" sz="4000" b="1" spc="6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8C7AF-9308-474A-B0D7-AB525C303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78" y="320721"/>
            <a:ext cx="1752102" cy="46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5237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1000</TotalTime>
  <Words>442</Words>
  <Application>Microsoft Office PowerPoint</Application>
  <PresentationFormat>Widescreen</PresentationFormat>
  <Paragraphs>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Poppins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Ahmad Fauzan</cp:lastModifiedBy>
  <cp:revision>417</cp:revision>
  <dcterms:created xsi:type="dcterms:W3CDTF">2023-01-04T01:24:47Z</dcterms:created>
  <dcterms:modified xsi:type="dcterms:W3CDTF">2023-01-27T01:54:00Z</dcterms:modified>
</cp:coreProperties>
</file>