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4" r:id="rId2"/>
    <p:sldId id="256" r:id="rId3"/>
    <p:sldId id="323" r:id="rId4"/>
    <p:sldId id="257" r:id="rId5"/>
    <p:sldId id="286" r:id="rId6"/>
    <p:sldId id="258" r:id="rId7"/>
    <p:sldId id="316" r:id="rId8"/>
    <p:sldId id="325" r:id="rId9"/>
    <p:sldId id="259" r:id="rId10"/>
    <p:sldId id="324" r:id="rId11"/>
    <p:sldId id="326" r:id="rId12"/>
    <p:sldId id="327" r:id="rId13"/>
    <p:sldId id="317" r:id="rId14"/>
    <p:sldId id="328" r:id="rId15"/>
    <p:sldId id="329" r:id="rId16"/>
    <p:sldId id="330" r:id="rId17"/>
    <p:sldId id="331" r:id="rId18"/>
    <p:sldId id="332" r:id="rId19"/>
    <p:sldId id="333" r:id="rId20"/>
    <p:sldId id="318" r:id="rId21"/>
    <p:sldId id="319" r:id="rId22"/>
    <p:sldId id="283" r:id="rId23"/>
    <p:sldId id="285"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002" autoAdjust="0"/>
    <p:restoredTop sz="94660"/>
  </p:normalViewPr>
  <p:slideViewPr>
    <p:cSldViewPr snapToGrid="0">
      <p:cViewPr varScale="1">
        <p:scale>
          <a:sx n="46" d="100"/>
          <a:sy n="46" d="100"/>
        </p:scale>
        <p:origin x="42" y="17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C8D7C-E196-4FCE-BC65-ABE10E90105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D"/>
          </a:p>
        </p:txBody>
      </p:sp>
      <p:sp>
        <p:nvSpPr>
          <p:cNvPr id="3" name="Subtitle 2">
            <a:extLst>
              <a:ext uri="{FF2B5EF4-FFF2-40B4-BE49-F238E27FC236}">
                <a16:creationId xmlns:a16="http://schemas.microsoft.com/office/drawing/2014/main" id="{1F22E528-7C67-4AD2-AB1A-5F63CB8338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D"/>
          </a:p>
        </p:txBody>
      </p:sp>
      <p:sp>
        <p:nvSpPr>
          <p:cNvPr id="4" name="Date Placeholder 3">
            <a:extLst>
              <a:ext uri="{FF2B5EF4-FFF2-40B4-BE49-F238E27FC236}">
                <a16:creationId xmlns:a16="http://schemas.microsoft.com/office/drawing/2014/main" id="{15128C30-57B7-482A-85CB-3E955A096481}"/>
              </a:ext>
            </a:extLst>
          </p:cNvPr>
          <p:cNvSpPr>
            <a:spLocks noGrp="1"/>
          </p:cNvSpPr>
          <p:nvPr>
            <p:ph type="dt" sz="half" idx="10"/>
          </p:nvPr>
        </p:nvSpPr>
        <p:spPr/>
        <p:txBody>
          <a:bodyPr/>
          <a:lstStyle/>
          <a:p>
            <a:fld id="{3EAF91B0-AF43-46A6-92A0-842F3ACF85D2}" type="datetimeFigureOut">
              <a:rPr lang="en-ID" smtClean="0"/>
              <a:t>03/02/2023</a:t>
            </a:fld>
            <a:endParaRPr lang="en-ID"/>
          </a:p>
        </p:txBody>
      </p:sp>
      <p:sp>
        <p:nvSpPr>
          <p:cNvPr id="5" name="Footer Placeholder 4">
            <a:extLst>
              <a:ext uri="{FF2B5EF4-FFF2-40B4-BE49-F238E27FC236}">
                <a16:creationId xmlns:a16="http://schemas.microsoft.com/office/drawing/2014/main" id="{885D639E-87D7-4AD7-B7A5-613E0D7EDB20}"/>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54C002BC-66FD-4FD9-83BD-2A7750B8D945}"/>
              </a:ext>
            </a:extLst>
          </p:cNvPr>
          <p:cNvSpPr>
            <a:spLocks noGrp="1"/>
          </p:cNvSpPr>
          <p:nvPr>
            <p:ph type="sldNum" sz="quarter" idx="12"/>
          </p:nvPr>
        </p:nvSpPr>
        <p:spPr/>
        <p:txBody>
          <a:bodyPr/>
          <a:lstStyle/>
          <a:p>
            <a:fld id="{600F284E-1927-4BED-A96B-ED3F62A66491}" type="slidenum">
              <a:rPr lang="en-ID" smtClean="0"/>
              <a:t>‹#›</a:t>
            </a:fld>
            <a:endParaRPr lang="en-ID"/>
          </a:p>
        </p:txBody>
      </p:sp>
    </p:spTree>
    <p:extLst>
      <p:ext uri="{BB962C8B-B14F-4D97-AF65-F5344CB8AC3E}">
        <p14:creationId xmlns:p14="http://schemas.microsoft.com/office/powerpoint/2010/main" val="31538038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9DE22-8CE0-40CF-81F3-7588BF2E444B}"/>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F0E714B9-A143-4226-A399-183B70F8EB5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4F21D3F9-3C02-46DD-B6F7-8C751EA68A93}"/>
              </a:ext>
            </a:extLst>
          </p:cNvPr>
          <p:cNvSpPr>
            <a:spLocks noGrp="1"/>
          </p:cNvSpPr>
          <p:nvPr>
            <p:ph type="dt" sz="half" idx="10"/>
          </p:nvPr>
        </p:nvSpPr>
        <p:spPr/>
        <p:txBody>
          <a:bodyPr/>
          <a:lstStyle/>
          <a:p>
            <a:fld id="{3EAF91B0-AF43-46A6-92A0-842F3ACF85D2}" type="datetimeFigureOut">
              <a:rPr lang="en-ID" smtClean="0"/>
              <a:t>03/02/2023</a:t>
            </a:fld>
            <a:endParaRPr lang="en-ID"/>
          </a:p>
        </p:txBody>
      </p:sp>
      <p:sp>
        <p:nvSpPr>
          <p:cNvPr id="5" name="Footer Placeholder 4">
            <a:extLst>
              <a:ext uri="{FF2B5EF4-FFF2-40B4-BE49-F238E27FC236}">
                <a16:creationId xmlns:a16="http://schemas.microsoft.com/office/drawing/2014/main" id="{1CBEBC3E-FF20-4FF4-995C-C8A3606E488E}"/>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35E6A3F0-651F-4B66-B5BE-EC735BDB68B2}"/>
              </a:ext>
            </a:extLst>
          </p:cNvPr>
          <p:cNvSpPr>
            <a:spLocks noGrp="1"/>
          </p:cNvSpPr>
          <p:nvPr>
            <p:ph type="sldNum" sz="quarter" idx="12"/>
          </p:nvPr>
        </p:nvSpPr>
        <p:spPr/>
        <p:txBody>
          <a:bodyPr/>
          <a:lstStyle/>
          <a:p>
            <a:fld id="{600F284E-1927-4BED-A96B-ED3F62A66491}" type="slidenum">
              <a:rPr lang="en-ID" smtClean="0"/>
              <a:t>‹#›</a:t>
            </a:fld>
            <a:endParaRPr lang="en-ID"/>
          </a:p>
        </p:txBody>
      </p:sp>
    </p:spTree>
    <p:extLst>
      <p:ext uri="{BB962C8B-B14F-4D97-AF65-F5344CB8AC3E}">
        <p14:creationId xmlns:p14="http://schemas.microsoft.com/office/powerpoint/2010/main" val="14569209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2A352-D1D8-4BCA-BFBB-7F772CB8CD9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D"/>
          </a:p>
        </p:txBody>
      </p:sp>
      <p:sp>
        <p:nvSpPr>
          <p:cNvPr id="3" name="Text Placeholder 2">
            <a:extLst>
              <a:ext uri="{FF2B5EF4-FFF2-40B4-BE49-F238E27FC236}">
                <a16:creationId xmlns:a16="http://schemas.microsoft.com/office/drawing/2014/main" id="{205F17AE-FB5B-4FD7-B851-323FFCDD8D0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B0E1D5A-0BF0-46DF-8BC1-C7EDAEAEE70C}"/>
              </a:ext>
            </a:extLst>
          </p:cNvPr>
          <p:cNvSpPr>
            <a:spLocks noGrp="1"/>
          </p:cNvSpPr>
          <p:nvPr>
            <p:ph type="dt" sz="half" idx="10"/>
          </p:nvPr>
        </p:nvSpPr>
        <p:spPr/>
        <p:txBody>
          <a:bodyPr/>
          <a:lstStyle/>
          <a:p>
            <a:fld id="{3EAF91B0-AF43-46A6-92A0-842F3ACF85D2}" type="datetimeFigureOut">
              <a:rPr lang="en-ID" smtClean="0"/>
              <a:t>03/02/2023</a:t>
            </a:fld>
            <a:endParaRPr lang="en-ID"/>
          </a:p>
        </p:txBody>
      </p:sp>
      <p:sp>
        <p:nvSpPr>
          <p:cNvPr id="5" name="Footer Placeholder 4">
            <a:extLst>
              <a:ext uri="{FF2B5EF4-FFF2-40B4-BE49-F238E27FC236}">
                <a16:creationId xmlns:a16="http://schemas.microsoft.com/office/drawing/2014/main" id="{6B7E131C-D9BE-4A6B-83AC-2A6BB03999C8}"/>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E4C22FF9-ED37-41E2-9E37-2E149E5EF51A}"/>
              </a:ext>
            </a:extLst>
          </p:cNvPr>
          <p:cNvSpPr>
            <a:spLocks noGrp="1"/>
          </p:cNvSpPr>
          <p:nvPr>
            <p:ph type="sldNum" sz="quarter" idx="12"/>
          </p:nvPr>
        </p:nvSpPr>
        <p:spPr/>
        <p:txBody>
          <a:bodyPr/>
          <a:lstStyle/>
          <a:p>
            <a:fld id="{600F284E-1927-4BED-A96B-ED3F62A66491}" type="slidenum">
              <a:rPr lang="en-ID" smtClean="0"/>
              <a:t>‹#›</a:t>
            </a:fld>
            <a:endParaRPr lang="en-ID"/>
          </a:p>
        </p:txBody>
      </p:sp>
    </p:spTree>
    <p:extLst>
      <p:ext uri="{BB962C8B-B14F-4D97-AF65-F5344CB8AC3E}">
        <p14:creationId xmlns:p14="http://schemas.microsoft.com/office/powerpoint/2010/main" val="11685389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732E8-36B4-45C2-A19E-8FA5EC5F51C8}"/>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0BBEF204-FAD6-4661-A2AE-8ADC9A926F5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Content Placeholder 3">
            <a:extLst>
              <a:ext uri="{FF2B5EF4-FFF2-40B4-BE49-F238E27FC236}">
                <a16:creationId xmlns:a16="http://schemas.microsoft.com/office/drawing/2014/main" id="{B01CAC53-53AD-4CB4-BE55-31D72BB78CC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Date Placeholder 4">
            <a:extLst>
              <a:ext uri="{FF2B5EF4-FFF2-40B4-BE49-F238E27FC236}">
                <a16:creationId xmlns:a16="http://schemas.microsoft.com/office/drawing/2014/main" id="{3E1EFFFA-E841-4949-8A0B-D11349E61BC0}"/>
              </a:ext>
            </a:extLst>
          </p:cNvPr>
          <p:cNvSpPr>
            <a:spLocks noGrp="1"/>
          </p:cNvSpPr>
          <p:nvPr>
            <p:ph type="dt" sz="half" idx="10"/>
          </p:nvPr>
        </p:nvSpPr>
        <p:spPr/>
        <p:txBody>
          <a:bodyPr/>
          <a:lstStyle/>
          <a:p>
            <a:fld id="{3EAF91B0-AF43-46A6-92A0-842F3ACF85D2}" type="datetimeFigureOut">
              <a:rPr lang="en-ID" smtClean="0"/>
              <a:t>03/02/2023</a:t>
            </a:fld>
            <a:endParaRPr lang="en-ID"/>
          </a:p>
        </p:txBody>
      </p:sp>
      <p:sp>
        <p:nvSpPr>
          <p:cNvPr id="6" name="Footer Placeholder 5">
            <a:extLst>
              <a:ext uri="{FF2B5EF4-FFF2-40B4-BE49-F238E27FC236}">
                <a16:creationId xmlns:a16="http://schemas.microsoft.com/office/drawing/2014/main" id="{6847A413-050E-4959-99FE-A184BA2F8A14}"/>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50B8EEA9-A3CC-4CB4-AAA1-C6A740E4CBA4}"/>
              </a:ext>
            </a:extLst>
          </p:cNvPr>
          <p:cNvSpPr>
            <a:spLocks noGrp="1"/>
          </p:cNvSpPr>
          <p:nvPr>
            <p:ph type="sldNum" sz="quarter" idx="12"/>
          </p:nvPr>
        </p:nvSpPr>
        <p:spPr/>
        <p:txBody>
          <a:bodyPr/>
          <a:lstStyle/>
          <a:p>
            <a:fld id="{600F284E-1927-4BED-A96B-ED3F62A66491}" type="slidenum">
              <a:rPr lang="en-ID" smtClean="0"/>
              <a:t>‹#›</a:t>
            </a:fld>
            <a:endParaRPr lang="en-ID"/>
          </a:p>
        </p:txBody>
      </p:sp>
    </p:spTree>
    <p:extLst>
      <p:ext uri="{BB962C8B-B14F-4D97-AF65-F5344CB8AC3E}">
        <p14:creationId xmlns:p14="http://schemas.microsoft.com/office/powerpoint/2010/main" val="1548039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F5E7C-D103-46A8-ACF2-12F7A898B12F}"/>
              </a:ext>
            </a:extLst>
          </p:cNvPr>
          <p:cNvSpPr>
            <a:spLocks noGrp="1"/>
          </p:cNvSpPr>
          <p:nvPr>
            <p:ph type="title"/>
          </p:nvPr>
        </p:nvSpPr>
        <p:spPr>
          <a:xfrm>
            <a:off x="839788" y="365125"/>
            <a:ext cx="10515600" cy="1325563"/>
          </a:xfrm>
        </p:spPr>
        <p:txBody>
          <a:bodyPr/>
          <a:lstStyle/>
          <a:p>
            <a:r>
              <a:rPr lang="en-US"/>
              <a:t>Click to edit Master title style</a:t>
            </a:r>
            <a:endParaRPr lang="en-ID"/>
          </a:p>
        </p:txBody>
      </p:sp>
      <p:sp>
        <p:nvSpPr>
          <p:cNvPr id="3" name="Text Placeholder 2">
            <a:extLst>
              <a:ext uri="{FF2B5EF4-FFF2-40B4-BE49-F238E27FC236}">
                <a16:creationId xmlns:a16="http://schemas.microsoft.com/office/drawing/2014/main" id="{B395DD30-1D24-4D21-9723-798FC95941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8DBED1E-B6F1-4EE4-A0AF-17C9B18B954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Text Placeholder 4">
            <a:extLst>
              <a:ext uri="{FF2B5EF4-FFF2-40B4-BE49-F238E27FC236}">
                <a16:creationId xmlns:a16="http://schemas.microsoft.com/office/drawing/2014/main" id="{DFA7523F-CCAB-4616-B3BD-3BAC5BC71F0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3908D60-EA69-47DB-957A-97C20962F2A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7" name="Date Placeholder 6">
            <a:extLst>
              <a:ext uri="{FF2B5EF4-FFF2-40B4-BE49-F238E27FC236}">
                <a16:creationId xmlns:a16="http://schemas.microsoft.com/office/drawing/2014/main" id="{496305FB-0852-4B1B-B0E9-20215C131DD8}"/>
              </a:ext>
            </a:extLst>
          </p:cNvPr>
          <p:cNvSpPr>
            <a:spLocks noGrp="1"/>
          </p:cNvSpPr>
          <p:nvPr>
            <p:ph type="dt" sz="half" idx="10"/>
          </p:nvPr>
        </p:nvSpPr>
        <p:spPr/>
        <p:txBody>
          <a:bodyPr/>
          <a:lstStyle/>
          <a:p>
            <a:fld id="{3EAF91B0-AF43-46A6-92A0-842F3ACF85D2}" type="datetimeFigureOut">
              <a:rPr lang="en-ID" smtClean="0"/>
              <a:t>03/02/2023</a:t>
            </a:fld>
            <a:endParaRPr lang="en-ID"/>
          </a:p>
        </p:txBody>
      </p:sp>
      <p:sp>
        <p:nvSpPr>
          <p:cNvPr id="8" name="Footer Placeholder 7">
            <a:extLst>
              <a:ext uri="{FF2B5EF4-FFF2-40B4-BE49-F238E27FC236}">
                <a16:creationId xmlns:a16="http://schemas.microsoft.com/office/drawing/2014/main" id="{06C1928B-09C4-421F-A4A9-9BF9A136CCFB}"/>
              </a:ext>
            </a:extLst>
          </p:cNvPr>
          <p:cNvSpPr>
            <a:spLocks noGrp="1"/>
          </p:cNvSpPr>
          <p:nvPr>
            <p:ph type="ftr" sz="quarter" idx="11"/>
          </p:nvPr>
        </p:nvSpPr>
        <p:spPr/>
        <p:txBody>
          <a:bodyPr/>
          <a:lstStyle/>
          <a:p>
            <a:endParaRPr lang="en-ID"/>
          </a:p>
        </p:txBody>
      </p:sp>
      <p:sp>
        <p:nvSpPr>
          <p:cNvPr id="9" name="Slide Number Placeholder 8">
            <a:extLst>
              <a:ext uri="{FF2B5EF4-FFF2-40B4-BE49-F238E27FC236}">
                <a16:creationId xmlns:a16="http://schemas.microsoft.com/office/drawing/2014/main" id="{7A39A6C8-8509-4207-B0EA-301B9F81AF10}"/>
              </a:ext>
            </a:extLst>
          </p:cNvPr>
          <p:cNvSpPr>
            <a:spLocks noGrp="1"/>
          </p:cNvSpPr>
          <p:nvPr>
            <p:ph type="sldNum" sz="quarter" idx="12"/>
          </p:nvPr>
        </p:nvSpPr>
        <p:spPr/>
        <p:txBody>
          <a:bodyPr/>
          <a:lstStyle/>
          <a:p>
            <a:fld id="{600F284E-1927-4BED-A96B-ED3F62A66491}" type="slidenum">
              <a:rPr lang="en-ID" smtClean="0"/>
              <a:t>‹#›</a:t>
            </a:fld>
            <a:endParaRPr lang="en-ID"/>
          </a:p>
        </p:txBody>
      </p:sp>
    </p:spTree>
    <p:extLst>
      <p:ext uri="{BB962C8B-B14F-4D97-AF65-F5344CB8AC3E}">
        <p14:creationId xmlns:p14="http://schemas.microsoft.com/office/powerpoint/2010/main" val="37224634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E8C91-B742-4613-B780-14C986890FCF}"/>
              </a:ext>
            </a:extLst>
          </p:cNvPr>
          <p:cNvSpPr>
            <a:spLocks noGrp="1"/>
          </p:cNvSpPr>
          <p:nvPr>
            <p:ph type="title"/>
          </p:nvPr>
        </p:nvSpPr>
        <p:spPr/>
        <p:txBody>
          <a:bodyPr/>
          <a:lstStyle/>
          <a:p>
            <a:r>
              <a:rPr lang="en-US"/>
              <a:t>Click to edit Master title style</a:t>
            </a:r>
            <a:endParaRPr lang="en-ID"/>
          </a:p>
        </p:txBody>
      </p:sp>
      <p:sp>
        <p:nvSpPr>
          <p:cNvPr id="3" name="Date Placeholder 2">
            <a:extLst>
              <a:ext uri="{FF2B5EF4-FFF2-40B4-BE49-F238E27FC236}">
                <a16:creationId xmlns:a16="http://schemas.microsoft.com/office/drawing/2014/main" id="{F4A33F9B-6947-4134-B253-8655FB6DECEB}"/>
              </a:ext>
            </a:extLst>
          </p:cNvPr>
          <p:cNvSpPr>
            <a:spLocks noGrp="1"/>
          </p:cNvSpPr>
          <p:nvPr>
            <p:ph type="dt" sz="half" idx="10"/>
          </p:nvPr>
        </p:nvSpPr>
        <p:spPr/>
        <p:txBody>
          <a:bodyPr/>
          <a:lstStyle/>
          <a:p>
            <a:fld id="{3EAF91B0-AF43-46A6-92A0-842F3ACF85D2}" type="datetimeFigureOut">
              <a:rPr lang="en-ID" smtClean="0"/>
              <a:t>03/02/2023</a:t>
            </a:fld>
            <a:endParaRPr lang="en-ID"/>
          </a:p>
        </p:txBody>
      </p:sp>
      <p:sp>
        <p:nvSpPr>
          <p:cNvPr id="4" name="Footer Placeholder 3">
            <a:extLst>
              <a:ext uri="{FF2B5EF4-FFF2-40B4-BE49-F238E27FC236}">
                <a16:creationId xmlns:a16="http://schemas.microsoft.com/office/drawing/2014/main" id="{26F8413E-A982-4E56-A70A-F3CE50801C18}"/>
              </a:ext>
            </a:extLst>
          </p:cNvPr>
          <p:cNvSpPr>
            <a:spLocks noGrp="1"/>
          </p:cNvSpPr>
          <p:nvPr>
            <p:ph type="ftr" sz="quarter" idx="11"/>
          </p:nvPr>
        </p:nvSpPr>
        <p:spPr/>
        <p:txBody>
          <a:bodyPr/>
          <a:lstStyle/>
          <a:p>
            <a:endParaRPr lang="en-ID"/>
          </a:p>
        </p:txBody>
      </p:sp>
      <p:sp>
        <p:nvSpPr>
          <p:cNvPr id="5" name="Slide Number Placeholder 4">
            <a:extLst>
              <a:ext uri="{FF2B5EF4-FFF2-40B4-BE49-F238E27FC236}">
                <a16:creationId xmlns:a16="http://schemas.microsoft.com/office/drawing/2014/main" id="{48A4C2F1-2B31-4F68-8344-7860405C4C7C}"/>
              </a:ext>
            </a:extLst>
          </p:cNvPr>
          <p:cNvSpPr>
            <a:spLocks noGrp="1"/>
          </p:cNvSpPr>
          <p:nvPr>
            <p:ph type="sldNum" sz="quarter" idx="12"/>
          </p:nvPr>
        </p:nvSpPr>
        <p:spPr/>
        <p:txBody>
          <a:bodyPr/>
          <a:lstStyle/>
          <a:p>
            <a:fld id="{600F284E-1927-4BED-A96B-ED3F62A66491}" type="slidenum">
              <a:rPr lang="en-ID" smtClean="0"/>
              <a:t>‹#›</a:t>
            </a:fld>
            <a:endParaRPr lang="en-ID"/>
          </a:p>
        </p:txBody>
      </p:sp>
    </p:spTree>
    <p:extLst>
      <p:ext uri="{BB962C8B-B14F-4D97-AF65-F5344CB8AC3E}">
        <p14:creationId xmlns:p14="http://schemas.microsoft.com/office/powerpoint/2010/main" val="23920052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8464ABD-6691-4BA9-B353-9005D3B4763C}"/>
              </a:ext>
            </a:extLst>
          </p:cNvPr>
          <p:cNvSpPr>
            <a:spLocks noGrp="1"/>
          </p:cNvSpPr>
          <p:nvPr>
            <p:ph type="dt" sz="half" idx="10"/>
          </p:nvPr>
        </p:nvSpPr>
        <p:spPr/>
        <p:txBody>
          <a:bodyPr/>
          <a:lstStyle/>
          <a:p>
            <a:fld id="{3EAF91B0-AF43-46A6-92A0-842F3ACF85D2}" type="datetimeFigureOut">
              <a:rPr lang="en-ID" smtClean="0"/>
              <a:t>03/02/2023</a:t>
            </a:fld>
            <a:endParaRPr lang="en-ID"/>
          </a:p>
        </p:txBody>
      </p:sp>
      <p:sp>
        <p:nvSpPr>
          <p:cNvPr id="3" name="Footer Placeholder 2">
            <a:extLst>
              <a:ext uri="{FF2B5EF4-FFF2-40B4-BE49-F238E27FC236}">
                <a16:creationId xmlns:a16="http://schemas.microsoft.com/office/drawing/2014/main" id="{552D2936-9C59-40E9-978F-AD030CCADB7D}"/>
              </a:ext>
            </a:extLst>
          </p:cNvPr>
          <p:cNvSpPr>
            <a:spLocks noGrp="1"/>
          </p:cNvSpPr>
          <p:nvPr>
            <p:ph type="ftr" sz="quarter" idx="11"/>
          </p:nvPr>
        </p:nvSpPr>
        <p:spPr/>
        <p:txBody>
          <a:bodyPr/>
          <a:lstStyle/>
          <a:p>
            <a:endParaRPr lang="en-ID"/>
          </a:p>
        </p:txBody>
      </p:sp>
      <p:sp>
        <p:nvSpPr>
          <p:cNvPr id="4" name="Slide Number Placeholder 3">
            <a:extLst>
              <a:ext uri="{FF2B5EF4-FFF2-40B4-BE49-F238E27FC236}">
                <a16:creationId xmlns:a16="http://schemas.microsoft.com/office/drawing/2014/main" id="{A2BB4567-2EC1-4116-BFA8-24FD5598B3CA}"/>
              </a:ext>
            </a:extLst>
          </p:cNvPr>
          <p:cNvSpPr>
            <a:spLocks noGrp="1"/>
          </p:cNvSpPr>
          <p:nvPr>
            <p:ph type="sldNum" sz="quarter" idx="12"/>
          </p:nvPr>
        </p:nvSpPr>
        <p:spPr/>
        <p:txBody>
          <a:bodyPr/>
          <a:lstStyle/>
          <a:p>
            <a:fld id="{600F284E-1927-4BED-A96B-ED3F62A66491}" type="slidenum">
              <a:rPr lang="en-ID" smtClean="0"/>
              <a:t>‹#›</a:t>
            </a:fld>
            <a:endParaRPr lang="en-ID"/>
          </a:p>
        </p:txBody>
      </p:sp>
    </p:spTree>
    <p:extLst>
      <p:ext uri="{BB962C8B-B14F-4D97-AF65-F5344CB8AC3E}">
        <p14:creationId xmlns:p14="http://schemas.microsoft.com/office/powerpoint/2010/main" val="35702027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BD9FC-ACE7-417F-85E3-151932E4E3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Content Placeholder 2">
            <a:extLst>
              <a:ext uri="{FF2B5EF4-FFF2-40B4-BE49-F238E27FC236}">
                <a16:creationId xmlns:a16="http://schemas.microsoft.com/office/drawing/2014/main" id="{95A9789A-07F4-4957-BAA6-D8F7220B199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Text Placeholder 3">
            <a:extLst>
              <a:ext uri="{FF2B5EF4-FFF2-40B4-BE49-F238E27FC236}">
                <a16:creationId xmlns:a16="http://schemas.microsoft.com/office/drawing/2014/main" id="{EF25825D-E301-4005-9C38-2D2D03101F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41EFD3-CC4F-4E34-9CD2-BC0C9F499580}"/>
              </a:ext>
            </a:extLst>
          </p:cNvPr>
          <p:cNvSpPr>
            <a:spLocks noGrp="1"/>
          </p:cNvSpPr>
          <p:nvPr>
            <p:ph type="dt" sz="half" idx="10"/>
          </p:nvPr>
        </p:nvSpPr>
        <p:spPr/>
        <p:txBody>
          <a:bodyPr/>
          <a:lstStyle/>
          <a:p>
            <a:fld id="{3EAF91B0-AF43-46A6-92A0-842F3ACF85D2}" type="datetimeFigureOut">
              <a:rPr lang="en-ID" smtClean="0"/>
              <a:t>03/02/2023</a:t>
            </a:fld>
            <a:endParaRPr lang="en-ID"/>
          </a:p>
        </p:txBody>
      </p:sp>
      <p:sp>
        <p:nvSpPr>
          <p:cNvPr id="6" name="Footer Placeholder 5">
            <a:extLst>
              <a:ext uri="{FF2B5EF4-FFF2-40B4-BE49-F238E27FC236}">
                <a16:creationId xmlns:a16="http://schemas.microsoft.com/office/drawing/2014/main" id="{2D81C5C0-687B-476C-B2CC-BDD7B0704A2C}"/>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41B759AD-D7F4-44F3-8609-428ECAC45482}"/>
              </a:ext>
            </a:extLst>
          </p:cNvPr>
          <p:cNvSpPr>
            <a:spLocks noGrp="1"/>
          </p:cNvSpPr>
          <p:nvPr>
            <p:ph type="sldNum" sz="quarter" idx="12"/>
          </p:nvPr>
        </p:nvSpPr>
        <p:spPr/>
        <p:txBody>
          <a:bodyPr/>
          <a:lstStyle/>
          <a:p>
            <a:fld id="{600F284E-1927-4BED-A96B-ED3F62A66491}" type="slidenum">
              <a:rPr lang="en-ID" smtClean="0"/>
              <a:t>‹#›</a:t>
            </a:fld>
            <a:endParaRPr lang="en-ID"/>
          </a:p>
        </p:txBody>
      </p:sp>
    </p:spTree>
    <p:extLst>
      <p:ext uri="{BB962C8B-B14F-4D97-AF65-F5344CB8AC3E}">
        <p14:creationId xmlns:p14="http://schemas.microsoft.com/office/powerpoint/2010/main" val="29585108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FEC51-9C75-4F5A-B737-3C9F548C09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Picture Placeholder 2">
            <a:extLst>
              <a:ext uri="{FF2B5EF4-FFF2-40B4-BE49-F238E27FC236}">
                <a16:creationId xmlns:a16="http://schemas.microsoft.com/office/drawing/2014/main" id="{7D2F2245-1B7F-4300-B9CE-92325F1106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D"/>
          </a:p>
        </p:txBody>
      </p:sp>
      <p:sp>
        <p:nvSpPr>
          <p:cNvPr id="4" name="Text Placeholder 3">
            <a:extLst>
              <a:ext uri="{FF2B5EF4-FFF2-40B4-BE49-F238E27FC236}">
                <a16:creationId xmlns:a16="http://schemas.microsoft.com/office/drawing/2014/main" id="{954CD980-A148-42C3-ACB8-F982C0A297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29E6CA-7AB1-44BE-81C4-C44465932196}"/>
              </a:ext>
            </a:extLst>
          </p:cNvPr>
          <p:cNvSpPr>
            <a:spLocks noGrp="1"/>
          </p:cNvSpPr>
          <p:nvPr>
            <p:ph type="dt" sz="half" idx="10"/>
          </p:nvPr>
        </p:nvSpPr>
        <p:spPr/>
        <p:txBody>
          <a:bodyPr/>
          <a:lstStyle/>
          <a:p>
            <a:fld id="{3EAF91B0-AF43-46A6-92A0-842F3ACF85D2}" type="datetimeFigureOut">
              <a:rPr lang="en-ID" smtClean="0"/>
              <a:t>03/02/2023</a:t>
            </a:fld>
            <a:endParaRPr lang="en-ID"/>
          </a:p>
        </p:txBody>
      </p:sp>
      <p:sp>
        <p:nvSpPr>
          <p:cNvPr id="6" name="Footer Placeholder 5">
            <a:extLst>
              <a:ext uri="{FF2B5EF4-FFF2-40B4-BE49-F238E27FC236}">
                <a16:creationId xmlns:a16="http://schemas.microsoft.com/office/drawing/2014/main" id="{19864951-2AD9-4D4B-82D4-FC5FD59F617B}"/>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AF542C80-9144-4EBE-8613-79AE4849C370}"/>
              </a:ext>
            </a:extLst>
          </p:cNvPr>
          <p:cNvSpPr>
            <a:spLocks noGrp="1"/>
          </p:cNvSpPr>
          <p:nvPr>
            <p:ph type="sldNum" sz="quarter" idx="12"/>
          </p:nvPr>
        </p:nvSpPr>
        <p:spPr/>
        <p:txBody>
          <a:bodyPr/>
          <a:lstStyle/>
          <a:p>
            <a:fld id="{600F284E-1927-4BED-A96B-ED3F62A66491}" type="slidenum">
              <a:rPr lang="en-ID" smtClean="0"/>
              <a:t>‹#›</a:t>
            </a:fld>
            <a:endParaRPr lang="en-ID"/>
          </a:p>
        </p:txBody>
      </p:sp>
    </p:spTree>
    <p:extLst>
      <p:ext uri="{BB962C8B-B14F-4D97-AF65-F5344CB8AC3E}">
        <p14:creationId xmlns:p14="http://schemas.microsoft.com/office/powerpoint/2010/main" val="41834672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2553C-B9FA-49D2-BE9D-4362E59369C8}"/>
              </a:ext>
            </a:extLst>
          </p:cNvPr>
          <p:cNvSpPr>
            <a:spLocks noGrp="1"/>
          </p:cNvSpPr>
          <p:nvPr>
            <p:ph type="title"/>
          </p:nvPr>
        </p:nvSpPr>
        <p:spPr/>
        <p:txBody>
          <a:bodyPr/>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BFA5918E-B8CA-424E-B42C-B81105D6BA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2E213D8C-641E-4BAE-B7AE-EB704838C213}"/>
              </a:ext>
            </a:extLst>
          </p:cNvPr>
          <p:cNvSpPr>
            <a:spLocks noGrp="1"/>
          </p:cNvSpPr>
          <p:nvPr>
            <p:ph type="dt" sz="half" idx="10"/>
          </p:nvPr>
        </p:nvSpPr>
        <p:spPr/>
        <p:txBody>
          <a:bodyPr/>
          <a:lstStyle/>
          <a:p>
            <a:fld id="{3EAF91B0-AF43-46A6-92A0-842F3ACF85D2}" type="datetimeFigureOut">
              <a:rPr lang="en-ID" smtClean="0"/>
              <a:t>03/02/2023</a:t>
            </a:fld>
            <a:endParaRPr lang="en-ID"/>
          </a:p>
        </p:txBody>
      </p:sp>
      <p:sp>
        <p:nvSpPr>
          <p:cNvPr id="5" name="Footer Placeholder 4">
            <a:extLst>
              <a:ext uri="{FF2B5EF4-FFF2-40B4-BE49-F238E27FC236}">
                <a16:creationId xmlns:a16="http://schemas.microsoft.com/office/drawing/2014/main" id="{96A8B841-CDBE-42AF-AABE-CE3F5B16723E}"/>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6A0478DC-49C2-41B0-B9F5-BEA1DEBF9950}"/>
              </a:ext>
            </a:extLst>
          </p:cNvPr>
          <p:cNvSpPr>
            <a:spLocks noGrp="1"/>
          </p:cNvSpPr>
          <p:nvPr>
            <p:ph type="sldNum" sz="quarter" idx="12"/>
          </p:nvPr>
        </p:nvSpPr>
        <p:spPr/>
        <p:txBody>
          <a:bodyPr/>
          <a:lstStyle/>
          <a:p>
            <a:fld id="{600F284E-1927-4BED-A96B-ED3F62A66491}" type="slidenum">
              <a:rPr lang="en-ID" smtClean="0"/>
              <a:t>‹#›</a:t>
            </a:fld>
            <a:endParaRPr lang="en-ID"/>
          </a:p>
        </p:txBody>
      </p:sp>
    </p:spTree>
    <p:extLst>
      <p:ext uri="{BB962C8B-B14F-4D97-AF65-F5344CB8AC3E}">
        <p14:creationId xmlns:p14="http://schemas.microsoft.com/office/powerpoint/2010/main" val="35690612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A92DA5-7543-4D56-82FD-A4ED215DC8F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BB8A3434-924C-4F40-A15A-A5FD0DDDD30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619E4299-D757-4DEA-978B-5A51E2154685}"/>
              </a:ext>
            </a:extLst>
          </p:cNvPr>
          <p:cNvSpPr>
            <a:spLocks noGrp="1"/>
          </p:cNvSpPr>
          <p:nvPr>
            <p:ph type="dt" sz="half" idx="10"/>
          </p:nvPr>
        </p:nvSpPr>
        <p:spPr/>
        <p:txBody>
          <a:bodyPr/>
          <a:lstStyle/>
          <a:p>
            <a:fld id="{3EAF91B0-AF43-46A6-92A0-842F3ACF85D2}" type="datetimeFigureOut">
              <a:rPr lang="en-ID" smtClean="0"/>
              <a:t>03/02/2023</a:t>
            </a:fld>
            <a:endParaRPr lang="en-ID"/>
          </a:p>
        </p:txBody>
      </p:sp>
      <p:sp>
        <p:nvSpPr>
          <p:cNvPr id="5" name="Footer Placeholder 4">
            <a:extLst>
              <a:ext uri="{FF2B5EF4-FFF2-40B4-BE49-F238E27FC236}">
                <a16:creationId xmlns:a16="http://schemas.microsoft.com/office/drawing/2014/main" id="{17E67D1D-E8C8-43C2-96B7-A770406BC7A0}"/>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DE585C6E-BDC0-4825-8630-AEDFB2AD1D20}"/>
              </a:ext>
            </a:extLst>
          </p:cNvPr>
          <p:cNvSpPr>
            <a:spLocks noGrp="1"/>
          </p:cNvSpPr>
          <p:nvPr>
            <p:ph type="sldNum" sz="quarter" idx="12"/>
          </p:nvPr>
        </p:nvSpPr>
        <p:spPr/>
        <p:txBody>
          <a:bodyPr/>
          <a:lstStyle/>
          <a:p>
            <a:fld id="{600F284E-1927-4BED-A96B-ED3F62A66491}" type="slidenum">
              <a:rPr lang="en-ID" smtClean="0"/>
              <a:t>‹#›</a:t>
            </a:fld>
            <a:endParaRPr lang="en-ID"/>
          </a:p>
        </p:txBody>
      </p:sp>
    </p:spTree>
    <p:extLst>
      <p:ext uri="{BB962C8B-B14F-4D97-AF65-F5344CB8AC3E}">
        <p14:creationId xmlns:p14="http://schemas.microsoft.com/office/powerpoint/2010/main" val="7120533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FF5F45-7ACE-48CD-B398-84DDD1FF73A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D"/>
          </a:p>
        </p:txBody>
      </p:sp>
      <p:sp>
        <p:nvSpPr>
          <p:cNvPr id="3" name="Text Placeholder 2">
            <a:extLst>
              <a:ext uri="{FF2B5EF4-FFF2-40B4-BE49-F238E27FC236}">
                <a16:creationId xmlns:a16="http://schemas.microsoft.com/office/drawing/2014/main" id="{B7CA259D-6B51-41D9-A376-228489106EA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4EDBD1F1-413E-445E-A3EB-F2622775AE1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AF91B0-AF43-46A6-92A0-842F3ACF85D2}" type="datetimeFigureOut">
              <a:rPr lang="en-ID" smtClean="0"/>
              <a:t>03/02/2023</a:t>
            </a:fld>
            <a:endParaRPr lang="en-ID"/>
          </a:p>
        </p:txBody>
      </p:sp>
      <p:sp>
        <p:nvSpPr>
          <p:cNvPr id="5" name="Footer Placeholder 4">
            <a:extLst>
              <a:ext uri="{FF2B5EF4-FFF2-40B4-BE49-F238E27FC236}">
                <a16:creationId xmlns:a16="http://schemas.microsoft.com/office/drawing/2014/main" id="{7CFC08A4-5930-4241-968A-D26A746D30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D"/>
          </a:p>
        </p:txBody>
      </p:sp>
      <p:sp>
        <p:nvSpPr>
          <p:cNvPr id="6" name="Slide Number Placeholder 5">
            <a:extLst>
              <a:ext uri="{FF2B5EF4-FFF2-40B4-BE49-F238E27FC236}">
                <a16:creationId xmlns:a16="http://schemas.microsoft.com/office/drawing/2014/main" id="{867896B5-5AE4-4078-B13B-1EDB08D906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00F284E-1927-4BED-A96B-ED3F62A66491}" type="slidenum">
              <a:rPr lang="en-ID" smtClean="0"/>
              <a:t>‹#›</a:t>
            </a:fld>
            <a:endParaRPr lang="en-ID"/>
          </a:p>
        </p:txBody>
      </p:sp>
    </p:spTree>
    <p:extLst>
      <p:ext uri="{BB962C8B-B14F-4D97-AF65-F5344CB8AC3E}">
        <p14:creationId xmlns:p14="http://schemas.microsoft.com/office/powerpoint/2010/main" val="668664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6.svg"/></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8CA9FF4-42BB-447B-B77D-254BC0EF0F4E}"/>
              </a:ext>
            </a:extLst>
          </p:cNvPr>
          <p:cNvSpPr/>
          <p:nvPr/>
        </p:nvSpPr>
        <p:spPr>
          <a:xfrm>
            <a:off x="0" y="6343049"/>
            <a:ext cx="12192000" cy="51495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20482" name="Picture 2" descr="Mengenal Big Data Analytic dan Big Data Services | TELKOMSIGMA">
            <a:extLst>
              <a:ext uri="{FF2B5EF4-FFF2-40B4-BE49-F238E27FC236}">
                <a16:creationId xmlns:a16="http://schemas.microsoft.com/office/drawing/2014/main" id="{0259B05C-C429-4034-AD40-8848CC57459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921"/>
          <a:stretch/>
        </p:blipFill>
        <p:spPr bwMode="auto">
          <a:xfrm>
            <a:off x="1219200" y="548640"/>
            <a:ext cx="9753600" cy="516154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52347412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8CA9FF4-42BB-447B-B77D-254BC0EF0F4E}"/>
              </a:ext>
            </a:extLst>
          </p:cNvPr>
          <p:cNvSpPr/>
          <p:nvPr/>
        </p:nvSpPr>
        <p:spPr>
          <a:xfrm>
            <a:off x="0" y="6343049"/>
            <a:ext cx="12192000" cy="51495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 name="TextBox 4">
            <a:extLst>
              <a:ext uri="{FF2B5EF4-FFF2-40B4-BE49-F238E27FC236}">
                <a16:creationId xmlns:a16="http://schemas.microsoft.com/office/drawing/2014/main" id="{47FAFC6A-445D-4C99-B1CC-3B93878EED8A}"/>
              </a:ext>
            </a:extLst>
          </p:cNvPr>
          <p:cNvSpPr txBox="1"/>
          <p:nvPr/>
        </p:nvSpPr>
        <p:spPr>
          <a:xfrm>
            <a:off x="3215243" y="2721114"/>
            <a:ext cx="5761514" cy="707886"/>
          </a:xfrm>
          <a:prstGeom prst="rect">
            <a:avLst/>
          </a:prstGeom>
          <a:noFill/>
        </p:spPr>
        <p:txBody>
          <a:bodyPr wrap="none" rtlCol="0">
            <a:spAutoFit/>
          </a:bodyPr>
          <a:lstStyle/>
          <a:p>
            <a:r>
              <a:rPr lang="en-US" sz="4000" b="1" spc="600" dirty="0">
                <a:latin typeface="Poppins Medium" panose="00000600000000000000" pitchFamily="2" charset="0"/>
                <a:cs typeface="Poppins Medium" panose="00000600000000000000" pitchFamily="2" charset="0"/>
              </a:rPr>
              <a:t>DATABASE NOSQL</a:t>
            </a:r>
            <a:endParaRPr lang="en-ID" sz="4000" b="1" spc="600" dirty="0">
              <a:latin typeface="Poppins Medium" panose="00000600000000000000" pitchFamily="2" charset="0"/>
              <a:cs typeface="Poppins Medium" panose="00000600000000000000" pitchFamily="2" charset="0"/>
            </a:endParaRPr>
          </a:p>
        </p:txBody>
      </p:sp>
      <p:pic>
        <p:nvPicPr>
          <p:cNvPr id="3" name="Picture 2">
            <a:extLst>
              <a:ext uri="{FF2B5EF4-FFF2-40B4-BE49-F238E27FC236}">
                <a16:creationId xmlns:a16="http://schemas.microsoft.com/office/drawing/2014/main" id="{074DF205-83EC-4745-89BD-5984C2D609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078" y="320721"/>
            <a:ext cx="1752102" cy="462555"/>
          </a:xfrm>
          <a:prstGeom prst="rect">
            <a:avLst/>
          </a:prstGeom>
        </p:spPr>
      </p:pic>
    </p:spTree>
    <p:extLst>
      <p:ext uri="{BB962C8B-B14F-4D97-AF65-F5344CB8AC3E}">
        <p14:creationId xmlns:p14="http://schemas.microsoft.com/office/powerpoint/2010/main" val="3894085542"/>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8CA9FF4-42BB-447B-B77D-254BC0EF0F4E}"/>
              </a:ext>
            </a:extLst>
          </p:cNvPr>
          <p:cNvSpPr/>
          <p:nvPr/>
        </p:nvSpPr>
        <p:spPr>
          <a:xfrm>
            <a:off x="0" y="6343049"/>
            <a:ext cx="12192000" cy="51495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 name="TextBox 4">
            <a:extLst>
              <a:ext uri="{FF2B5EF4-FFF2-40B4-BE49-F238E27FC236}">
                <a16:creationId xmlns:a16="http://schemas.microsoft.com/office/drawing/2014/main" id="{47FAFC6A-445D-4C99-B1CC-3B93878EED8A}"/>
              </a:ext>
            </a:extLst>
          </p:cNvPr>
          <p:cNvSpPr txBox="1"/>
          <p:nvPr/>
        </p:nvSpPr>
        <p:spPr>
          <a:xfrm>
            <a:off x="1973180" y="837739"/>
            <a:ext cx="8245719" cy="2269083"/>
          </a:xfrm>
          <a:prstGeom prst="rect">
            <a:avLst/>
          </a:prstGeom>
          <a:noFill/>
        </p:spPr>
        <p:txBody>
          <a:bodyPr wrap="square" rtlCol="0">
            <a:spAutoFit/>
          </a:bodyPr>
          <a:lstStyle/>
          <a:p>
            <a:pPr>
              <a:lnSpc>
                <a:spcPct val="150000"/>
              </a:lnSpc>
            </a:pPr>
            <a:r>
              <a:rPr lang="en-US" sz="2400" b="1" spc="600" dirty="0" err="1">
                <a:latin typeface="Poppins Medium" panose="00000600000000000000" pitchFamily="2" charset="0"/>
                <a:cs typeface="Poppins Medium" panose="00000600000000000000" pitchFamily="2" charset="0"/>
              </a:rPr>
              <a:t>Penilaian</a:t>
            </a:r>
            <a:r>
              <a:rPr lang="en-US" sz="2400" b="1" spc="600" dirty="0">
                <a:latin typeface="Poppins Medium" panose="00000600000000000000" pitchFamily="2" charset="0"/>
                <a:cs typeface="Poppins Medium" panose="00000600000000000000" pitchFamily="2" charset="0"/>
              </a:rPr>
              <a:t> Utama</a:t>
            </a:r>
          </a:p>
          <a:p>
            <a:pPr marL="342900" indent="-342900">
              <a:lnSpc>
                <a:spcPct val="150000"/>
              </a:lnSpc>
              <a:buFont typeface="Wingdings" panose="05000000000000000000" pitchFamily="2" charset="2"/>
              <a:buChar char="§"/>
            </a:pPr>
            <a:r>
              <a:rPr lang="en-US" spc="600" dirty="0">
                <a:latin typeface="Poppins Medium" panose="00000600000000000000" pitchFamily="2" charset="0"/>
                <a:cs typeface="Poppins Medium" panose="00000600000000000000" pitchFamily="2" charset="0"/>
              </a:rPr>
              <a:t>Tidak </a:t>
            </a:r>
            <a:r>
              <a:rPr lang="en-US" spc="600" dirty="0" err="1">
                <a:latin typeface="Poppins Medium" panose="00000600000000000000" pitchFamily="2" charset="0"/>
                <a:cs typeface="Poppins Medium" panose="00000600000000000000" pitchFamily="2" charset="0"/>
              </a:rPr>
              <a:t>terdapat</a:t>
            </a:r>
            <a:r>
              <a:rPr lang="en-US" spc="600" dirty="0">
                <a:latin typeface="Poppins Medium" panose="00000600000000000000" pitchFamily="2" charset="0"/>
                <a:cs typeface="Poppins Medium" panose="00000600000000000000" pitchFamily="2" charset="0"/>
              </a:rPr>
              <a:t> </a:t>
            </a:r>
            <a:r>
              <a:rPr lang="en-US" spc="600" dirty="0" err="1">
                <a:latin typeface="Poppins Medium" panose="00000600000000000000" pitchFamily="2" charset="0"/>
                <a:cs typeface="Poppins Medium" panose="00000600000000000000" pitchFamily="2" charset="0"/>
              </a:rPr>
              <a:t>plagiasi</a:t>
            </a:r>
            <a:r>
              <a:rPr lang="en-US" spc="600" dirty="0">
                <a:latin typeface="Poppins Medium" panose="00000600000000000000" pitchFamily="2" charset="0"/>
                <a:cs typeface="Poppins Medium" panose="00000600000000000000" pitchFamily="2" charset="0"/>
              </a:rPr>
              <a:t> </a:t>
            </a:r>
            <a:r>
              <a:rPr lang="en-US" spc="600" dirty="0" err="1">
                <a:latin typeface="Poppins Medium" panose="00000600000000000000" pitchFamily="2" charset="0"/>
                <a:cs typeface="Poppins Medium" panose="00000600000000000000" pitchFamily="2" charset="0"/>
              </a:rPr>
              <a:t>isi</a:t>
            </a:r>
            <a:r>
              <a:rPr lang="en-US" spc="600" dirty="0">
                <a:latin typeface="Poppins Medium" panose="00000600000000000000" pitchFamily="2" charset="0"/>
                <a:cs typeface="Poppins Medium" panose="00000600000000000000" pitchFamily="2" charset="0"/>
              </a:rPr>
              <a:t> </a:t>
            </a:r>
            <a:r>
              <a:rPr lang="en-US" spc="600" dirty="0" err="1">
                <a:latin typeface="Poppins Medium" panose="00000600000000000000" pitchFamily="2" charset="0"/>
                <a:cs typeface="Poppins Medium" panose="00000600000000000000" pitchFamily="2" charset="0"/>
              </a:rPr>
              <a:t>konten</a:t>
            </a:r>
            <a:endParaRPr lang="en-US" spc="600" dirty="0">
              <a:latin typeface="Poppins Medium" panose="00000600000000000000" pitchFamily="2" charset="0"/>
              <a:cs typeface="Poppins Medium" panose="00000600000000000000" pitchFamily="2" charset="0"/>
            </a:endParaRPr>
          </a:p>
          <a:p>
            <a:pPr marL="342900" indent="-342900">
              <a:lnSpc>
                <a:spcPct val="150000"/>
              </a:lnSpc>
              <a:buFont typeface="Wingdings" panose="05000000000000000000" pitchFamily="2" charset="2"/>
              <a:buChar char="§"/>
            </a:pPr>
            <a:r>
              <a:rPr lang="en-US" spc="600" dirty="0">
                <a:latin typeface="Poppins Medium" panose="00000600000000000000" pitchFamily="2" charset="0"/>
                <a:cs typeface="Poppins Medium" panose="00000600000000000000" pitchFamily="2" charset="0"/>
              </a:rPr>
              <a:t>Tidak </a:t>
            </a:r>
            <a:r>
              <a:rPr lang="en-US" spc="600" dirty="0" err="1">
                <a:latin typeface="Poppins Medium" panose="00000600000000000000" pitchFamily="2" charset="0"/>
                <a:cs typeface="Poppins Medium" panose="00000600000000000000" pitchFamily="2" charset="0"/>
              </a:rPr>
              <a:t>memuat</a:t>
            </a:r>
            <a:r>
              <a:rPr lang="en-US" spc="600" dirty="0">
                <a:latin typeface="Poppins Medium" panose="00000600000000000000" pitchFamily="2" charset="0"/>
                <a:cs typeface="Poppins Medium" panose="00000600000000000000" pitchFamily="2" charset="0"/>
              </a:rPr>
              <a:t> </a:t>
            </a:r>
            <a:r>
              <a:rPr lang="en-US" spc="600" dirty="0" err="1">
                <a:latin typeface="Poppins Medium" panose="00000600000000000000" pitchFamily="2" charset="0"/>
                <a:cs typeface="Poppins Medium" panose="00000600000000000000" pitchFamily="2" charset="0"/>
              </a:rPr>
              <a:t>terlalu</a:t>
            </a:r>
            <a:r>
              <a:rPr lang="en-US" spc="600" dirty="0">
                <a:latin typeface="Poppins Medium" panose="00000600000000000000" pitchFamily="2" charset="0"/>
                <a:cs typeface="Poppins Medium" panose="00000600000000000000" pitchFamily="2" charset="0"/>
              </a:rPr>
              <a:t> </a:t>
            </a:r>
            <a:r>
              <a:rPr lang="en-US" spc="600" dirty="0" err="1">
                <a:latin typeface="Poppins Medium" panose="00000600000000000000" pitchFamily="2" charset="0"/>
                <a:cs typeface="Poppins Medium" panose="00000600000000000000" pitchFamily="2" charset="0"/>
              </a:rPr>
              <a:t>banyak</a:t>
            </a:r>
            <a:r>
              <a:rPr lang="en-US" spc="600" dirty="0">
                <a:latin typeface="Poppins Medium" panose="00000600000000000000" pitchFamily="2" charset="0"/>
                <a:cs typeface="Poppins Medium" panose="00000600000000000000" pitchFamily="2" charset="0"/>
              </a:rPr>
              <a:t> </a:t>
            </a:r>
            <a:r>
              <a:rPr lang="en-US" spc="600" dirty="0" err="1">
                <a:latin typeface="Poppins Medium" panose="00000600000000000000" pitchFamily="2" charset="0"/>
                <a:cs typeface="Poppins Medium" panose="00000600000000000000" pitchFamily="2" charset="0"/>
              </a:rPr>
              <a:t>penjelasan</a:t>
            </a:r>
            <a:endParaRPr lang="en-US" spc="600" dirty="0">
              <a:latin typeface="Poppins Medium" panose="00000600000000000000" pitchFamily="2" charset="0"/>
              <a:cs typeface="Poppins Medium" panose="00000600000000000000" pitchFamily="2" charset="0"/>
            </a:endParaRPr>
          </a:p>
          <a:p>
            <a:pPr marL="342900" indent="-342900">
              <a:lnSpc>
                <a:spcPct val="150000"/>
              </a:lnSpc>
              <a:buFont typeface="Wingdings" panose="05000000000000000000" pitchFamily="2" charset="2"/>
              <a:buChar char="§"/>
            </a:pPr>
            <a:r>
              <a:rPr lang="en-US" spc="600" dirty="0" err="1">
                <a:latin typeface="Poppins Medium" panose="00000600000000000000" pitchFamily="2" charset="0"/>
                <a:cs typeface="Poppins Medium" panose="00000600000000000000" pitchFamily="2" charset="0"/>
              </a:rPr>
              <a:t>Memiliki</a:t>
            </a:r>
            <a:r>
              <a:rPr lang="en-US" spc="600" dirty="0">
                <a:latin typeface="Poppins Medium" panose="00000600000000000000" pitchFamily="2" charset="0"/>
                <a:cs typeface="Poppins Medium" panose="00000600000000000000" pitchFamily="2" charset="0"/>
              </a:rPr>
              <a:t> </a:t>
            </a:r>
            <a:r>
              <a:rPr lang="en-US" spc="600" dirty="0" err="1">
                <a:latin typeface="Poppins Medium" panose="00000600000000000000" pitchFamily="2" charset="0"/>
                <a:cs typeface="Poppins Medium" panose="00000600000000000000" pitchFamily="2" charset="0"/>
              </a:rPr>
              <a:t>desain</a:t>
            </a:r>
            <a:r>
              <a:rPr lang="en-US" spc="600" dirty="0">
                <a:latin typeface="Poppins Medium" panose="00000600000000000000" pitchFamily="2" charset="0"/>
                <a:cs typeface="Poppins Medium" panose="00000600000000000000" pitchFamily="2" charset="0"/>
              </a:rPr>
              <a:t> </a:t>
            </a:r>
            <a:r>
              <a:rPr lang="en-US" spc="600" dirty="0" err="1">
                <a:latin typeface="Poppins Medium" panose="00000600000000000000" pitchFamily="2" charset="0"/>
                <a:cs typeface="Poppins Medium" panose="00000600000000000000" pitchFamily="2" charset="0"/>
              </a:rPr>
              <a:t>menarik</a:t>
            </a:r>
            <a:r>
              <a:rPr lang="en-US" spc="600" dirty="0">
                <a:latin typeface="Poppins Medium" panose="00000600000000000000" pitchFamily="2" charset="0"/>
                <a:cs typeface="Poppins Medium" panose="00000600000000000000" pitchFamily="2" charset="0"/>
              </a:rPr>
              <a:t> dan simple</a:t>
            </a:r>
          </a:p>
          <a:p>
            <a:pPr marL="342900" indent="-342900">
              <a:lnSpc>
                <a:spcPct val="150000"/>
              </a:lnSpc>
              <a:buFont typeface="Wingdings" panose="05000000000000000000" pitchFamily="2" charset="2"/>
              <a:buChar char="§"/>
            </a:pPr>
            <a:r>
              <a:rPr lang="en-US" spc="600" dirty="0" err="1">
                <a:latin typeface="Poppins Medium" panose="00000600000000000000" pitchFamily="2" charset="0"/>
                <a:cs typeface="Poppins Medium" panose="00000600000000000000" pitchFamily="2" charset="0"/>
              </a:rPr>
              <a:t>Kecepatan</a:t>
            </a:r>
            <a:r>
              <a:rPr lang="en-US" spc="600" dirty="0">
                <a:latin typeface="Poppins Medium" panose="00000600000000000000" pitchFamily="2" charset="0"/>
                <a:cs typeface="Poppins Medium" panose="00000600000000000000" pitchFamily="2" charset="0"/>
              </a:rPr>
              <a:t> </a:t>
            </a:r>
            <a:r>
              <a:rPr lang="en-US" spc="600" dirty="0" err="1">
                <a:latin typeface="Poppins Medium" panose="00000600000000000000" pitchFamily="2" charset="0"/>
                <a:cs typeface="Poppins Medium" panose="00000600000000000000" pitchFamily="2" charset="0"/>
              </a:rPr>
              <a:t>waktu</a:t>
            </a:r>
            <a:r>
              <a:rPr lang="en-US" spc="600" dirty="0">
                <a:latin typeface="Poppins Medium" panose="00000600000000000000" pitchFamily="2" charset="0"/>
                <a:cs typeface="Poppins Medium" panose="00000600000000000000" pitchFamily="2" charset="0"/>
              </a:rPr>
              <a:t> </a:t>
            </a:r>
            <a:r>
              <a:rPr lang="en-US" spc="600" dirty="0" err="1">
                <a:latin typeface="Poppins Medium" panose="00000600000000000000" pitchFamily="2" charset="0"/>
                <a:cs typeface="Poppins Medium" panose="00000600000000000000" pitchFamily="2" charset="0"/>
              </a:rPr>
              <a:t>pengumpulan</a:t>
            </a:r>
            <a:endParaRPr lang="en-US" sz="2000" spc="600" dirty="0">
              <a:latin typeface="Poppins Medium" panose="00000600000000000000" pitchFamily="2" charset="0"/>
              <a:cs typeface="Poppins Medium" panose="00000600000000000000" pitchFamily="2" charset="0"/>
            </a:endParaRPr>
          </a:p>
        </p:txBody>
      </p:sp>
      <p:pic>
        <p:nvPicPr>
          <p:cNvPr id="3" name="Picture 2">
            <a:extLst>
              <a:ext uri="{FF2B5EF4-FFF2-40B4-BE49-F238E27FC236}">
                <a16:creationId xmlns:a16="http://schemas.microsoft.com/office/drawing/2014/main" id="{074DF205-83EC-4745-89BD-5984C2D609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078" y="320721"/>
            <a:ext cx="1752102" cy="462555"/>
          </a:xfrm>
          <a:prstGeom prst="rect">
            <a:avLst/>
          </a:prstGeom>
        </p:spPr>
      </p:pic>
      <p:pic>
        <p:nvPicPr>
          <p:cNvPr id="8" name="Graphic 7">
            <a:extLst>
              <a:ext uri="{FF2B5EF4-FFF2-40B4-BE49-F238E27FC236}">
                <a16:creationId xmlns:a16="http://schemas.microsoft.com/office/drawing/2014/main" id="{66CF86AE-8963-4F76-848F-1AFCA1FD364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034938" y="3429000"/>
            <a:ext cx="4122123" cy="3106822"/>
          </a:xfrm>
          <a:prstGeom prst="rect">
            <a:avLst/>
          </a:prstGeom>
        </p:spPr>
      </p:pic>
    </p:spTree>
    <p:extLst>
      <p:ext uri="{BB962C8B-B14F-4D97-AF65-F5344CB8AC3E}">
        <p14:creationId xmlns:p14="http://schemas.microsoft.com/office/powerpoint/2010/main" val="1722810750"/>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8CA9FF4-42BB-447B-B77D-254BC0EF0F4E}"/>
              </a:ext>
            </a:extLst>
          </p:cNvPr>
          <p:cNvSpPr/>
          <p:nvPr/>
        </p:nvSpPr>
        <p:spPr>
          <a:xfrm>
            <a:off x="0" y="6343049"/>
            <a:ext cx="12192000" cy="51495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6" name="TextBox 5">
            <a:extLst>
              <a:ext uri="{FF2B5EF4-FFF2-40B4-BE49-F238E27FC236}">
                <a16:creationId xmlns:a16="http://schemas.microsoft.com/office/drawing/2014/main" id="{9C39CB5C-D7E6-479C-BC23-D7F631182393}"/>
              </a:ext>
            </a:extLst>
          </p:cNvPr>
          <p:cNvSpPr txBox="1"/>
          <p:nvPr/>
        </p:nvSpPr>
        <p:spPr>
          <a:xfrm>
            <a:off x="2369420" y="2026914"/>
            <a:ext cx="4169569" cy="2800767"/>
          </a:xfrm>
          <a:prstGeom prst="rect">
            <a:avLst/>
          </a:prstGeom>
          <a:noFill/>
        </p:spPr>
        <p:txBody>
          <a:bodyPr wrap="square" rtlCol="0">
            <a:spAutoFit/>
          </a:bodyPr>
          <a:lstStyle/>
          <a:p>
            <a:r>
              <a:rPr lang="en-US" sz="4400" b="1" spc="300" dirty="0">
                <a:latin typeface="Poppins Medium" panose="00000600000000000000" pitchFamily="2" charset="0"/>
                <a:cs typeface="Poppins Medium" panose="00000600000000000000" pitchFamily="2" charset="0"/>
              </a:rPr>
              <a:t>Desain Skema &amp; </a:t>
            </a:r>
            <a:r>
              <a:rPr lang="en-US" sz="4400" b="1" spc="300" dirty="0" err="1">
                <a:latin typeface="Poppins Medium" panose="00000600000000000000" pitchFamily="2" charset="0"/>
                <a:cs typeface="Poppins Medium" panose="00000600000000000000" pitchFamily="2" charset="0"/>
              </a:rPr>
              <a:t>Pemodelan</a:t>
            </a:r>
            <a:br>
              <a:rPr lang="en-US" sz="4400" b="1" spc="300" dirty="0">
                <a:latin typeface="Poppins Medium" panose="00000600000000000000" pitchFamily="2" charset="0"/>
                <a:cs typeface="Poppins Medium" panose="00000600000000000000" pitchFamily="2" charset="0"/>
              </a:rPr>
            </a:br>
            <a:r>
              <a:rPr lang="en-US" sz="4400" b="1" spc="300" dirty="0">
                <a:latin typeface="Poppins Medium" panose="00000600000000000000" pitchFamily="2" charset="0"/>
                <a:cs typeface="Poppins Medium" panose="00000600000000000000" pitchFamily="2" charset="0"/>
              </a:rPr>
              <a:t>Data</a:t>
            </a:r>
            <a:endParaRPr lang="en-ID" sz="4400" b="1" spc="300" dirty="0">
              <a:latin typeface="Poppins Medium" panose="00000600000000000000" pitchFamily="2" charset="0"/>
              <a:cs typeface="Poppins Medium" panose="00000600000000000000" pitchFamily="2" charset="0"/>
            </a:endParaRPr>
          </a:p>
        </p:txBody>
      </p:sp>
      <p:pic>
        <p:nvPicPr>
          <p:cNvPr id="8" name="Picture 7">
            <a:extLst>
              <a:ext uri="{FF2B5EF4-FFF2-40B4-BE49-F238E27FC236}">
                <a16:creationId xmlns:a16="http://schemas.microsoft.com/office/drawing/2014/main" id="{FF23B361-3B27-452F-AC5E-C9FF2D711A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078" y="320721"/>
            <a:ext cx="1752102" cy="462555"/>
          </a:xfrm>
          <a:prstGeom prst="rect">
            <a:avLst/>
          </a:prstGeom>
        </p:spPr>
      </p:pic>
      <p:pic>
        <p:nvPicPr>
          <p:cNvPr id="3" name="Graphic 2">
            <a:extLst>
              <a:ext uri="{FF2B5EF4-FFF2-40B4-BE49-F238E27FC236}">
                <a16:creationId xmlns:a16="http://schemas.microsoft.com/office/drawing/2014/main" id="{D87D4C12-02FF-499C-A6D0-FAB93A6C165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129212" y="943455"/>
            <a:ext cx="6402388" cy="4825446"/>
          </a:xfrm>
          <a:prstGeom prst="rect">
            <a:avLst/>
          </a:prstGeom>
        </p:spPr>
      </p:pic>
    </p:spTree>
    <p:extLst>
      <p:ext uri="{BB962C8B-B14F-4D97-AF65-F5344CB8AC3E}">
        <p14:creationId xmlns:p14="http://schemas.microsoft.com/office/powerpoint/2010/main" val="2682717289"/>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8CA9FF4-42BB-447B-B77D-254BC0EF0F4E}"/>
              </a:ext>
            </a:extLst>
          </p:cNvPr>
          <p:cNvSpPr/>
          <p:nvPr/>
        </p:nvSpPr>
        <p:spPr>
          <a:xfrm>
            <a:off x="0" y="6343049"/>
            <a:ext cx="12192000" cy="51495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 name="TextBox 4">
            <a:extLst>
              <a:ext uri="{FF2B5EF4-FFF2-40B4-BE49-F238E27FC236}">
                <a16:creationId xmlns:a16="http://schemas.microsoft.com/office/drawing/2014/main" id="{0BAA4654-49A4-4159-AE33-F659086F035E}"/>
              </a:ext>
            </a:extLst>
          </p:cNvPr>
          <p:cNvSpPr txBox="1"/>
          <p:nvPr/>
        </p:nvSpPr>
        <p:spPr>
          <a:xfrm>
            <a:off x="1575735" y="1926691"/>
            <a:ext cx="9040529" cy="1715085"/>
          </a:xfrm>
          <a:prstGeom prst="rect">
            <a:avLst/>
          </a:prstGeom>
          <a:noFill/>
        </p:spPr>
        <p:txBody>
          <a:bodyPr wrap="square">
            <a:spAutoFit/>
          </a:bodyPr>
          <a:lstStyle/>
          <a:p>
            <a:pPr algn="ctr">
              <a:lnSpc>
                <a:spcPct val="150000"/>
              </a:lnSpc>
            </a:pPr>
            <a:r>
              <a:rPr lang="en-ID" spc="300" dirty="0">
                <a:latin typeface="Poppins Medium" panose="00000600000000000000" pitchFamily="2" charset="0"/>
                <a:cs typeface="Poppins Medium" panose="00000600000000000000" pitchFamily="2" charset="0"/>
              </a:rPr>
              <a:t>"Aku </a:t>
            </a:r>
            <a:r>
              <a:rPr lang="en-ID" spc="300" dirty="0" err="1">
                <a:latin typeface="Poppins Medium" panose="00000600000000000000" pitchFamily="2" charset="0"/>
                <a:cs typeface="Poppins Medium" panose="00000600000000000000" pitchFamily="2" charset="0"/>
              </a:rPr>
              <a:t>sudah</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gagal</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berkali</a:t>
            </a:r>
            <a:r>
              <a:rPr lang="en-ID" spc="300" dirty="0">
                <a:latin typeface="Poppins Medium" panose="00000600000000000000" pitchFamily="2" charset="0"/>
                <a:cs typeface="Poppins Medium" panose="00000600000000000000" pitchFamily="2" charset="0"/>
              </a:rPr>
              <a:t>-kali </a:t>
            </a:r>
            <a:r>
              <a:rPr lang="en-ID" spc="300" dirty="0" err="1">
                <a:latin typeface="Poppins Medium" panose="00000600000000000000" pitchFamily="2" charset="0"/>
                <a:cs typeface="Poppins Medium" panose="00000600000000000000" pitchFamily="2" charset="0"/>
              </a:rPr>
              <a:t>dalam</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hidupku</a:t>
            </a:r>
            <a:r>
              <a:rPr lang="en-ID" spc="300" dirty="0">
                <a:latin typeface="Poppins Medium" panose="00000600000000000000" pitchFamily="2" charset="0"/>
                <a:cs typeface="Poppins Medium" panose="00000600000000000000" pitchFamily="2" charset="0"/>
              </a:rPr>
              <a:t> dan </a:t>
            </a:r>
            <a:r>
              <a:rPr lang="en-ID" spc="300" dirty="0" err="1">
                <a:latin typeface="Poppins Medium" panose="00000600000000000000" pitchFamily="2" charset="0"/>
                <a:cs typeface="Poppins Medium" panose="00000600000000000000" pitchFamily="2" charset="0"/>
              </a:rPr>
              <a:t>itulah</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mengapa</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aku</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sukses</a:t>
            </a:r>
            <a:r>
              <a:rPr lang="en-ID" spc="300" dirty="0">
                <a:latin typeface="Poppins Medium" panose="00000600000000000000" pitchFamily="2" charset="0"/>
                <a:cs typeface="Poppins Medium" panose="00000600000000000000" pitchFamily="2" charset="0"/>
              </a:rPr>
              <a:t>.“</a:t>
            </a:r>
          </a:p>
          <a:p>
            <a:pPr algn="ctr">
              <a:lnSpc>
                <a:spcPct val="150000"/>
              </a:lnSpc>
            </a:pPr>
            <a:endParaRPr lang="en-ID" spc="300" dirty="0">
              <a:latin typeface="Poppins Medium" panose="00000600000000000000" pitchFamily="2" charset="0"/>
              <a:cs typeface="Poppins Medium" panose="00000600000000000000" pitchFamily="2" charset="0"/>
            </a:endParaRPr>
          </a:p>
          <a:p>
            <a:pPr algn="ctr">
              <a:lnSpc>
                <a:spcPct val="150000"/>
              </a:lnSpc>
            </a:pPr>
            <a:r>
              <a:rPr lang="en-ID" spc="300" dirty="0">
                <a:latin typeface="Poppins Medium" panose="00000600000000000000" pitchFamily="2" charset="0"/>
                <a:cs typeface="Poppins Medium" panose="00000600000000000000" pitchFamily="2" charset="0"/>
              </a:rPr>
              <a:t>- Michael Jordan -</a:t>
            </a:r>
          </a:p>
        </p:txBody>
      </p:sp>
      <p:pic>
        <p:nvPicPr>
          <p:cNvPr id="7" name="Picture 6">
            <a:extLst>
              <a:ext uri="{FF2B5EF4-FFF2-40B4-BE49-F238E27FC236}">
                <a16:creationId xmlns:a16="http://schemas.microsoft.com/office/drawing/2014/main" id="{BCE887C8-658C-4E2A-B929-B5196254D7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078" y="320721"/>
            <a:ext cx="1752102" cy="462555"/>
          </a:xfrm>
          <a:prstGeom prst="rect">
            <a:avLst/>
          </a:prstGeom>
        </p:spPr>
      </p:pic>
    </p:spTree>
    <p:extLst>
      <p:ext uri="{BB962C8B-B14F-4D97-AF65-F5344CB8AC3E}">
        <p14:creationId xmlns:p14="http://schemas.microsoft.com/office/powerpoint/2010/main" val="3160205277"/>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8CA9FF4-42BB-447B-B77D-254BC0EF0F4E}"/>
              </a:ext>
            </a:extLst>
          </p:cNvPr>
          <p:cNvSpPr/>
          <p:nvPr/>
        </p:nvSpPr>
        <p:spPr>
          <a:xfrm>
            <a:off x="0" y="6343049"/>
            <a:ext cx="12192000" cy="51495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 name="TextBox 4">
            <a:extLst>
              <a:ext uri="{FF2B5EF4-FFF2-40B4-BE49-F238E27FC236}">
                <a16:creationId xmlns:a16="http://schemas.microsoft.com/office/drawing/2014/main" id="{0BAA4654-49A4-4159-AE33-F659086F035E}"/>
              </a:ext>
            </a:extLst>
          </p:cNvPr>
          <p:cNvSpPr txBox="1"/>
          <p:nvPr/>
        </p:nvSpPr>
        <p:spPr>
          <a:xfrm>
            <a:off x="1575735" y="2021924"/>
            <a:ext cx="9040529" cy="1715085"/>
          </a:xfrm>
          <a:prstGeom prst="rect">
            <a:avLst/>
          </a:prstGeom>
          <a:noFill/>
        </p:spPr>
        <p:txBody>
          <a:bodyPr wrap="square">
            <a:spAutoFit/>
          </a:bodyPr>
          <a:lstStyle/>
          <a:p>
            <a:pPr algn="ctr">
              <a:lnSpc>
                <a:spcPct val="150000"/>
              </a:lnSpc>
            </a:pPr>
            <a:r>
              <a:rPr lang="en-ID" spc="300" dirty="0">
                <a:latin typeface="Poppins Medium" panose="00000600000000000000" pitchFamily="2" charset="0"/>
                <a:cs typeface="Poppins Medium" panose="00000600000000000000" pitchFamily="2" charset="0"/>
              </a:rPr>
              <a:t>“</a:t>
            </a:r>
            <a:r>
              <a:rPr lang="en-ID" b="1" spc="300" dirty="0">
                <a:latin typeface="Poppins Medium" panose="00000600000000000000" pitchFamily="2" charset="0"/>
                <a:cs typeface="Poppins Medium" panose="00000600000000000000" pitchFamily="2" charset="0"/>
              </a:rPr>
              <a:t>MongoDB</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dirancang</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untuk</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bekerja</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dengan</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dokumen</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tanpa</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memerlukan</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kolom</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atau</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tipe</a:t>
            </a:r>
            <a:r>
              <a:rPr lang="en-ID" spc="300" dirty="0">
                <a:latin typeface="Poppins Medium" panose="00000600000000000000" pitchFamily="2" charset="0"/>
                <a:cs typeface="Poppins Medium" panose="00000600000000000000" pitchFamily="2" charset="0"/>
              </a:rPr>
              <a:t> data yang </a:t>
            </a:r>
            <a:r>
              <a:rPr lang="en-ID" spc="300" dirty="0" err="1">
                <a:latin typeface="Poppins Medium" panose="00000600000000000000" pitchFamily="2" charset="0"/>
                <a:cs typeface="Poppins Medium" panose="00000600000000000000" pitchFamily="2" charset="0"/>
              </a:rPr>
              <a:t>telah</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ditentukan</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sebelumnya</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tidak</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seperti</a:t>
            </a:r>
            <a:r>
              <a:rPr lang="en-ID" spc="300" dirty="0">
                <a:latin typeface="Poppins Medium" panose="00000600000000000000" pitchFamily="2" charset="0"/>
                <a:cs typeface="Poppins Medium" panose="00000600000000000000" pitchFamily="2" charset="0"/>
              </a:rPr>
              <a:t> database </a:t>
            </a:r>
            <a:r>
              <a:rPr lang="en-ID" spc="300" dirty="0" err="1">
                <a:latin typeface="Poppins Medium" panose="00000600000000000000" pitchFamily="2" charset="0"/>
                <a:cs typeface="Poppins Medium" panose="00000600000000000000" pitchFamily="2" charset="0"/>
              </a:rPr>
              <a:t>relasional</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membuat</a:t>
            </a:r>
            <a:r>
              <a:rPr lang="en-ID" spc="300" dirty="0">
                <a:latin typeface="Poppins Medium" panose="00000600000000000000" pitchFamily="2" charset="0"/>
                <a:cs typeface="Poppins Medium" panose="00000600000000000000" pitchFamily="2" charset="0"/>
              </a:rPr>
              <a:t> model data sangat </a:t>
            </a:r>
            <a:r>
              <a:rPr lang="en-ID" spc="300" dirty="0" err="1">
                <a:latin typeface="Poppins Medium" panose="00000600000000000000" pitchFamily="2" charset="0"/>
                <a:cs typeface="Poppins Medium" panose="00000600000000000000" pitchFamily="2" charset="0"/>
              </a:rPr>
              <a:t>fleksibel</a:t>
            </a:r>
            <a:r>
              <a:rPr lang="en-ID" spc="300" dirty="0">
                <a:latin typeface="Poppins Medium" panose="00000600000000000000" pitchFamily="2" charset="0"/>
                <a:cs typeface="Poppins Medium" panose="00000600000000000000" pitchFamily="2" charset="0"/>
              </a:rPr>
              <a:t>.”</a:t>
            </a:r>
          </a:p>
        </p:txBody>
      </p:sp>
      <p:pic>
        <p:nvPicPr>
          <p:cNvPr id="6" name="Picture 5">
            <a:extLst>
              <a:ext uri="{FF2B5EF4-FFF2-40B4-BE49-F238E27FC236}">
                <a16:creationId xmlns:a16="http://schemas.microsoft.com/office/drawing/2014/main" id="{816B1FE4-3B65-481B-A265-573647BF52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078" y="320721"/>
            <a:ext cx="1752102" cy="462555"/>
          </a:xfrm>
          <a:prstGeom prst="rect">
            <a:avLst/>
          </a:prstGeom>
        </p:spPr>
      </p:pic>
    </p:spTree>
    <p:extLst>
      <p:ext uri="{BB962C8B-B14F-4D97-AF65-F5344CB8AC3E}">
        <p14:creationId xmlns:p14="http://schemas.microsoft.com/office/powerpoint/2010/main" val="351688876"/>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8CA9FF4-42BB-447B-B77D-254BC0EF0F4E}"/>
              </a:ext>
            </a:extLst>
          </p:cNvPr>
          <p:cNvSpPr/>
          <p:nvPr/>
        </p:nvSpPr>
        <p:spPr>
          <a:xfrm>
            <a:off x="0" y="6343049"/>
            <a:ext cx="12192000" cy="51495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6" name="Picture 5">
            <a:extLst>
              <a:ext uri="{FF2B5EF4-FFF2-40B4-BE49-F238E27FC236}">
                <a16:creationId xmlns:a16="http://schemas.microsoft.com/office/drawing/2014/main" id="{816B1FE4-3B65-481B-A265-573647BF52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078" y="320721"/>
            <a:ext cx="1752102" cy="462555"/>
          </a:xfrm>
          <a:prstGeom prst="rect">
            <a:avLst/>
          </a:prstGeom>
        </p:spPr>
      </p:pic>
      <p:pic>
        <p:nvPicPr>
          <p:cNvPr id="5" name="Google Shape;87;g12dc942c19a_0_13">
            <a:extLst>
              <a:ext uri="{FF2B5EF4-FFF2-40B4-BE49-F238E27FC236}">
                <a16:creationId xmlns:a16="http://schemas.microsoft.com/office/drawing/2014/main" id="{DD593AF4-C59B-4989-91B3-CFE4A5BC7D48}"/>
              </a:ext>
            </a:extLst>
          </p:cNvPr>
          <p:cNvPicPr preferRelativeResize="0"/>
          <p:nvPr/>
        </p:nvPicPr>
        <p:blipFill>
          <a:blip r:embed="rId3">
            <a:alphaModFix/>
          </a:blip>
          <a:stretch>
            <a:fillRect/>
          </a:stretch>
        </p:blipFill>
        <p:spPr>
          <a:xfrm>
            <a:off x="4305651" y="1322125"/>
            <a:ext cx="3580698" cy="4213750"/>
          </a:xfrm>
          <a:prstGeom prst="rect">
            <a:avLst/>
          </a:prstGeom>
          <a:noFill/>
          <a:ln>
            <a:noFill/>
          </a:ln>
        </p:spPr>
      </p:pic>
    </p:spTree>
    <p:extLst>
      <p:ext uri="{BB962C8B-B14F-4D97-AF65-F5344CB8AC3E}">
        <p14:creationId xmlns:p14="http://schemas.microsoft.com/office/powerpoint/2010/main" val="27035041"/>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8CA9FF4-42BB-447B-B77D-254BC0EF0F4E}"/>
              </a:ext>
            </a:extLst>
          </p:cNvPr>
          <p:cNvSpPr/>
          <p:nvPr/>
        </p:nvSpPr>
        <p:spPr>
          <a:xfrm>
            <a:off x="0" y="6343049"/>
            <a:ext cx="12192000" cy="51495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 name="TextBox 1">
            <a:extLst>
              <a:ext uri="{FF2B5EF4-FFF2-40B4-BE49-F238E27FC236}">
                <a16:creationId xmlns:a16="http://schemas.microsoft.com/office/drawing/2014/main" id="{270E816A-7A73-4D4C-8054-E9AD5F1E78B9}"/>
              </a:ext>
            </a:extLst>
          </p:cNvPr>
          <p:cNvSpPr txBox="1"/>
          <p:nvPr/>
        </p:nvSpPr>
        <p:spPr>
          <a:xfrm>
            <a:off x="4925447" y="573540"/>
            <a:ext cx="2273379" cy="523220"/>
          </a:xfrm>
          <a:prstGeom prst="rect">
            <a:avLst/>
          </a:prstGeom>
          <a:noFill/>
        </p:spPr>
        <p:txBody>
          <a:bodyPr wrap="none" rtlCol="0">
            <a:spAutoFit/>
          </a:bodyPr>
          <a:lstStyle/>
          <a:p>
            <a:pPr algn="ctr"/>
            <a:r>
              <a:rPr lang="en-US" sz="2800" dirty="0">
                <a:latin typeface="Poppins Medium" panose="00000600000000000000" pitchFamily="2" charset="0"/>
                <a:cs typeface="Poppins Medium" panose="00000600000000000000" pitchFamily="2" charset="0"/>
              </a:rPr>
              <a:t>Model Data</a:t>
            </a:r>
            <a:endParaRPr lang="en-ID" sz="2800" dirty="0">
              <a:latin typeface="Poppins Medium" panose="00000600000000000000" pitchFamily="2" charset="0"/>
              <a:cs typeface="Poppins Medium" panose="00000600000000000000" pitchFamily="2" charset="0"/>
            </a:endParaRPr>
          </a:p>
        </p:txBody>
      </p:sp>
      <p:sp>
        <p:nvSpPr>
          <p:cNvPr id="3" name="Rectangle 2">
            <a:extLst>
              <a:ext uri="{FF2B5EF4-FFF2-40B4-BE49-F238E27FC236}">
                <a16:creationId xmlns:a16="http://schemas.microsoft.com/office/drawing/2014/main" id="{A5856DB9-5B73-419A-952D-50ABBBD729A4}"/>
              </a:ext>
            </a:extLst>
          </p:cNvPr>
          <p:cNvSpPr/>
          <p:nvPr/>
        </p:nvSpPr>
        <p:spPr>
          <a:xfrm>
            <a:off x="5210474" y="1139237"/>
            <a:ext cx="1771049" cy="45719"/>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 name="TextBox 4">
            <a:extLst>
              <a:ext uri="{FF2B5EF4-FFF2-40B4-BE49-F238E27FC236}">
                <a16:creationId xmlns:a16="http://schemas.microsoft.com/office/drawing/2014/main" id="{895911DB-1451-4285-B3E8-422BFB522190}"/>
              </a:ext>
            </a:extLst>
          </p:cNvPr>
          <p:cNvSpPr txBox="1"/>
          <p:nvPr/>
        </p:nvSpPr>
        <p:spPr>
          <a:xfrm>
            <a:off x="1261707" y="1666874"/>
            <a:ext cx="10490026" cy="2546082"/>
          </a:xfrm>
          <a:prstGeom prst="rect">
            <a:avLst/>
          </a:prstGeom>
          <a:noFill/>
        </p:spPr>
        <p:txBody>
          <a:bodyPr wrap="square">
            <a:spAutoFit/>
          </a:bodyPr>
          <a:lstStyle/>
          <a:p>
            <a:pPr marL="285750" indent="-285750">
              <a:lnSpc>
                <a:spcPct val="150000"/>
              </a:lnSpc>
              <a:buFont typeface="Wingdings" panose="05000000000000000000" pitchFamily="2" charset="2"/>
              <a:buChar char="§"/>
            </a:pPr>
            <a:r>
              <a:rPr lang="en-ID" spc="300" dirty="0">
                <a:latin typeface="Poppins Medium" panose="00000600000000000000" pitchFamily="2" charset="0"/>
                <a:cs typeface="Poppins Medium" panose="00000600000000000000" pitchFamily="2" charset="0"/>
              </a:rPr>
              <a:t>Pada </a:t>
            </a:r>
            <a:r>
              <a:rPr lang="en-ID" spc="300" dirty="0" err="1">
                <a:latin typeface="Poppins Medium" panose="00000600000000000000" pitchFamily="2" charset="0"/>
                <a:cs typeface="Poppins Medium" panose="00000600000000000000" pitchFamily="2" charset="0"/>
              </a:rPr>
              <a:t>bahasan</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sebelumnya</a:t>
            </a:r>
            <a:r>
              <a:rPr lang="en-ID" spc="300" dirty="0">
                <a:latin typeface="Poppins Medium" panose="00000600000000000000" pitchFamily="2" charset="0"/>
                <a:cs typeface="Poppins Medium" panose="00000600000000000000" pitchFamily="2" charset="0"/>
              </a:rPr>
              <a:t>, Anda </a:t>
            </a:r>
            <a:r>
              <a:rPr lang="en-ID" spc="300" dirty="0" err="1">
                <a:latin typeface="Poppins Medium" panose="00000600000000000000" pitchFamily="2" charset="0"/>
                <a:cs typeface="Poppins Medium" panose="00000600000000000000" pitchFamily="2" charset="0"/>
              </a:rPr>
              <a:t>melihat</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bahwa</a:t>
            </a:r>
            <a:r>
              <a:rPr lang="en-ID" spc="300" dirty="0">
                <a:latin typeface="Poppins Medium" panose="00000600000000000000" pitchFamily="2" charset="0"/>
                <a:cs typeface="Poppins Medium" panose="00000600000000000000" pitchFamily="2" charset="0"/>
              </a:rPr>
              <a:t> MongoDB </a:t>
            </a:r>
            <a:r>
              <a:rPr lang="en-ID" spc="300" dirty="0" err="1">
                <a:latin typeface="Poppins Medium" panose="00000600000000000000" pitchFamily="2" charset="0"/>
                <a:cs typeface="Poppins Medium" panose="00000600000000000000" pitchFamily="2" charset="0"/>
              </a:rPr>
              <a:t>adalah</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sistem</a:t>
            </a:r>
            <a:r>
              <a:rPr lang="en-ID" spc="300" dirty="0">
                <a:latin typeface="Poppins Medium" panose="00000600000000000000" pitchFamily="2" charset="0"/>
                <a:cs typeface="Poppins Medium" panose="00000600000000000000" pitchFamily="2" charset="0"/>
              </a:rPr>
              <a:t> database </a:t>
            </a:r>
            <a:r>
              <a:rPr lang="en-ID" spc="300" dirty="0" err="1">
                <a:latin typeface="Poppins Medium" panose="00000600000000000000" pitchFamily="2" charset="0"/>
                <a:cs typeface="Poppins Medium" panose="00000600000000000000" pitchFamily="2" charset="0"/>
              </a:rPr>
              <a:t>berbasis</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dokumen</a:t>
            </a:r>
            <a:r>
              <a:rPr lang="en-ID" spc="300" dirty="0">
                <a:latin typeface="Poppins Medium" panose="00000600000000000000" pitchFamily="2" charset="0"/>
                <a:cs typeface="Poppins Medium" panose="00000600000000000000" pitchFamily="2" charset="0"/>
              </a:rPr>
              <a:t> di mana </a:t>
            </a:r>
            <a:r>
              <a:rPr lang="en-ID" spc="300" dirty="0" err="1">
                <a:latin typeface="Poppins Medium" panose="00000600000000000000" pitchFamily="2" charset="0"/>
                <a:cs typeface="Poppins Medium" panose="00000600000000000000" pitchFamily="2" charset="0"/>
              </a:rPr>
              <a:t>dokumen</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dapat</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memiliki</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skema</a:t>
            </a:r>
            <a:r>
              <a:rPr lang="en-ID" spc="300" dirty="0">
                <a:latin typeface="Poppins Medium" panose="00000600000000000000" pitchFamily="2" charset="0"/>
                <a:cs typeface="Poppins Medium" panose="00000600000000000000" pitchFamily="2" charset="0"/>
              </a:rPr>
              <a:t> yang </a:t>
            </a:r>
            <a:r>
              <a:rPr lang="en-ID" spc="300" dirty="0" err="1">
                <a:latin typeface="Poppins Medium" panose="00000600000000000000" pitchFamily="2" charset="0"/>
                <a:cs typeface="Poppins Medium" panose="00000600000000000000" pitchFamily="2" charset="0"/>
              </a:rPr>
              <a:t>fleksibel</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Ini</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berarti</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bahwa</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dokumen</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dalam</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koleksi</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dapat</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memiliki</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kumpulan</a:t>
            </a:r>
            <a:r>
              <a:rPr lang="en-ID" spc="300" dirty="0">
                <a:latin typeface="Poppins Medium" panose="00000600000000000000" pitchFamily="2" charset="0"/>
                <a:cs typeface="Poppins Medium" panose="00000600000000000000" pitchFamily="2" charset="0"/>
              </a:rPr>
              <a:t> field yang </a:t>
            </a:r>
            <a:r>
              <a:rPr lang="en-ID" spc="300" dirty="0" err="1">
                <a:latin typeface="Poppins Medium" panose="00000600000000000000" pitchFamily="2" charset="0"/>
                <a:cs typeface="Poppins Medium" panose="00000600000000000000" pitchFamily="2" charset="0"/>
              </a:rPr>
              <a:t>berbeda</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atau</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sama</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Ini</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memberi</a:t>
            </a:r>
            <a:r>
              <a:rPr lang="en-ID" spc="300" dirty="0">
                <a:latin typeface="Poppins Medium" panose="00000600000000000000" pitchFamily="2" charset="0"/>
                <a:cs typeface="Poppins Medium" panose="00000600000000000000" pitchFamily="2" charset="0"/>
              </a:rPr>
              <a:t> Anda </a:t>
            </a:r>
            <a:r>
              <a:rPr lang="en-ID" spc="300" dirty="0" err="1">
                <a:latin typeface="Poppins Medium" panose="00000600000000000000" pitchFamily="2" charset="0"/>
                <a:cs typeface="Poppins Medium" panose="00000600000000000000" pitchFamily="2" charset="0"/>
              </a:rPr>
              <a:t>lebih</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banyak</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fleksibilitas</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saat</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berurusan</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dengan</a:t>
            </a:r>
            <a:r>
              <a:rPr lang="en-ID" spc="300" dirty="0">
                <a:latin typeface="Poppins Medium" panose="00000600000000000000" pitchFamily="2" charset="0"/>
                <a:cs typeface="Poppins Medium" panose="00000600000000000000" pitchFamily="2" charset="0"/>
              </a:rPr>
              <a:t> data.</a:t>
            </a:r>
          </a:p>
        </p:txBody>
      </p:sp>
      <p:pic>
        <p:nvPicPr>
          <p:cNvPr id="7" name="Picture 6">
            <a:extLst>
              <a:ext uri="{FF2B5EF4-FFF2-40B4-BE49-F238E27FC236}">
                <a16:creationId xmlns:a16="http://schemas.microsoft.com/office/drawing/2014/main" id="{AA20A63D-F291-48CA-A921-B008DB26A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078" y="320721"/>
            <a:ext cx="1752102" cy="462555"/>
          </a:xfrm>
          <a:prstGeom prst="rect">
            <a:avLst/>
          </a:prstGeom>
        </p:spPr>
      </p:pic>
    </p:spTree>
    <p:extLst>
      <p:ext uri="{BB962C8B-B14F-4D97-AF65-F5344CB8AC3E}">
        <p14:creationId xmlns:p14="http://schemas.microsoft.com/office/powerpoint/2010/main" val="4060754498"/>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8CA9FF4-42BB-447B-B77D-254BC0EF0F4E}"/>
              </a:ext>
            </a:extLst>
          </p:cNvPr>
          <p:cNvSpPr/>
          <p:nvPr/>
        </p:nvSpPr>
        <p:spPr>
          <a:xfrm>
            <a:off x="0" y="6343049"/>
            <a:ext cx="12192000" cy="51495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 name="TextBox 1">
            <a:extLst>
              <a:ext uri="{FF2B5EF4-FFF2-40B4-BE49-F238E27FC236}">
                <a16:creationId xmlns:a16="http://schemas.microsoft.com/office/drawing/2014/main" id="{270E816A-7A73-4D4C-8054-E9AD5F1E78B9}"/>
              </a:ext>
            </a:extLst>
          </p:cNvPr>
          <p:cNvSpPr txBox="1"/>
          <p:nvPr/>
        </p:nvSpPr>
        <p:spPr>
          <a:xfrm>
            <a:off x="4925447" y="573540"/>
            <a:ext cx="2273379" cy="523220"/>
          </a:xfrm>
          <a:prstGeom prst="rect">
            <a:avLst/>
          </a:prstGeom>
          <a:noFill/>
        </p:spPr>
        <p:txBody>
          <a:bodyPr wrap="none" rtlCol="0">
            <a:spAutoFit/>
          </a:bodyPr>
          <a:lstStyle/>
          <a:p>
            <a:pPr algn="ctr"/>
            <a:r>
              <a:rPr lang="en-US" sz="2800" dirty="0">
                <a:latin typeface="Poppins Medium" panose="00000600000000000000" pitchFamily="2" charset="0"/>
                <a:cs typeface="Poppins Medium" panose="00000600000000000000" pitchFamily="2" charset="0"/>
              </a:rPr>
              <a:t>Model Data</a:t>
            </a:r>
            <a:endParaRPr lang="en-ID" sz="2800" dirty="0">
              <a:latin typeface="Poppins Medium" panose="00000600000000000000" pitchFamily="2" charset="0"/>
              <a:cs typeface="Poppins Medium" panose="00000600000000000000" pitchFamily="2" charset="0"/>
            </a:endParaRPr>
          </a:p>
        </p:txBody>
      </p:sp>
      <p:sp>
        <p:nvSpPr>
          <p:cNvPr id="3" name="Rectangle 2">
            <a:extLst>
              <a:ext uri="{FF2B5EF4-FFF2-40B4-BE49-F238E27FC236}">
                <a16:creationId xmlns:a16="http://schemas.microsoft.com/office/drawing/2014/main" id="{A5856DB9-5B73-419A-952D-50ABBBD729A4}"/>
              </a:ext>
            </a:extLst>
          </p:cNvPr>
          <p:cNvSpPr/>
          <p:nvPr/>
        </p:nvSpPr>
        <p:spPr>
          <a:xfrm>
            <a:off x="5210474" y="1139237"/>
            <a:ext cx="1771049" cy="45719"/>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 name="TextBox 4">
            <a:extLst>
              <a:ext uri="{FF2B5EF4-FFF2-40B4-BE49-F238E27FC236}">
                <a16:creationId xmlns:a16="http://schemas.microsoft.com/office/drawing/2014/main" id="{895911DB-1451-4285-B3E8-422BFB522190}"/>
              </a:ext>
            </a:extLst>
          </p:cNvPr>
          <p:cNvSpPr txBox="1"/>
          <p:nvPr/>
        </p:nvSpPr>
        <p:spPr>
          <a:xfrm>
            <a:off x="1261707" y="1666874"/>
            <a:ext cx="10490026" cy="2546082"/>
          </a:xfrm>
          <a:prstGeom prst="rect">
            <a:avLst/>
          </a:prstGeom>
          <a:noFill/>
        </p:spPr>
        <p:txBody>
          <a:bodyPr wrap="square">
            <a:spAutoFit/>
          </a:bodyPr>
          <a:lstStyle/>
          <a:p>
            <a:pPr marL="285750" indent="-285750">
              <a:lnSpc>
                <a:spcPct val="150000"/>
              </a:lnSpc>
              <a:buFont typeface="Wingdings" panose="05000000000000000000" pitchFamily="2" charset="2"/>
              <a:buChar char="§"/>
            </a:pPr>
            <a:r>
              <a:rPr lang="en-ID" spc="300" dirty="0" err="1">
                <a:latin typeface="Poppins Medium" panose="00000600000000000000" pitchFamily="2" charset="0"/>
                <a:cs typeface="Poppins Medium" panose="00000600000000000000" pitchFamily="2" charset="0"/>
              </a:rPr>
              <a:t>Penerapan</a:t>
            </a:r>
            <a:r>
              <a:rPr lang="en-ID" spc="300" dirty="0">
                <a:latin typeface="Poppins Medium" panose="00000600000000000000" pitchFamily="2" charset="0"/>
                <a:cs typeface="Poppins Medium" panose="00000600000000000000" pitchFamily="2" charset="0"/>
              </a:rPr>
              <a:t> MongoDB </a:t>
            </a:r>
            <a:r>
              <a:rPr lang="en-ID" spc="300" dirty="0" err="1">
                <a:latin typeface="Poppins Medium" panose="00000600000000000000" pitchFamily="2" charset="0"/>
                <a:cs typeface="Poppins Medium" panose="00000600000000000000" pitchFamily="2" charset="0"/>
              </a:rPr>
              <a:t>dapat</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memiliki</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banyak</a:t>
            </a:r>
            <a:r>
              <a:rPr lang="en-ID" spc="300" dirty="0">
                <a:latin typeface="Poppins Medium" panose="00000600000000000000" pitchFamily="2" charset="0"/>
                <a:cs typeface="Poppins Medium" panose="00000600000000000000" pitchFamily="2" charset="0"/>
              </a:rPr>
              <a:t> database. </a:t>
            </a:r>
            <a:r>
              <a:rPr lang="en-ID" spc="300" dirty="0" err="1">
                <a:latin typeface="Poppins Medium" panose="00000600000000000000" pitchFamily="2" charset="0"/>
                <a:cs typeface="Poppins Medium" panose="00000600000000000000" pitchFamily="2" charset="0"/>
              </a:rPr>
              <a:t>Setiap</a:t>
            </a:r>
            <a:r>
              <a:rPr lang="en-ID" spc="300" dirty="0">
                <a:latin typeface="Poppins Medium" panose="00000600000000000000" pitchFamily="2" charset="0"/>
                <a:cs typeface="Poppins Medium" panose="00000600000000000000" pitchFamily="2" charset="0"/>
              </a:rPr>
              <a:t> database </a:t>
            </a:r>
            <a:r>
              <a:rPr lang="en-ID" spc="300" dirty="0" err="1">
                <a:latin typeface="Poppins Medium" panose="00000600000000000000" pitchFamily="2" charset="0"/>
                <a:cs typeface="Poppins Medium" panose="00000600000000000000" pitchFamily="2" charset="0"/>
              </a:rPr>
              <a:t>adalah</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satu</a:t>
            </a:r>
            <a:r>
              <a:rPr lang="en-ID" spc="300" dirty="0">
                <a:latin typeface="Poppins Medium" panose="00000600000000000000" pitchFamily="2" charset="0"/>
                <a:cs typeface="Poppins Medium" panose="00000600000000000000" pitchFamily="2" charset="0"/>
              </a:rPr>
              <a:t> set </a:t>
            </a:r>
            <a:r>
              <a:rPr lang="en-ID" spc="300" dirty="0" err="1">
                <a:latin typeface="Poppins Medium" panose="00000600000000000000" pitchFamily="2" charset="0"/>
                <a:cs typeface="Poppins Medium" panose="00000600000000000000" pitchFamily="2" charset="0"/>
              </a:rPr>
              <a:t>koleksi</a:t>
            </a:r>
            <a:r>
              <a:rPr lang="en-ID" spc="300" dirty="0">
                <a:latin typeface="Poppins Medium" panose="00000600000000000000" pitchFamily="2" charset="0"/>
                <a:cs typeface="Poppins Medium" panose="00000600000000000000" pitchFamily="2" charset="0"/>
              </a:rPr>
              <a:t> (collections). </a:t>
            </a:r>
          </a:p>
          <a:p>
            <a:pPr marL="285750" indent="-285750">
              <a:lnSpc>
                <a:spcPct val="150000"/>
              </a:lnSpc>
              <a:buFont typeface="Wingdings" panose="05000000000000000000" pitchFamily="2" charset="2"/>
              <a:buChar char="§"/>
            </a:pPr>
            <a:r>
              <a:rPr lang="en-ID" spc="300" dirty="0" err="1">
                <a:latin typeface="Poppins Medium" panose="00000600000000000000" pitchFamily="2" charset="0"/>
                <a:cs typeface="Poppins Medium" panose="00000600000000000000" pitchFamily="2" charset="0"/>
              </a:rPr>
              <a:t>Koleksi</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mirip</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dengan</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konsep</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tabel</a:t>
            </a:r>
            <a:r>
              <a:rPr lang="en-ID" spc="300" dirty="0">
                <a:latin typeface="Poppins Medium" panose="00000600000000000000" pitchFamily="2" charset="0"/>
                <a:cs typeface="Poppins Medium" panose="00000600000000000000" pitchFamily="2" charset="0"/>
              </a:rPr>
              <a:t> di SQL; </a:t>
            </a:r>
            <a:r>
              <a:rPr lang="en-ID" spc="300" dirty="0" err="1">
                <a:latin typeface="Poppins Medium" panose="00000600000000000000" pitchFamily="2" charset="0"/>
                <a:cs typeface="Poppins Medium" panose="00000600000000000000" pitchFamily="2" charset="0"/>
              </a:rPr>
              <a:t>namun</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mereka</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tidak</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memiliki</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skema</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Setiap</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koleksi</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dapat</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memiliki</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beberapa</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dokumen</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Pikirkan</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dokumen</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sebagai</a:t>
            </a:r>
            <a:r>
              <a:rPr lang="en-ID" spc="300" dirty="0">
                <a:latin typeface="Poppins Medium" panose="00000600000000000000" pitchFamily="2" charset="0"/>
                <a:cs typeface="Poppins Medium" panose="00000600000000000000" pitchFamily="2" charset="0"/>
              </a:rPr>
              <a:t> baris </a:t>
            </a:r>
            <a:r>
              <a:rPr lang="en-ID" spc="300" dirty="0" err="1">
                <a:latin typeface="Poppins Medium" panose="00000600000000000000" pitchFamily="2" charset="0"/>
                <a:cs typeface="Poppins Medium" panose="00000600000000000000" pitchFamily="2" charset="0"/>
              </a:rPr>
              <a:t>dalam</a:t>
            </a:r>
            <a:r>
              <a:rPr lang="en-ID" spc="300" dirty="0">
                <a:latin typeface="Poppins Medium" panose="00000600000000000000" pitchFamily="2" charset="0"/>
                <a:cs typeface="Poppins Medium" panose="00000600000000000000" pitchFamily="2" charset="0"/>
              </a:rPr>
              <a:t> SQL. Gambar 4-1 </a:t>
            </a:r>
            <a:r>
              <a:rPr lang="en-ID" spc="300" dirty="0" err="1">
                <a:latin typeface="Poppins Medium" panose="00000600000000000000" pitchFamily="2" charset="0"/>
                <a:cs typeface="Poppins Medium" panose="00000600000000000000" pitchFamily="2" charset="0"/>
              </a:rPr>
              <a:t>menggambarkan</a:t>
            </a:r>
            <a:r>
              <a:rPr lang="en-ID" spc="300" dirty="0">
                <a:latin typeface="Poppins Medium" panose="00000600000000000000" pitchFamily="2" charset="0"/>
                <a:cs typeface="Poppins Medium" panose="00000600000000000000" pitchFamily="2" charset="0"/>
              </a:rPr>
              <a:t> model database MongoDB.</a:t>
            </a:r>
          </a:p>
        </p:txBody>
      </p:sp>
      <p:pic>
        <p:nvPicPr>
          <p:cNvPr id="7" name="Picture 6">
            <a:extLst>
              <a:ext uri="{FF2B5EF4-FFF2-40B4-BE49-F238E27FC236}">
                <a16:creationId xmlns:a16="http://schemas.microsoft.com/office/drawing/2014/main" id="{AA20A63D-F291-48CA-A921-B008DB26A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078" y="320721"/>
            <a:ext cx="1752102" cy="462555"/>
          </a:xfrm>
          <a:prstGeom prst="rect">
            <a:avLst/>
          </a:prstGeom>
        </p:spPr>
      </p:pic>
    </p:spTree>
    <p:extLst>
      <p:ext uri="{BB962C8B-B14F-4D97-AF65-F5344CB8AC3E}">
        <p14:creationId xmlns:p14="http://schemas.microsoft.com/office/powerpoint/2010/main" val="954128065"/>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8CA9FF4-42BB-447B-B77D-254BC0EF0F4E}"/>
              </a:ext>
            </a:extLst>
          </p:cNvPr>
          <p:cNvSpPr/>
          <p:nvPr/>
        </p:nvSpPr>
        <p:spPr>
          <a:xfrm>
            <a:off x="0" y="6343049"/>
            <a:ext cx="12192000" cy="51495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 name="TextBox 1">
            <a:extLst>
              <a:ext uri="{FF2B5EF4-FFF2-40B4-BE49-F238E27FC236}">
                <a16:creationId xmlns:a16="http://schemas.microsoft.com/office/drawing/2014/main" id="{270E816A-7A73-4D4C-8054-E9AD5F1E78B9}"/>
              </a:ext>
            </a:extLst>
          </p:cNvPr>
          <p:cNvSpPr txBox="1"/>
          <p:nvPr/>
        </p:nvSpPr>
        <p:spPr>
          <a:xfrm>
            <a:off x="4925447" y="573540"/>
            <a:ext cx="2273379" cy="523220"/>
          </a:xfrm>
          <a:prstGeom prst="rect">
            <a:avLst/>
          </a:prstGeom>
          <a:noFill/>
        </p:spPr>
        <p:txBody>
          <a:bodyPr wrap="none" rtlCol="0">
            <a:spAutoFit/>
          </a:bodyPr>
          <a:lstStyle/>
          <a:p>
            <a:pPr algn="ctr"/>
            <a:r>
              <a:rPr lang="en-US" sz="2800" dirty="0">
                <a:latin typeface="Poppins Medium" panose="00000600000000000000" pitchFamily="2" charset="0"/>
                <a:cs typeface="Poppins Medium" panose="00000600000000000000" pitchFamily="2" charset="0"/>
              </a:rPr>
              <a:t>Model Data</a:t>
            </a:r>
            <a:endParaRPr lang="en-ID" sz="2800" dirty="0">
              <a:latin typeface="Poppins Medium" panose="00000600000000000000" pitchFamily="2" charset="0"/>
              <a:cs typeface="Poppins Medium" panose="00000600000000000000" pitchFamily="2" charset="0"/>
            </a:endParaRPr>
          </a:p>
        </p:txBody>
      </p:sp>
      <p:sp>
        <p:nvSpPr>
          <p:cNvPr id="3" name="Rectangle 2">
            <a:extLst>
              <a:ext uri="{FF2B5EF4-FFF2-40B4-BE49-F238E27FC236}">
                <a16:creationId xmlns:a16="http://schemas.microsoft.com/office/drawing/2014/main" id="{A5856DB9-5B73-419A-952D-50ABBBD729A4}"/>
              </a:ext>
            </a:extLst>
          </p:cNvPr>
          <p:cNvSpPr/>
          <p:nvPr/>
        </p:nvSpPr>
        <p:spPr>
          <a:xfrm>
            <a:off x="5210474" y="1139237"/>
            <a:ext cx="1771049" cy="45719"/>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 name="TextBox 4">
            <a:extLst>
              <a:ext uri="{FF2B5EF4-FFF2-40B4-BE49-F238E27FC236}">
                <a16:creationId xmlns:a16="http://schemas.microsoft.com/office/drawing/2014/main" id="{895911DB-1451-4285-B3E8-422BFB522190}"/>
              </a:ext>
            </a:extLst>
          </p:cNvPr>
          <p:cNvSpPr txBox="1"/>
          <p:nvPr/>
        </p:nvSpPr>
        <p:spPr>
          <a:xfrm>
            <a:off x="1261707" y="1666874"/>
            <a:ext cx="10490026" cy="3792577"/>
          </a:xfrm>
          <a:prstGeom prst="rect">
            <a:avLst/>
          </a:prstGeom>
          <a:noFill/>
        </p:spPr>
        <p:txBody>
          <a:bodyPr wrap="square">
            <a:spAutoFit/>
          </a:bodyPr>
          <a:lstStyle/>
          <a:p>
            <a:pPr marL="285750" indent="-285750">
              <a:lnSpc>
                <a:spcPct val="150000"/>
              </a:lnSpc>
              <a:buFont typeface="Wingdings" panose="05000000000000000000" pitchFamily="2" charset="2"/>
              <a:buChar char="§"/>
            </a:pPr>
            <a:r>
              <a:rPr lang="en-ID" spc="300" dirty="0" err="1">
                <a:latin typeface="Poppins Medium" panose="00000600000000000000" pitchFamily="2" charset="0"/>
                <a:cs typeface="Poppins Medium" panose="00000600000000000000" pitchFamily="2" charset="0"/>
              </a:rPr>
              <a:t>Dalam</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sistem</a:t>
            </a:r>
            <a:r>
              <a:rPr lang="en-ID" spc="300" dirty="0">
                <a:latin typeface="Poppins Medium" panose="00000600000000000000" pitchFamily="2" charset="0"/>
                <a:cs typeface="Poppins Medium" panose="00000600000000000000" pitchFamily="2" charset="0"/>
              </a:rPr>
              <a:t> RDBMS, </a:t>
            </a:r>
            <a:r>
              <a:rPr lang="en-ID" spc="300" dirty="0" err="1">
                <a:latin typeface="Poppins Medium" panose="00000600000000000000" pitchFamily="2" charset="0"/>
                <a:cs typeface="Poppins Medium" panose="00000600000000000000" pitchFamily="2" charset="0"/>
              </a:rPr>
              <a:t>karena</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struktur</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tabel</a:t>
            </a:r>
            <a:r>
              <a:rPr lang="en-ID" spc="300" dirty="0">
                <a:latin typeface="Poppins Medium" panose="00000600000000000000" pitchFamily="2" charset="0"/>
                <a:cs typeface="Poppins Medium" panose="00000600000000000000" pitchFamily="2" charset="0"/>
              </a:rPr>
              <a:t> dan </a:t>
            </a:r>
            <a:r>
              <a:rPr lang="en-ID" spc="300" dirty="0" err="1">
                <a:latin typeface="Poppins Medium" panose="00000600000000000000" pitchFamily="2" charset="0"/>
                <a:cs typeface="Poppins Medium" panose="00000600000000000000" pitchFamily="2" charset="0"/>
              </a:rPr>
              <a:t>tipe</a:t>
            </a:r>
            <a:r>
              <a:rPr lang="en-ID" spc="300" dirty="0">
                <a:latin typeface="Poppins Medium" panose="00000600000000000000" pitchFamily="2" charset="0"/>
                <a:cs typeface="Poppins Medium" panose="00000600000000000000" pitchFamily="2" charset="0"/>
              </a:rPr>
              <a:t> data </a:t>
            </a:r>
            <a:r>
              <a:rPr lang="en-ID" spc="300" dirty="0" err="1">
                <a:latin typeface="Poppins Medium" panose="00000600000000000000" pitchFamily="2" charset="0"/>
                <a:cs typeface="Poppins Medium" panose="00000600000000000000" pitchFamily="2" charset="0"/>
              </a:rPr>
              <a:t>untuk</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setiap</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kolom</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sudah</a:t>
            </a:r>
            <a:r>
              <a:rPr lang="en-ID" spc="300" dirty="0">
                <a:latin typeface="Poppins Medium" panose="00000600000000000000" pitchFamily="2" charset="0"/>
                <a:cs typeface="Poppins Medium" panose="00000600000000000000" pitchFamily="2" charset="0"/>
              </a:rPr>
              <a:t> fix, Anda </a:t>
            </a:r>
            <a:r>
              <a:rPr lang="en-ID" spc="300" dirty="0" err="1">
                <a:latin typeface="Poppins Medium" panose="00000600000000000000" pitchFamily="2" charset="0"/>
                <a:cs typeface="Poppins Medium" panose="00000600000000000000" pitchFamily="2" charset="0"/>
              </a:rPr>
              <a:t>hanya</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dapat</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menambahkan</a:t>
            </a:r>
            <a:r>
              <a:rPr lang="en-ID" spc="300" dirty="0">
                <a:latin typeface="Poppins Medium" panose="00000600000000000000" pitchFamily="2" charset="0"/>
                <a:cs typeface="Poppins Medium" panose="00000600000000000000" pitchFamily="2" charset="0"/>
              </a:rPr>
              <a:t> data </a:t>
            </a:r>
            <a:r>
              <a:rPr lang="en-ID" spc="300" dirty="0" err="1">
                <a:latin typeface="Poppins Medium" panose="00000600000000000000" pitchFamily="2" charset="0"/>
                <a:cs typeface="Poppins Medium" panose="00000600000000000000" pitchFamily="2" charset="0"/>
              </a:rPr>
              <a:t>dari</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tipe</a:t>
            </a:r>
            <a:r>
              <a:rPr lang="en-ID" spc="300" dirty="0">
                <a:latin typeface="Poppins Medium" panose="00000600000000000000" pitchFamily="2" charset="0"/>
                <a:cs typeface="Poppins Medium" panose="00000600000000000000" pitchFamily="2" charset="0"/>
              </a:rPr>
              <a:t> data </a:t>
            </a:r>
            <a:r>
              <a:rPr lang="en-ID" spc="300" dirty="0" err="1">
                <a:latin typeface="Poppins Medium" panose="00000600000000000000" pitchFamily="2" charset="0"/>
                <a:cs typeface="Poppins Medium" panose="00000600000000000000" pitchFamily="2" charset="0"/>
              </a:rPr>
              <a:t>tertentu</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ke</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dalam</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kolom</a:t>
            </a:r>
            <a:r>
              <a:rPr lang="en-ID" spc="300" dirty="0">
                <a:latin typeface="Poppins Medium" panose="00000600000000000000" pitchFamily="2" charset="0"/>
                <a:cs typeface="Poppins Medium" panose="00000600000000000000" pitchFamily="2" charset="0"/>
              </a:rPr>
              <a:t>. Di MongoDB, </a:t>
            </a:r>
            <a:r>
              <a:rPr lang="en-ID" spc="300" dirty="0" err="1">
                <a:latin typeface="Poppins Medium" panose="00000600000000000000" pitchFamily="2" charset="0"/>
                <a:cs typeface="Poppins Medium" panose="00000600000000000000" pitchFamily="2" charset="0"/>
              </a:rPr>
              <a:t>koleksi</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adalah</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kumpulan</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dokumen</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tempat</a:t>
            </a:r>
            <a:r>
              <a:rPr lang="en-ID" spc="300" dirty="0">
                <a:latin typeface="Poppins Medium" panose="00000600000000000000" pitchFamily="2" charset="0"/>
                <a:cs typeface="Poppins Medium" panose="00000600000000000000" pitchFamily="2" charset="0"/>
              </a:rPr>
              <a:t> data </a:t>
            </a:r>
            <a:r>
              <a:rPr lang="en-ID" spc="300" dirty="0" err="1">
                <a:latin typeface="Poppins Medium" panose="00000600000000000000" pitchFamily="2" charset="0"/>
                <a:cs typeface="Poppins Medium" panose="00000600000000000000" pitchFamily="2" charset="0"/>
              </a:rPr>
              <a:t>disimpan</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sebagai</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pasangan</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nilai</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kunci</a:t>
            </a:r>
            <a:r>
              <a:rPr lang="en-ID" spc="300" dirty="0">
                <a:latin typeface="Poppins Medium" panose="00000600000000000000" pitchFamily="2" charset="0"/>
                <a:cs typeface="Poppins Medium" panose="00000600000000000000" pitchFamily="2" charset="0"/>
              </a:rPr>
              <a:t>.</a:t>
            </a:r>
          </a:p>
          <a:p>
            <a:pPr marL="285750" indent="-285750">
              <a:lnSpc>
                <a:spcPct val="150000"/>
              </a:lnSpc>
              <a:buFont typeface="Wingdings" panose="05000000000000000000" pitchFamily="2" charset="2"/>
              <a:buChar char="§"/>
            </a:pPr>
            <a:r>
              <a:rPr lang="en-ID" spc="300" dirty="0">
                <a:latin typeface="Poppins Medium" panose="00000600000000000000" pitchFamily="2" charset="0"/>
                <a:cs typeface="Poppins Medium" panose="00000600000000000000" pitchFamily="2" charset="0"/>
              </a:rPr>
              <a:t>Mari </a:t>
            </a:r>
            <a:r>
              <a:rPr lang="en-ID" spc="300" dirty="0" err="1">
                <a:latin typeface="Poppins Medium" panose="00000600000000000000" pitchFamily="2" charset="0"/>
                <a:cs typeface="Poppins Medium" panose="00000600000000000000" pitchFamily="2" charset="0"/>
              </a:rPr>
              <a:t>kita</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pahami</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dengan</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contoh</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bagaimana</a:t>
            </a:r>
            <a:r>
              <a:rPr lang="en-ID" spc="300" dirty="0">
                <a:latin typeface="Poppins Medium" panose="00000600000000000000" pitchFamily="2" charset="0"/>
                <a:cs typeface="Poppins Medium" panose="00000600000000000000" pitchFamily="2" charset="0"/>
              </a:rPr>
              <a:t> data </a:t>
            </a:r>
            <a:r>
              <a:rPr lang="en-ID" spc="300" dirty="0" err="1">
                <a:latin typeface="Poppins Medium" panose="00000600000000000000" pitchFamily="2" charset="0"/>
                <a:cs typeface="Poppins Medium" panose="00000600000000000000" pitchFamily="2" charset="0"/>
              </a:rPr>
              <a:t>disimpan</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dalam</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dokumen</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Dokumen</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berikut</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menyimpan</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nama</a:t>
            </a:r>
            <a:r>
              <a:rPr lang="en-ID" spc="300" dirty="0">
                <a:latin typeface="Poppins Medium" panose="00000600000000000000" pitchFamily="2" charset="0"/>
                <a:cs typeface="Poppins Medium" panose="00000600000000000000" pitchFamily="2" charset="0"/>
              </a:rPr>
              <a:t> dan </a:t>
            </a:r>
            <a:r>
              <a:rPr lang="en-ID" spc="300" dirty="0" err="1">
                <a:latin typeface="Poppins Medium" panose="00000600000000000000" pitchFamily="2" charset="0"/>
                <a:cs typeface="Poppins Medium" panose="00000600000000000000" pitchFamily="2" charset="0"/>
              </a:rPr>
              <a:t>nomor</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telepon</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pengguna</a:t>
            </a:r>
            <a:r>
              <a:rPr lang="en-ID" spc="300" dirty="0">
                <a:latin typeface="Poppins Medium" panose="00000600000000000000" pitchFamily="2" charset="0"/>
                <a:cs typeface="Poppins Medium" panose="00000600000000000000" pitchFamily="2" charset="0"/>
              </a:rPr>
              <a:t>:</a:t>
            </a:r>
          </a:p>
          <a:p>
            <a:pPr marL="285750" indent="-285750">
              <a:lnSpc>
                <a:spcPct val="150000"/>
              </a:lnSpc>
              <a:buFont typeface="Wingdings" panose="05000000000000000000" pitchFamily="2" charset="2"/>
              <a:buChar char="§"/>
            </a:pPr>
            <a:r>
              <a:rPr lang="en-ID" spc="300" dirty="0">
                <a:latin typeface="Poppins Medium" panose="00000600000000000000" pitchFamily="2" charset="0"/>
                <a:cs typeface="Poppins Medium" panose="00000600000000000000" pitchFamily="2" charset="0"/>
              </a:rPr>
              <a:t>{"Name": "ABC", "Phone": ["1111111", "222222" ] }</a:t>
            </a:r>
          </a:p>
        </p:txBody>
      </p:sp>
      <p:pic>
        <p:nvPicPr>
          <p:cNvPr id="7" name="Picture 6">
            <a:extLst>
              <a:ext uri="{FF2B5EF4-FFF2-40B4-BE49-F238E27FC236}">
                <a16:creationId xmlns:a16="http://schemas.microsoft.com/office/drawing/2014/main" id="{AA20A63D-F291-48CA-A921-B008DB26A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078" y="320721"/>
            <a:ext cx="1752102" cy="462555"/>
          </a:xfrm>
          <a:prstGeom prst="rect">
            <a:avLst/>
          </a:prstGeom>
        </p:spPr>
      </p:pic>
    </p:spTree>
    <p:extLst>
      <p:ext uri="{BB962C8B-B14F-4D97-AF65-F5344CB8AC3E}">
        <p14:creationId xmlns:p14="http://schemas.microsoft.com/office/powerpoint/2010/main" val="3759713437"/>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8CA9FF4-42BB-447B-B77D-254BC0EF0F4E}"/>
              </a:ext>
            </a:extLst>
          </p:cNvPr>
          <p:cNvSpPr/>
          <p:nvPr/>
        </p:nvSpPr>
        <p:spPr>
          <a:xfrm>
            <a:off x="0" y="6343049"/>
            <a:ext cx="12192000" cy="51495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 name="TextBox 1">
            <a:extLst>
              <a:ext uri="{FF2B5EF4-FFF2-40B4-BE49-F238E27FC236}">
                <a16:creationId xmlns:a16="http://schemas.microsoft.com/office/drawing/2014/main" id="{270E816A-7A73-4D4C-8054-E9AD5F1E78B9}"/>
              </a:ext>
            </a:extLst>
          </p:cNvPr>
          <p:cNvSpPr txBox="1"/>
          <p:nvPr/>
        </p:nvSpPr>
        <p:spPr>
          <a:xfrm>
            <a:off x="4925447" y="573540"/>
            <a:ext cx="2273379" cy="523220"/>
          </a:xfrm>
          <a:prstGeom prst="rect">
            <a:avLst/>
          </a:prstGeom>
          <a:noFill/>
        </p:spPr>
        <p:txBody>
          <a:bodyPr wrap="none" rtlCol="0">
            <a:spAutoFit/>
          </a:bodyPr>
          <a:lstStyle/>
          <a:p>
            <a:pPr algn="ctr"/>
            <a:r>
              <a:rPr lang="en-US" sz="2800" dirty="0">
                <a:latin typeface="Poppins Medium" panose="00000600000000000000" pitchFamily="2" charset="0"/>
                <a:cs typeface="Poppins Medium" panose="00000600000000000000" pitchFamily="2" charset="0"/>
              </a:rPr>
              <a:t>Model Data</a:t>
            </a:r>
            <a:endParaRPr lang="en-ID" sz="2800" dirty="0">
              <a:latin typeface="Poppins Medium" panose="00000600000000000000" pitchFamily="2" charset="0"/>
              <a:cs typeface="Poppins Medium" panose="00000600000000000000" pitchFamily="2" charset="0"/>
            </a:endParaRPr>
          </a:p>
        </p:txBody>
      </p:sp>
      <p:sp>
        <p:nvSpPr>
          <p:cNvPr id="3" name="Rectangle 2">
            <a:extLst>
              <a:ext uri="{FF2B5EF4-FFF2-40B4-BE49-F238E27FC236}">
                <a16:creationId xmlns:a16="http://schemas.microsoft.com/office/drawing/2014/main" id="{A5856DB9-5B73-419A-952D-50ABBBD729A4}"/>
              </a:ext>
            </a:extLst>
          </p:cNvPr>
          <p:cNvSpPr/>
          <p:nvPr/>
        </p:nvSpPr>
        <p:spPr>
          <a:xfrm>
            <a:off x="5210474" y="1139237"/>
            <a:ext cx="1771049" cy="45719"/>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 name="TextBox 4">
            <a:extLst>
              <a:ext uri="{FF2B5EF4-FFF2-40B4-BE49-F238E27FC236}">
                <a16:creationId xmlns:a16="http://schemas.microsoft.com/office/drawing/2014/main" id="{895911DB-1451-4285-B3E8-422BFB522190}"/>
              </a:ext>
            </a:extLst>
          </p:cNvPr>
          <p:cNvSpPr txBox="1"/>
          <p:nvPr/>
        </p:nvSpPr>
        <p:spPr>
          <a:xfrm>
            <a:off x="1261707" y="1666874"/>
            <a:ext cx="10490026" cy="3377078"/>
          </a:xfrm>
          <a:prstGeom prst="rect">
            <a:avLst/>
          </a:prstGeom>
          <a:noFill/>
        </p:spPr>
        <p:txBody>
          <a:bodyPr wrap="square">
            <a:spAutoFit/>
          </a:bodyPr>
          <a:lstStyle/>
          <a:p>
            <a:pPr marL="285750" indent="-285750">
              <a:lnSpc>
                <a:spcPct val="150000"/>
              </a:lnSpc>
              <a:buFont typeface="Wingdings" panose="05000000000000000000" pitchFamily="2" charset="2"/>
              <a:buChar char="§"/>
            </a:pPr>
            <a:r>
              <a:rPr lang="en-ID" spc="300" dirty="0">
                <a:latin typeface="Poppins Medium" panose="00000600000000000000" pitchFamily="2" charset="0"/>
                <a:cs typeface="Poppins Medium" panose="00000600000000000000" pitchFamily="2" charset="0"/>
              </a:rPr>
              <a:t>Skema </a:t>
            </a:r>
            <a:r>
              <a:rPr lang="en-ID" spc="300" dirty="0" err="1">
                <a:latin typeface="Poppins Medium" panose="00000600000000000000" pitchFamily="2" charset="0"/>
                <a:cs typeface="Poppins Medium" panose="00000600000000000000" pitchFamily="2" charset="0"/>
              </a:rPr>
              <a:t>dinamis</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berarti</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bahwa</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dokumen</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dalam</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koleksi</a:t>
            </a:r>
            <a:r>
              <a:rPr lang="en-ID" spc="300" dirty="0">
                <a:latin typeface="Poppins Medium" panose="00000600000000000000" pitchFamily="2" charset="0"/>
                <a:cs typeface="Poppins Medium" panose="00000600000000000000" pitchFamily="2" charset="0"/>
              </a:rPr>
              <a:t> yang </a:t>
            </a:r>
            <a:r>
              <a:rPr lang="en-ID" spc="300" dirty="0" err="1">
                <a:latin typeface="Poppins Medium" panose="00000600000000000000" pitchFamily="2" charset="0"/>
                <a:cs typeface="Poppins Medium" panose="00000600000000000000" pitchFamily="2" charset="0"/>
              </a:rPr>
              <a:t>sama</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dapat</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memiliki</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kumpulan</a:t>
            </a:r>
            <a:r>
              <a:rPr lang="en-ID" spc="300" dirty="0">
                <a:latin typeface="Poppins Medium" panose="00000600000000000000" pitchFamily="2" charset="0"/>
                <a:cs typeface="Poppins Medium" panose="00000600000000000000" pitchFamily="2" charset="0"/>
              </a:rPr>
              <a:t> field </a:t>
            </a:r>
            <a:r>
              <a:rPr lang="en-ID" spc="300" dirty="0" err="1">
                <a:latin typeface="Poppins Medium" panose="00000600000000000000" pitchFamily="2" charset="0"/>
                <a:cs typeface="Poppins Medium" panose="00000600000000000000" pitchFamily="2" charset="0"/>
              </a:rPr>
              <a:t>atau</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struktur</a:t>
            </a:r>
            <a:r>
              <a:rPr lang="en-ID" spc="300" dirty="0">
                <a:latin typeface="Poppins Medium" panose="00000600000000000000" pitchFamily="2" charset="0"/>
                <a:cs typeface="Poppins Medium" panose="00000600000000000000" pitchFamily="2" charset="0"/>
              </a:rPr>
              <a:t> yang </a:t>
            </a:r>
            <a:r>
              <a:rPr lang="en-ID" spc="300" dirty="0" err="1">
                <a:latin typeface="Poppins Medium" panose="00000600000000000000" pitchFamily="2" charset="0"/>
                <a:cs typeface="Poppins Medium" panose="00000600000000000000" pitchFamily="2" charset="0"/>
              </a:rPr>
              <a:t>sama</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atau</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berbeda</a:t>
            </a:r>
            <a:r>
              <a:rPr lang="en-ID" spc="300" dirty="0">
                <a:latin typeface="Poppins Medium" panose="00000600000000000000" pitchFamily="2" charset="0"/>
                <a:cs typeface="Poppins Medium" panose="00000600000000000000" pitchFamily="2" charset="0"/>
              </a:rPr>
              <a:t>, dan </a:t>
            </a:r>
            <a:r>
              <a:rPr lang="en-ID" spc="300" dirty="0" err="1">
                <a:latin typeface="Poppins Medium" panose="00000600000000000000" pitchFamily="2" charset="0"/>
                <a:cs typeface="Poppins Medium" panose="00000600000000000000" pitchFamily="2" charset="0"/>
              </a:rPr>
              <a:t>bahkan</a:t>
            </a:r>
            <a:r>
              <a:rPr lang="en-ID" spc="300" dirty="0">
                <a:latin typeface="Poppins Medium" panose="00000600000000000000" pitchFamily="2" charset="0"/>
                <a:cs typeface="Poppins Medium" panose="00000600000000000000" pitchFamily="2" charset="0"/>
              </a:rPr>
              <a:t> field </a:t>
            </a:r>
            <a:r>
              <a:rPr lang="en-ID" spc="300" dirty="0" err="1">
                <a:latin typeface="Poppins Medium" panose="00000600000000000000" pitchFamily="2" charset="0"/>
                <a:cs typeface="Poppins Medium" panose="00000600000000000000" pitchFamily="2" charset="0"/>
              </a:rPr>
              <a:t>umum</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dapat</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menyimpan</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tipe</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nilai</a:t>
            </a:r>
            <a:r>
              <a:rPr lang="en-ID" spc="300" dirty="0">
                <a:latin typeface="Poppins Medium" panose="00000600000000000000" pitchFamily="2" charset="0"/>
                <a:cs typeface="Poppins Medium" panose="00000600000000000000" pitchFamily="2" charset="0"/>
              </a:rPr>
              <a:t> yang </a:t>
            </a:r>
            <a:r>
              <a:rPr lang="en-ID" spc="300" dirty="0" err="1">
                <a:latin typeface="Poppins Medium" panose="00000600000000000000" pitchFamily="2" charset="0"/>
                <a:cs typeface="Poppins Medium" panose="00000600000000000000" pitchFamily="2" charset="0"/>
              </a:rPr>
              <a:t>berbeda</a:t>
            </a:r>
            <a:r>
              <a:rPr lang="en-ID" spc="300" dirty="0">
                <a:latin typeface="Poppins Medium" panose="00000600000000000000" pitchFamily="2" charset="0"/>
                <a:cs typeface="Poppins Medium" panose="00000600000000000000" pitchFamily="2" charset="0"/>
              </a:rPr>
              <a:t> di </a:t>
            </a:r>
            <a:r>
              <a:rPr lang="en-ID" spc="300" dirty="0" err="1">
                <a:latin typeface="Poppins Medium" panose="00000600000000000000" pitchFamily="2" charset="0"/>
                <a:cs typeface="Poppins Medium" panose="00000600000000000000" pitchFamily="2" charset="0"/>
              </a:rPr>
              <a:t>seluruh</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dokumen</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Tidak</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ada</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kekakuan</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dalam</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cara</a:t>
            </a:r>
            <a:r>
              <a:rPr lang="en-ID" spc="300" dirty="0">
                <a:latin typeface="Poppins Medium" panose="00000600000000000000" pitchFamily="2" charset="0"/>
                <a:cs typeface="Poppins Medium" panose="00000600000000000000" pitchFamily="2" charset="0"/>
              </a:rPr>
              <a:t> data </a:t>
            </a:r>
            <a:r>
              <a:rPr lang="en-ID" spc="300" dirty="0" err="1">
                <a:latin typeface="Poppins Medium" panose="00000600000000000000" pitchFamily="2" charset="0"/>
                <a:cs typeface="Poppins Medium" panose="00000600000000000000" pitchFamily="2" charset="0"/>
              </a:rPr>
              <a:t>disimpan</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dalam</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dokumen</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koleksi</a:t>
            </a:r>
            <a:r>
              <a:rPr lang="en-ID" spc="300" dirty="0">
                <a:latin typeface="Poppins Medium" panose="00000600000000000000" pitchFamily="2" charset="0"/>
                <a:cs typeface="Poppins Medium" panose="00000600000000000000" pitchFamily="2" charset="0"/>
              </a:rPr>
              <a:t>. </a:t>
            </a:r>
          </a:p>
          <a:p>
            <a:pPr marL="285750" indent="-285750">
              <a:lnSpc>
                <a:spcPct val="150000"/>
              </a:lnSpc>
              <a:buFont typeface="Wingdings" panose="05000000000000000000" pitchFamily="2" charset="2"/>
              <a:buChar char="§"/>
            </a:pPr>
            <a:r>
              <a:rPr lang="en-ID" spc="300" dirty="0">
                <a:latin typeface="Poppins Medium" panose="00000600000000000000" pitchFamily="2" charset="0"/>
                <a:cs typeface="Poppins Medium" panose="00000600000000000000" pitchFamily="2" charset="0"/>
              </a:rPr>
              <a:t>Mari </a:t>
            </a:r>
            <a:r>
              <a:rPr lang="en-ID" spc="300" dirty="0" err="1">
                <a:latin typeface="Poppins Medium" panose="00000600000000000000" pitchFamily="2" charset="0"/>
                <a:cs typeface="Poppins Medium" panose="00000600000000000000" pitchFamily="2" charset="0"/>
              </a:rPr>
              <a:t>kita</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lihat</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contoh</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koleksi</a:t>
            </a:r>
            <a:r>
              <a:rPr lang="en-ID" spc="300" dirty="0">
                <a:latin typeface="Poppins Medium" panose="00000600000000000000" pitchFamily="2" charset="0"/>
                <a:cs typeface="Poppins Medium" panose="00000600000000000000" pitchFamily="2" charset="0"/>
              </a:rPr>
              <a:t> Region:</a:t>
            </a:r>
          </a:p>
          <a:p>
            <a:pPr marL="285750" indent="-285750">
              <a:lnSpc>
                <a:spcPct val="150000"/>
              </a:lnSpc>
              <a:buFont typeface="Wingdings" panose="05000000000000000000" pitchFamily="2" charset="2"/>
              <a:buChar char="§"/>
            </a:pPr>
            <a:r>
              <a:rPr lang="en-ID" spc="300" dirty="0">
                <a:latin typeface="Poppins Medium" panose="00000600000000000000" pitchFamily="2" charset="0"/>
                <a:cs typeface="Poppins Medium" panose="00000600000000000000" pitchFamily="2" charset="0"/>
              </a:rPr>
              <a:t>{ "R_ID" : "REG001", "Name" : "United States" } { "R_ID" :1234, "Name" : "New York" , "Country" : "United States" } </a:t>
            </a:r>
          </a:p>
        </p:txBody>
      </p:sp>
      <p:pic>
        <p:nvPicPr>
          <p:cNvPr id="7" name="Picture 6">
            <a:extLst>
              <a:ext uri="{FF2B5EF4-FFF2-40B4-BE49-F238E27FC236}">
                <a16:creationId xmlns:a16="http://schemas.microsoft.com/office/drawing/2014/main" id="{AA20A63D-F291-48CA-A921-B008DB26A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078" y="320721"/>
            <a:ext cx="1752102" cy="462555"/>
          </a:xfrm>
          <a:prstGeom prst="rect">
            <a:avLst/>
          </a:prstGeom>
        </p:spPr>
      </p:pic>
    </p:spTree>
    <p:extLst>
      <p:ext uri="{BB962C8B-B14F-4D97-AF65-F5344CB8AC3E}">
        <p14:creationId xmlns:p14="http://schemas.microsoft.com/office/powerpoint/2010/main" val="544308335"/>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8CA9FF4-42BB-447B-B77D-254BC0EF0F4E}"/>
              </a:ext>
            </a:extLst>
          </p:cNvPr>
          <p:cNvSpPr/>
          <p:nvPr/>
        </p:nvSpPr>
        <p:spPr>
          <a:xfrm>
            <a:off x="0" y="6343049"/>
            <a:ext cx="12192000" cy="51495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 name="TextBox 1">
            <a:extLst>
              <a:ext uri="{FF2B5EF4-FFF2-40B4-BE49-F238E27FC236}">
                <a16:creationId xmlns:a16="http://schemas.microsoft.com/office/drawing/2014/main" id="{270E816A-7A73-4D4C-8054-E9AD5F1E78B9}"/>
              </a:ext>
            </a:extLst>
          </p:cNvPr>
          <p:cNvSpPr txBox="1"/>
          <p:nvPr/>
        </p:nvSpPr>
        <p:spPr>
          <a:xfrm>
            <a:off x="4925447" y="573540"/>
            <a:ext cx="2273379" cy="523220"/>
          </a:xfrm>
          <a:prstGeom prst="rect">
            <a:avLst/>
          </a:prstGeom>
          <a:noFill/>
        </p:spPr>
        <p:txBody>
          <a:bodyPr wrap="none" rtlCol="0">
            <a:spAutoFit/>
          </a:bodyPr>
          <a:lstStyle/>
          <a:p>
            <a:pPr algn="ctr"/>
            <a:r>
              <a:rPr lang="en-US" sz="2800" dirty="0">
                <a:latin typeface="Poppins Medium" panose="00000600000000000000" pitchFamily="2" charset="0"/>
                <a:cs typeface="Poppins Medium" panose="00000600000000000000" pitchFamily="2" charset="0"/>
              </a:rPr>
              <a:t>Model Data</a:t>
            </a:r>
            <a:endParaRPr lang="en-ID" sz="2800" dirty="0">
              <a:latin typeface="Poppins Medium" panose="00000600000000000000" pitchFamily="2" charset="0"/>
              <a:cs typeface="Poppins Medium" panose="00000600000000000000" pitchFamily="2" charset="0"/>
            </a:endParaRPr>
          </a:p>
        </p:txBody>
      </p:sp>
      <p:sp>
        <p:nvSpPr>
          <p:cNvPr id="3" name="Rectangle 2">
            <a:extLst>
              <a:ext uri="{FF2B5EF4-FFF2-40B4-BE49-F238E27FC236}">
                <a16:creationId xmlns:a16="http://schemas.microsoft.com/office/drawing/2014/main" id="{A5856DB9-5B73-419A-952D-50ABBBD729A4}"/>
              </a:ext>
            </a:extLst>
          </p:cNvPr>
          <p:cNvSpPr/>
          <p:nvPr/>
        </p:nvSpPr>
        <p:spPr>
          <a:xfrm>
            <a:off x="5210474" y="1139237"/>
            <a:ext cx="1771049" cy="45719"/>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 name="TextBox 4">
            <a:extLst>
              <a:ext uri="{FF2B5EF4-FFF2-40B4-BE49-F238E27FC236}">
                <a16:creationId xmlns:a16="http://schemas.microsoft.com/office/drawing/2014/main" id="{895911DB-1451-4285-B3E8-422BFB522190}"/>
              </a:ext>
            </a:extLst>
          </p:cNvPr>
          <p:cNvSpPr txBox="1"/>
          <p:nvPr/>
        </p:nvSpPr>
        <p:spPr>
          <a:xfrm>
            <a:off x="1261707" y="1666874"/>
            <a:ext cx="10490026" cy="3377078"/>
          </a:xfrm>
          <a:prstGeom prst="rect">
            <a:avLst/>
          </a:prstGeom>
          <a:noFill/>
        </p:spPr>
        <p:txBody>
          <a:bodyPr wrap="square">
            <a:spAutoFit/>
          </a:bodyPr>
          <a:lstStyle/>
          <a:p>
            <a:pPr marL="285750" indent="-285750">
              <a:lnSpc>
                <a:spcPct val="150000"/>
              </a:lnSpc>
              <a:buFont typeface="Wingdings" panose="05000000000000000000" pitchFamily="2" charset="2"/>
              <a:buChar char="§"/>
            </a:pPr>
            <a:r>
              <a:rPr lang="en-ID" spc="300" dirty="0">
                <a:latin typeface="Poppins Medium" panose="00000600000000000000" pitchFamily="2" charset="0"/>
                <a:cs typeface="Poppins Medium" panose="00000600000000000000" pitchFamily="2" charset="0"/>
              </a:rPr>
              <a:t>Anda </a:t>
            </a:r>
            <a:r>
              <a:rPr lang="en-ID" spc="300" dirty="0" err="1">
                <a:latin typeface="Poppins Medium" panose="00000600000000000000" pitchFamily="2" charset="0"/>
                <a:cs typeface="Poppins Medium" panose="00000600000000000000" pitchFamily="2" charset="0"/>
              </a:rPr>
              <a:t>memiliki</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dua</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dokumen</a:t>
            </a:r>
            <a:r>
              <a:rPr lang="en-ID" spc="300" dirty="0">
                <a:latin typeface="Poppins Medium" panose="00000600000000000000" pitchFamily="2" charset="0"/>
                <a:cs typeface="Poppins Medium" panose="00000600000000000000" pitchFamily="2" charset="0"/>
              </a:rPr>
              <a:t> di </a:t>
            </a:r>
            <a:r>
              <a:rPr lang="en-ID" spc="300" dirty="0" err="1">
                <a:latin typeface="Poppins Medium" panose="00000600000000000000" pitchFamily="2" charset="0"/>
                <a:cs typeface="Poppins Medium" panose="00000600000000000000" pitchFamily="2" charset="0"/>
              </a:rPr>
              <a:t>koleksi</a:t>
            </a:r>
            <a:r>
              <a:rPr lang="en-ID" spc="300" dirty="0">
                <a:latin typeface="Poppins Medium" panose="00000600000000000000" pitchFamily="2" charset="0"/>
                <a:cs typeface="Poppins Medium" panose="00000600000000000000" pitchFamily="2" charset="0"/>
              </a:rPr>
              <a:t> Region. </a:t>
            </a:r>
            <a:r>
              <a:rPr lang="en-ID" spc="300" dirty="0" err="1">
                <a:latin typeface="Poppins Medium" panose="00000600000000000000" pitchFamily="2" charset="0"/>
                <a:cs typeface="Poppins Medium" panose="00000600000000000000" pitchFamily="2" charset="0"/>
              </a:rPr>
              <a:t>Meskipun</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kedua</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dokumen</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tersebut</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merupakan</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bagian</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dari</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satu</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koleksi</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mereka</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memiliki</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struktur</a:t>
            </a:r>
            <a:r>
              <a:rPr lang="en-ID" spc="300" dirty="0">
                <a:latin typeface="Poppins Medium" panose="00000600000000000000" pitchFamily="2" charset="0"/>
                <a:cs typeface="Poppins Medium" panose="00000600000000000000" pitchFamily="2" charset="0"/>
              </a:rPr>
              <a:t> yang </a:t>
            </a:r>
            <a:r>
              <a:rPr lang="en-ID" spc="300" dirty="0" err="1">
                <a:latin typeface="Poppins Medium" panose="00000600000000000000" pitchFamily="2" charset="0"/>
                <a:cs typeface="Poppins Medium" panose="00000600000000000000" pitchFamily="2" charset="0"/>
              </a:rPr>
              <a:t>berbeda</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koleksi</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kedua</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memiliki</a:t>
            </a:r>
            <a:r>
              <a:rPr lang="en-ID" spc="300" dirty="0">
                <a:latin typeface="Poppins Medium" panose="00000600000000000000" pitchFamily="2" charset="0"/>
                <a:cs typeface="Poppins Medium" panose="00000600000000000000" pitchFamily="2" charset="0"/>
              </a:rPr>
              <a:t> field </a:t>
            </a:r>
            <a:r>
              <a:rPr lang="en-ID" spc="300" dirty="0" err="1">
                <a:latin typeface="Poppins Medium" panose="00000600000000000000" pitchFamily="2" charset="0"/>
                <a:cs typeface="Poppins Medium" panose="00000600000000000000" pitchFamily="2" charset="0"/>
              </a:rPr>
              <a:t>informasi</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tambahan</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yaitu</a:t>
            </a:r>
            <a:r>
              <a:rPr lang="en-ID" spc="300" dirty="0">
                <a:latin typeface="Poppins Medium" panose="00000600000000000000" pitchFamily="2" charset="0"/>
                <a:cs typeface="Poppins Medium" panose="00000600000000000000" pitchFamily="2" charset="0"/>
              </a:rPr>
              <a:t> Country. </a:t>
            </a:r>
            <a:r>
              <a:rPr lang="en-ID" spc="300" dirty="0" err="1">
                <a:latin typeface="Poppins Medium" panose="00000600000000000000" pitchFamily="2" charset="0"/>
                <a:cs typeface="Poppins Medium" panose="00000600000000000000" pitchFamily="2" charset="0"/>
              </a:rPr>
              <a:t>Faktanya</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jika</a:t>
            </a:r>
            <a:r>
              <a:rPr lang="en-ID" spc="300" dirty="0">
                <a:latin typeface="Poppins Medium" panose="00000600000000000000" pitchFamily="2" charset="0"/>
                <a:cs typeface="Poppins Medium" panose="00000600000000000000" pitchFamily="2" charset="0"/>
              </a:rPr>
              <a:t> Anda </a:t>
            </a:r>
            <a:r>
              <a:rPr lang="en-ID" spc="300" dirty="0" err="1">
                <a:latin typeface="Poppins Medium" panose="00000600000000000000" pitchFamily="2" charset="0"/>
                <a:cs typeface="Poppins Medium" panose="00000600000000000000" pitchFamily="2" charset="0"/>
              </a:rPr>
              <a:t>melihat</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bidang</a:t>
            </a:r>
            <a:r>
              <a:rPr lang="en-ID" spc="300" dirty="0">
                <a:latin typeface="Poppins Medium" panose="00000600000000000000" pitchFamily="2" charset="0"/>
                <a:cs typeface="Poppins Medium" panose="00000600000000000000" pitchFamily="2" charset="0"/>
              </a:rPr>
              <a:t> "R_ID", </a:t>
            </a:r>
            <a:r>
              <a:rPr lang="en-ID" spc="300" dirty="0" err="1">
                <a:latin typeface="Poppins Medium" panose="00000600000000000000" pitchFamily="2" charset="0"/>
                <a:cs typeface="Poppins Medium" panose="00000600000000000000" pitchFamily="2" charset="0"/>
              </a:rPr>
              <a:t>itu</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menyimpan</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nilai</a:t>
            </a:r>
            <a:r>
              <a:rPr lang="en-ID" spc="300" dirty="0">
                <a:latin typeface="Poppins Medium" panose="00000600000000000000" pitchFamily="2" charset="0"/>
                <a:cs typeface="Poppins Medium" panose="00000600000000000000" pitchFamily="2" charset="0"/>
              </a:rPr>
              <a:t> STRING di </a:t>
            </a:r>
            <a:r>
              <a:rPr lang="en-ID" spc="300" dirty="0" err="1">
                <a:latin typeface="Poppins Medium" panose="00000600000000000000" pitchFamily="2" charset="0"/>
                <a:cs typeface="Poppins Medium" panose="00000600000000000000" pitchFamily="2" charset="0"/>
              </a:rPr>
              <a:t>dokumen</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pertama</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sedangkan</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itu</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adalah</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angka</a:t>
            </a:r>
            <a:r>
              <a:rPr lang="en-ID" spc="300" dirty="0">
                <a:latin typeface="Poppins Medium" panose="00000600000000000000" pitchFamily="2" charset="0"/>
                <a:cs typeface="Poppins Medium" panose="00000600000000000000" pitchFamily="2" charset="0"/>
              </a:rPr>
              <a:t> di </a:t>
            </a:r>
            <a:r>
              <a:rPr lang="en-ID" spc="300" dirty="0" err="1">
                <a:latin typeface="Poppins Medium" panose="00000600000000000000" pitchFamily="2" charset="0"/>
                <a:cs typeface="Poppins Medium" panose="00000600000000000000" pitchFamily="2" charset="0"/>
              </a:rPr>
              <a:t>dokumen</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kedua</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Dengan</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demikian</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dokumen</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koleksi</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dapat</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memiliki</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skema</a:t>
            </a:r>
            <a:r>
              <a:rPr lang="en-ID" spc="300" dirty="0">
                <a:latin typeface="Poppins Medium" panose="00000600000000000000" pitchFamily="2" charset="0"/>
                <a:cs typeface="Poppins Medium" panose="00000600000000000000" pitchFamily="2" charset="0"/>
              </a:rPr>
              <a:t> yang </a:t>
            </a:r>
            <a:r>
              <a:rPr lang="en-ID" spc="300" dirty="0" err="1">
                <a:latin typeface="Poppins Medium" panose="00000600000000000000" pitchFamily="2" charset="0"/>
                <a:cs typeface="Poppins Medium" panose="00000600000000000000" pitchFamily="2" charset="0"/>
              </a:rPr>
              <a:t>sama</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sekali</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berbeda</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Itu</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jatuh</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ke</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aplikasi</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untuk</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menyimpan</a:t>
            </a:r>
            <a:endParaRPr lang="en-ID" spc="300" dirty="0">
              <a:latin typeface="Poppins Medium" panose="00000600000000000000" pitchFamily="2" charset="0"/>
              <a:cs typeface="Poppins Medium" panose="00000600000000000000" pitchFamily="2" charset="0"/>
            </a:endParaRPr>
          </a:p>
        </p:txBody>
      </p:sp>
      <p:pic>
        <p:nvPicPr>
          <p:cNvPr id="7" name="Picture 6">
            <a:extLst>
              <a:ext uri="{FF2B5EF4-FFF2-40B4-BE49-F238E27FC236}">
                <a16:creationId xmlns:a16="http://schemas.microsoft.com/office/drawing/2014/main" id="{AA20A63D-F291-48CA-A921-B008DB26A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078" y="320721"/>
            <a:ext cx="1752102" cy="462555"/>
          </a:xfrm>
          <a:prstGeom prst="rect">
            <a:avLst/>
          </a:prstGeom>
        </p:spPr>
      </p:pic>
    </p:spTree>
    <p:extLst>
      <p:ext uri="{BB962C8B-B14F-4D97-AF65-F5344CB8AC3E}">
        <p14:creationId xmlns:p14="http://schemas.microsoft.com/office/powerpoint/2010/main" val="232761668"/>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8CA9FF4-42BB-447B-B77D-254BC0EF0F4E}"/>
              </a:ext>
            </a:extLst>
          </p:cNvPr>
          <p:cNvSpPr/>
          <p:nvPr/>
        </p:nvSpPr>
        <p:spPr>
          <a:xfrm>
            <a:off x="0" y="6343049"/>
            <a:ext cx="12192000" cy="51495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 name="TextBox 1">
            <a:extLst>
              <a:ext uri="{FF2B5EF4-FFF2-40B4-BE49-F238E27FC236}">
                <a16:creationId xmlns:a16="http://schemas.microsoft.com/office/drawing/2014/main" id="{270E816A-7A73-4D4C-8054-E9AD5F1E78B9}"/>
              </a:ext>
            </a:extLst>
          </p:cNvPr>
          <p:cNvSpPr txBox="1"/>
          <p:nvPr/>
        </p:nvSpPr>
        <p:spPr>
          <a:xfrm>
            <a:off x="4564175" y="573540"/>
            <a:ext cx="3063659" cy="523220"/>
          </a:xfrm>
          <a:prstGeom prst="rect">
            <a:avLst/>
          </a:prstGeom>
          <a:noFill/>
        </p:spPr>
        <p:txBody>
          <a:bodyPr wrap="none" rtlCol="0">
            <a:spAutoFit/>
          </a:bodyPr>
          <a:lstStyle/>
          <a:p>
            <a:pPr algn="ctr"/>
            <a:r>
              <a:rPr lang="en-US" sz="2800" dirty="0">
                <a:latin typeface="Poppins Medium" panose="00000600000000000000" pitchFamily="2" charset="0"/>
                <a:cs typeface="Poppins Medium" panose="00000600000000000000" pitchFamily="2" charset="0"/>
              </a:rPr>
              <a:t>JSON dan BSON</a:t>
            </a:r>
            <a:endParaRPr lang="en-ID" sz="2800" dirty="0">
              <a:latin typeface="Poppins Medium" panose="00000600000000000000" pitchFamily="2" charset="0"/>
              <a:cs typeface="Poppins Medium" panose="00000600000000000000" pitchFamily="2" charset="0"/>
            </a:endParaRPr>
          </a:p>
        </p:txBody>
      </p:sp>
      <p:sp>
        <p:nvSpPr>
          <p:cNvPr id="3" name="Rectangle 2">
            <a:extLst>
              <a:ext uri="{FF2B5EF4-FFF2-40B4-BE49-F238E27FC236}">
                <a16:creationId xmlns:a16="http://schemas.microsoft.com/office/drawing/2014/main" id="{A5856DB9-5B73-419A-952D-50ABBBD729A4}"/>
              </a:ext>
            </a:extLst>
          </p:cNvPr>
          <p:cNvSpPr/>
          <p:nvPr/>
        </p:nvSpPr>
        <p:spPr>
          <a:xfrm>
            <a:off x="5210474" y="1139237"/>
            <a:ext cx="1771049" cy="45719"/>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 name="TextBox 4">
            <a:extLst>
              <a:ext uri="{FF2B5EF4-FFF2-40B4-BE49-F238E27FC236}">
                <a16:creationId xmlns:a16="http://schemas.microsoft.com/office/drawing/2014/main" id="{895911DB-1451-4285-B3E8-422BFB522190}"/>
              </a:ext>
            </a:extLst>
          </p:cNvPr>
          <p:cNvSpPr txBox="1"/>
          <p:nvPr/>
        </p:nvSpPr>
        <p:spPr>
          <a:xfrm>
            <a:off x="918005" y="1659965"/>
            <a:ext cx="10355986" cy="3377078"/>
          </a:xfrm>
          <a:prstGeom prst="rect">
            <a:avLst/>
          </a:prstGeom>
          <a:noFill/>
        </p:spPr>
        <p:txBody>
          <a:bodyPr wrap="square">
            <a:spAutoFit/>
          </a:bodyPr>
          <a:lstStyle/>
          <a:p>
            <a:pPr marL="285750" indent="-285750">
              <a:lnSpc>
                <a:spcPct val="150000"/>
              </a:lnSpc>
              <a:buFont typeface="Wingdings" panose="05000000000000000000" pitchFamily="2" charset="2"/>
              <a:buChar char="§"/>
            </a:pPr>
            <a:r>
              <a:rPr lang="en-ID" spc="300" dirty="0">
                <a:latin typeface="Poppins Medium" panose="00000600000000000000" pitchFamily="2" charset="0"/>
                <a:cs typeface="Poppins Medium" panose="00000600000000000000" pitchFamily="2" charset="0"/>
              </a:rPr>
              <a:t>MongoDB </a:t>
            </a:r>
            <a:r>
              <a:rPr lang="en-ID" spc="300" dirty="0" err="1">
                <a:latin typeface="Poppins Medium" panose="00000600000000000000" pitchFamily="2" charset="0"/>
                <a:cs typeface="Poppins Medium" panose="00000600000000000000" pitchFamily="2" charset="0"/>
              </a:rPr>
              <a:t>adalah</a:t>
            </a:r>
            <a:r>
              <a:rPr lang="en-ID" spc="300" dirty="0">
                <a:latin typeface="Poppins Medium" panose="00000600000000000000" pitchFamily="2" charset="0"/>
                <a:cs typeface="Poppins Medium" panose="00000600000000000000" pitchFamily="2" charset="0"/>
              </a:rPr>
              <a:t> database </a:t>
            </a:r>
            <a:r>
              <a:rPr lang="en-ID" spc="300" dirty="0" err="1">
                <a:latin typeface="Poppins Medium" panose="00000600000000000000" pitchFamily="2" charset="0"/>
                <a:cs typeface="Poppins Medium" panose="00000600000000000000" pitchFamily="2" charset="0"/>
              </a:rPr>
              <a:t>berbasis</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dokumen</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Ia</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menggunakan</a:t>
            </a:r>
            <a:r>
              <a:rPr lang="en-ID" spc="300" dirty="0">
                <a:latin typeface="Poppins Medium" panose="00000600000000000000" pitchFamily="2" charset="0"/>
                <a:cs typeface="Poppins Medium" panose="00000600000000000000" pitchFamily="2" charset="0"/>
              </a:rPr>
              <a:t> Binary JSON </a:t>
            </a:r>
            <a:r>
              <a:rPr lang="en-ID" spc="300" dirty="0" err="1">
                <a:latin typeface="Poppins Medium" panose="00000600000000000000" pitchFamily="2" charset="0"/>
                <a:cs typeface="Poppins Medium" panose="00000600000000000000" pitchFamily="2" charset="0"/>
              </a:rPr>
              <a:t>untuk</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menyimpan</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datanya</a:t>
            </a:r>
            <a:r>
              <a:rPr lang="en-ID" spc="300" dirty="0">
                <a:latin typeface="Poppins Medium" panose="00000600000000000000" pitchFamily="2" charset="0"/>
                <a:cs typeface="Poppins Medium" panose="00000600000000000000" pitchFamily="2" charset="0"/>
              </a:rPr>
              <a:t>.</a:t>
            </a:r>
          </a:p>
          <a:p>
            <a:pPr marL="285750" indent="-285750">
              <a:lnSpc>
                <a:spcPct val="150000"/>
              </a:lnSpc>
              <a:buFont typeface="Wingdings" panose="05000000000000000000" pitchFamily="2" charset="2"/>
              <a:buChar char="§"/>
            </a:pPr>
            <a:r>
              <a:rPr lang="en-ID" spc="300" dirty="0">
                <a:latin typeface="Poppins Medium" panose="00000600000000000000" pitchFamily="2" charset="0"/>
                <a:cs typeface="Poppins Medium" panose="00000600000000000000" pitchFamily="2" charset="0"/>
              </a:rPr>
              <a:t>JSON </a:t>
            </a:r>
            <a:r>
              <a:rPr lang="en-ID" spc="300" dirty="0" err="1">
                <a:latin typeface="Poppins Medium" panose="00000600000000000000" pitchFamily="2" charset="0"/>
                <a:cs typeface="Poppins Medium" panose="00000600000000000000" pitchFamily="2" charset="0"/>
              </a:rPr>
              <a:t>adalah</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singkatan</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dari</a:t>
            </a:r>
            <a:r>
              <a:rPr lang="en-ID" spc="300" dirty="0">
                <a:latin typeface="Poppins Medium" panose="00000600000000000000" pitchFamily="2" charset="0"/>
                <a:cs typeface="Poppins Medium" panose="00000600000000000000" pitchFamily="2" charset="0"/>
              </a:rPr>
              <a:t> JavaScript Object Notation. </a:t>
            </a:r>
            <a:r>
              <a:rPr lang="en-ID" spc="300" dirty="0" err="1">
                <a:latin typeface="Poppins Medium" panose="00000600000000000000" pitchFamily="2" charset="0"/>
                <a:cs typeface="Poppins Medium" panose="00000600000000000000" pitchFamily="2" charset="0"/>
              </a:rPr>
              <a:t>Ini</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adalah</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standar</a:t>
            </a:r>
            <a:r>
              <a:rPr lang="en-ID" spc="300" dirty="0">
                <a:latin typeface="Poppins Medium" panose="00000600000000000000" pitchFamily="2" charset="0"/>
                <a:cs typeface="Poppins Medium" panose="00000600000000000000" pitchFamily="2" charset="0"/>
              </a:rPr>
              <a:t> yang </a:t>
            </a:r>
            <a:r>
              <a:rPr lang="en-ID" spc="300" dirty="0" err="1">
                <a:latin typeface="Poppins Medium" panose="00000600000000000000" pitchFamily="2" charset="0"/>
                <a:cs typeface="Poppins Medium" panose="00000600000000000000" pitchFamily="2" charset="0"/>
              </a:rPr>
              <a:t>digunakan</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untuk</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pertukaran</a:t>
            </a:r>
            <a:r>
              <a:rPr lang="en-ID" spc="300" dirty="0">
                <a:latin typeface="Poppins Medium" panose="00000600000000000000" pitchFamily="2" charset="0"/>
                <a:cs typeface="Poppins Medium" panose="00000600000000000000" pitchFamily="2" charset="0"/>
              </a:rPr>
              <a:t> data di Web modern </a:t>
            </a:r>
            <a:r>
              <a:rPr lang="en-ID" spc="300" dirty="0" err="1">
                <a:latin typeface="Poppins Medium" panose="00000600000000000000" pitchFamily="2" charset="0"/>
                <a:cs typeface="Poppins Medium" panose="00000600000000000000" pitchFamily="2" charset="0"/>
              </a:rPr>
              <a:t>saat</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ini</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bersama</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dengan</a:t>
            </a:r>
            <a:r>
              <a:rPr lang="en-ID" spc="300" dirty="0">
                <a:latin typeface="Poppins Medium" panose="00000600000000000000" pitchFamily="2" charset="0"/>
                <a:cs typeface="Poppins Medium" panose="00000600000000000000" pitchFamily="2" charset="0"/>
              </a:rPr>
              <a:t> XML). </a:t>
            </a:r>
            <a:r>
              <a:rPr lang="en-ID" spc="300" dirty="0" err="1">
                <a:latin typeface="Poppins Medium" panose="00000600000000000000" pitchFamily="2" charset="0"/>
                <a:cs typeface="Poppins Medium" panose="00000600000000000000" pitchFamily="2" charset="0"/>
              </a:rPr>
              <a:t>Formatnya</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dapat</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dibaca</a:t>
            </a:r>
            <a:r>
              <a:rPr lang="en-ID" spc="300" dirty="0">
                <a:latin typeface="Poppins Medium" panose="00000600000000000000" pitchFamily="2" charset="0"/>
                <a:cs typeface="Poppins Medium" panose="00000600000000000000" pitchFamily="2" charset="0"/>
              </a:rPr>
              <a:t> oleh </a:t>
            </a:r>
            <a:r>
              <a:rPr lang="en-ID" spc="300" dirty="0" err="1">
                <a:latin typeface="Poppins Medium" panose="00000600000000000000" pitchFamily="2" charset="0"/>
                <a:cs typeface="Poppins Medium" panose="00000600000000000000" pitchFamily="2" charset="0"/>
              </a:rPr>
              <a:t>manusia</a:t>
            </a:r>
            <a:r>
              <a:rPr lang="en-ID" spc="300" dirty="0">
                <a:latin typeface="Poppins Medium" panose="00000600000000000000" pitchFamily="2" charset="0"/>
                <a:cs typeface="Poppins Medium" panose="00000600000000000000" pitchFamily="2" charset="0"/>
              </a:rPr>
              <a:t> dan </a:t>
            </a:r>
            <a:r>
              <a:rPr lang="en-ID" spc="300" dirty="0" err="1">
                <a:latin typeface="Poppins Medium" panose="00000600000000000000" pitchFamily="2" charset="0"/>
                <a:cs typeface="Poppins Medium" panose="00000600000000000000" pitchFamily="2" charset="0"/>
              </a:rPr>
              <a:t>mesin</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Ini</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bukan</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hanya</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cara</a:t>
            </a:r>
            <a:r>
              <a:rPr lang="en-ID" spc="300" dirty="0">
                <a:latin typeface="Poppins Medium" panose="00000600000000000000" pitchFamily="2" charset="0"/>
                <a:cs typeface="Poppins Medium" panose="00000600000000000000" pitchFamily="2" charset="0"/>
              </a:rPr>
              <a:t> yang </a:t>
            </a:r>
            <a:r>
              <a:rPr lang="en-ID" spc="300" dirty="0" err="1">
                <a:latin typeface="Poppins Medium" panose="00000600000000000000" pitchFamily="2" charset="0"/>
                <a:cs typeface="Poppins Medium" panose="00000600000000000000" pitchFamily="2" charset="0"/>
              </a:rPr>
              <a:t>bagus</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untuk</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bertukar</a:t>
            </a:r>
            <a:r>
              <a:rPr lang="en-ID" spc="300" dirty="0">
                <a:latin typeface="Poppins Medium" panose="00000600000000000000" pitchFamily="2" charset="0"/>
                <a:cs typeface="Poppins Medium" panose="00000600000000000000" pitchFamily="2" charset="0"/>
              </a:rPr>
              <a:t> data </a:t>
            </a:r>
            <a:r>
              <a:rPr lang="en-ID" spc="300" dirty="0" err="1">
                <a:latin typeface="Poppins Medium" panose="00000600000000000000" pitchFamily="2" charset="0"/>
                <a:cs typeface="Poppins Medium" panose="00000600000000000000" pitchFamily="2" charset="0"/>
              </a:rPr>
              <a:t>tetapi</a:t>
            </a:r>
            <a:r>
              <a:rPr lang="en-ID" spc="300" dirty="0">
                <a:latin typeface="Poppins Medium" panose="00000600000000000000" pitchFamily="2" charset="0"/>
                <a:cs typeface="Poppins Medium" panose="00000600000000000000" pitchFamily="2" charset="0"/>
              </a:rPr>
              <a:t> juga </a:t>
            </a:r>
            <a:r>
              <a:rPr lang="en-ID" spc="300" dirty="0" err="1">
                <a:latin typeface="Poppins Medium" panose="00000600000000000000" pitchFamily="2" charset="0"/>
                <a:cs typeface="Poppins Medium" panose="00000600000000000000" pitchFamily="2" charset="0"/>
              </a:rPr>
              <a:t>cara</a:t>
            </a:r>
            <a:r>
              <a:rPr lang="en-ID" spc="300" dirty="0">
                <a:latin typeface="Poppins Medium" panose="00000600000000000000" pitchFamily="2" charset="0"/>
                <a:cs typeface="Poppins Medium" panose="00000600000000000000" pitchFamily="2" charset="0"/>
              </a:rPr>
              <a:t> yang </a:t>
            </a:r>
            <a:r>
              <a:rPr lang="en-ID" spc="300" dirty="0" err="1">
                <a:latin typeface="Poppins Medium" panose="00000600000000000000" pitchFamily="2" charset="0"/>
                <a:cs typeface="Poppins Medium" panose="00000600000000000000" pitchFamily="2" charset="0"/>
              </a:rPr>
              <a:t>bagus</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untuk</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menyimpan</a:t>
            </a:r>
            <a:r>
              <a:rPr lang="en-ID" spc="300" dirty="0">
                <a:latin typeface="Poppins Medium" panose="00000600000000000000" pitchFamily="2" charset="0"/>
                <a:cs typeface="Poppins Medium" panose="00000600000000000000" pitchFamily="2" charset="0"/>
              </a:rPr>
              <a:t> data.</a:t>
            </a:r>
          </a:p>
        </p:txBody>
      </p:sp>
      <p:pic>
        <p:nvPicPr>
          <p:cNvPr id="7" name="Picture 6">
            <a:extLst>
              <a:ext uri="{FF2B5EF4-FFF2-40B4-BE49-F238E27FC236}">
                <a16:creationId xmlns:a16="http://schemas.microsoft.com/office/drawing/2014/main" id="{AA20A63D-F291-48CA-A921-B008DB26A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078" y="320721"/>
            <a:ext cx="1752102" cy="462555"/>
          </a:xfrm>
          <a:prstGeom prst="rect">
            <a:avLst/>
          </a:prstGeom>
        </p:spPr>
      </p:pic>
    </p:spTree>
    <p:extLst>
      <p:ext uri="{BB962C8B-B14F-4D97-AF65-F5344CB8AC3E}">
        <p14:creationId xmlns:p14="http://schemas.microsoft.com/office/powerpoint/2010/main" val="87220040"/>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8CA9FF4-42BB-447B-B77D-254BC0EF0F4E}"/>
              </a:ext>
            </a:extLst>
          </p:cNvPr>
          <p:cNvSpPr/>
          <p:nvPr/>
        </p:nvSpPr>
        <p:spPr>
          <a:xfrm>
            <a:off x="0" y="6343049"/>
            <a:ext cx="12192000" cy="51495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 name="TextBox 1">
            <a:extLst>
              <a:ext uri="{FF2B5EF4-FFF2-40B4-BE49-F238E27FC236}">
                <a16:creationId xmlns:a16="http://schemas.microsoft.com/office/drawing/2014/main" id="{270E816A-7A73-4D4C-8054-E9AD5F1E78B9}"/>
              </a:ext>
            </a:extLst>
          </p:cNvPr>
          <p:cNvSpPr txBox="1"/>
          <p:nvPr/>
        </p:nvSpPr>
        <p:spPr>
          <a:xfrm>
            <a:off x="4564175" y="573540"/>
            <a:ext cx="3063659" cy="523220"/>
          </a:xfrm>
          <a:prstGeom prst="rect">
            <a:avLst/>
          </a:prstGeom>
          <a:noFill/>
        </p:spPr>
        <p:txBody>
          <a:bodyPr wrap="none" rtlCol="0">
            <a:spAutoFit/>
          </a:bodyPr>
          <a:lstStyle/>
          <a:p>
            <a:pPr algn="ctr"/>
            <a:r>
              <a:rPr lang="en-US" sz="2800" dirty="0">
                <a:latin typeface="Poppins Medium" panose="00000600000000000000" pitchFamily="2" charset="0"/>
                <a:cs typeface="Poppins Medium" panose="00000600000000000000" pitchFamily="2" charset="0"/>
              </a:rPr>
              <a:t>JSON dan BSON</a:t>
            </a:r>
            <a:endParaRPr lang="en-ID" sz="2800" dirty="0">
              <a:latin typeface="Poppins Medium" panose="00000600000000000000" pitchFamily="2" charset="0"/>
              <a:cs typeface="Poppins Medium" panose="00000600000000000000" pitchFamily="2" charset="0"/>
            </a:endParaRPr>
          </a:p>
        </p:txBody>
      </p:sp>
      <p:sp>
        <p:nvSpPr>
          <p:cNvPr id="3" name="Rectangle 2">
            <a:extLst>
              <a:ext uri="{FF2B5EF4-FFF2-40B4-BE49-F238E27FC236}">
                <a16:creationId xmlns:a16="http://schemas.microsoft.com/office/drawing/2014/main" id="{A5856DB9-5B73-419A-952D-50ABBBD729A4}"/>
              </a:ext>
            </a:extLst>
          </p:cNvPr>
          <p:cNvSpPr/>
          <p:nvPr/>
        </p:nvSpPr>
        <p:spPr>
          <a:xfrm>
            <a:off x="5210474" y="1139237"/>
            <a:ext cx="1771049" cy="45719"/>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 name="TextBox 4">
            <a:extLst>
              <a:ext uri="{FF2B5EF4-FFF2-40B4-BE49-F238E27FC236}">
                <a16:creationId xmlns:a16="http://schemas.microsoft.com/office/drawing/2014/main" id="{895911DB-1451-4285-B3E8-422BFB522190}"/>
              </a:ext>
            </a:extLst>
          </p:cNvPr>
          <p:cNvSpPr txBox="1"/>
          <p:nvPr/>
        </p:nvSpPr>
        <p:spPr>
          <a:xfrm>
            <a:off x="918005" y="1456769"/>
            <a:ext cx="10355986" cy="4623573"/>
          </a:xfrm>
          <a:prstGeom prst="rect">
            <a:avLst/>
          </a:prstGeom>
          <a:noFill/>
        </p:spPr>
        <p:txBody>
          <a:bodyPr wrap="square">
            <a:spAutoFit/>
          </a:bodyPr>
          <a:lstStyle/>
          <a:p>
            <a:pPr marL="285750" indent="-285750">
              <a:lnSpc>
                <a:spcPct val="150000"/>
              </a:lnSpc>
              <a:buFont typeface="Wingdings" panose="05000000000000000000" pitchFamily="2" charset="2"/>
              <a:buChar char="§"/>
            </a:pPr>
            <a:r>
              <a:rPr lang="en-ID" spc="300" dirty="0" err="1">
                <a:latin typeface="Poppins Medium" panose="00000600000000000000" pitchFamily="2" charset="0"/>
                <a:cs typeface="Poppins Medium" panose="00000600000000000000" pitchFamily="2" charset="0"/>
              </a:rPr>
              <a:t>Semua</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tipe</a:t>
            </a:r>
            <a:r>
              <a:rPr lang="en-ID" spc="300" dirty="0">
                <a:latin typeface="Poppins Medium" panose="00000600000000000000" pitchFamily="2" charset="0"/>
                <a:cs typeface="Poppins Medium" panose="00000600000000000000" pitchFamily="2" charset="0"/>
              </a:rPr>
              <a:t> data </a:t>
            </a:r>
            <a:r>
              <a:rPr lang="en-ID" spc="300" dirty="0" err="1">
                <a:latin typeface="Poppins Medium" panose="00000600000000000000" pitchFamily="2" charset="0"/>
                <a:cs typeface="Poppins Medium" panose="00000600000000000000" pitchFamily="2" charset="0"/>
              </a:rPr>
              <a:t>dasar</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seperti</a:t>
            </a:r>
            <a:r>
              <a:rPr lang="en-ID" spc="300" dirty="0">
                <a:latin typeface="Poppins Medium" panose="00000600000000000000" pitchFamily="2" charset="0"/>
                <a:cs typeface="Poppins Medium" panose="00000600000000000000" pitchFamily="2" charset="0"/>
              </a:rPr>
              <a:t> string, </a:t>
            </a:r>
            <a:r>
              <a:rPr lang="en-ID" spc="300" dirty="0" err="1">
                <a:latin typeface="Poppins Medium" panose="00000600000000000000" pitchFamily="2" charset="0"/>
                <a:cs typeface="Poppins Medium" panose="00000600000000000000" pitchFamily="2" charset="0"/>
              </a:rPr>
              <a:t>angka</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nilai</a:t>
            </a:r>
            <a:r>
              <a:rPr lang="en-ID" spc="300" dirty="0">
                <a:latin typeface="Poppins Medium" panose="00000600000000000000" pitchFamily="2" charset="0"/>
                <a:cs typeface="Poppins Medium" panose="00000600000000000000" pitchFamily="2" charset="0"/>
              </a:rPr>
              <a:t> Boolean, dan array) </a:t>
            </a:r>
            <a:r>
              <a:rPr lang="en-ID" spc="300" dirty="0" err="1">
                <a:latin typeface="Poppins Medium" panose="00000600000000000000" pitchFamily="2" charset="0"/>
                <a:cs typeface="Poppins Medium" panose="00000600000000000000" pitchFamily="2" charset="0"/>
              </a:rPr>
              <a:t>didukung</a:t>
            </a:r>
            <a:r>
              <a:rPr lang="en-ID" spc="300" dirty="0">
                <a:latin typeface="Poppins Medium" panose="00000600000000000000" pitchFamily="2" charset="0"/>
                <a:cs typeface="Poppins Medium" panose="00000600000000000000" pitchFamily="2" charset="0"/>
              </a:rPr>
              <a:t> oleh JSON. Kode </a:t>
            </a:r>
            <a:r>
              <a:rPr lang="en-ID" spc="300" dirty="0" err="1">
                <a:latin typeface="Poppins Medium" panose="00000600000000000000" pitchFamily="2" charset="0"/>
                <a:cs typeface="Poppins Medium" panose="00000600000000000000" pitchFamily="2" charset="0"/>
              </a:rPr>
              <a:t>berikut</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menunjukkan</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seperti</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apa</a:t>
            </a:r>
            <a:r>
              <a:rPr lang="en-ID" spc="300" dirty="0">
                <a:latin typeface="Poppins Medium" panose="00000600000000000000" pitchFamily="2" charset="0"/>
                <a:cs typeface="Poppins Medium" panose="00000600000000000000" pitchFamily="2" charset="0"/>
              </a:rPr>
              <a:t> </a:t>
            </a:r>
            <a:r>
              <a:rPr lang="en-ID" spc="300" dirty="0" err="1">
                <a:latin typeface="Poppins Medium" panose="00000600000000000000" pitchFamily="2" charset="0"/>
                <a:cs typeface="Poppins Medium" panose="00000600000000000000" pitchFamily="2" charset="0"/>
              </a:rPr>
              <a:t>dokumen</a:t>
            </a:r>
            <a:r>
              <a:rPr lang="en-ID" spc="300" dirty="0">
                <a:latin typeface="Poppins Medium" panose="00000600000000000000" pitchFamily="2" charset="0"/>
                <a:cs typeface="Poppins Medium" panose="00000600000000000000" pitchFamily="2" charset="0"/>
              </a:rPr>
              <a:t> JSON:</a:t>
            </a:r>
          </a:p>
          <a:p>
            <a:pPr marL="285750" indent="-285750">
              <a:lnSpc>
                <a:spcPct val="150000"/>
              </a:lnSpc>
              <a:buFont typeface="Wingdings" panose="05000000000000000000" pitchFamily="2" charset="2"/>
              <a:buChar char="§"/>
            </a:pPr>
            <a:r>
              <a:rPr lang="en-ID" spc="300" dirty="0">
                <a:latin typeface="Poppins Medium" panose="00000600000000000000" pitchFamily="2" charset="0"/>
                <a:cs typeface="Poppins Medium" panose="00000600000000000000" pitchFamily="2" charset="0"/>
              </a:rPr>
              <a:t> {	"_id" : 1, </a:t>
            </a:r>
          </a:p>
          <a:p>
            <a:pPr>
              <a:lnSpc>
                <a:spcPct val="150000"/>
              </a:lnSpc>
            </a:pPr>
            <a:r>
              <a:rPr lang="en-ID" spc="300" dirty="0">
                <a:latin typeface="Poppins Medium" panose="00000600000000000000" pitchFamily="2" charset="0"/>
                <a:cs typeface="Poppins Medium" panose="00000600000000000000" pitchFamily="2" charset="0"/>
              </a:rPr>
              <a:t>	"name" : { "first" : "John", "last" : "Doe" }, </a:t>
            </a:r>
          </a:p>
          <a:p>
            <a:pPr>
              <a:lnSpc>
                <a:spcPct val="150000"/>
              </a:lnSpc>
            </a:pPr>
            <a:r>
              <a:rPr lang="en-ID" spc="300" dirty="0">
                <a:latin typeface="Poppins Medium" panose="00000600000000000000" pitchFamily="2" charset="0"/>
                <a:cs typeface="Poppins Medium" panose="00000600000000000000" pitchFamily="2" charset="0"/>
              </a:rPr>
              <a:t> 	"publications" : [ </a:t>
            </a:r>
          </a:p>
          <a:p>
            <a:pPr>
              <a:lnSpc>
                <a:spcPct val="150000"/>
              </a:lnSpc>
            </a:pPr>
            <a:r>
              <a:rPr lang="en-ID" spc="300" dirty="0">
                <a:latin typeface="Poppins Medium" panose="00000600000000000000" pitchFamily="2" charset="0"/>
                <a:cs typeface="Poppins Medium" panose="00000600000000000000" pitchFamily="2" charset="0"/>
              </a:rPr>
              <a:t>		{ "title" : "First Book", "year" : 1989, "publisher" : 			"publisher1" }, </a:t>
            </a:r>
          </a:p>
          <a:p>
            <a:pPr>
              <a:lnSpc>
                <a:spcPct val="150000"/>
              </a:lnSpc>
            </a:pPr>
            <a:r>
              <a:rPr lang="en-ID" spc="300" dirty="0">
                <a:latin typeface="Poppins Medium" panose="00000600000000000000" pitchFamily="2" charset="0"/>
                <a:cs typeface="Poppins Medium" panose="00000600000000000000" pitchFamily="2" charset="0"/>
              </a:rPr>
              <a:t>		{ "title" : "Second Book", "year" : 1999, "publisher" : 			"publisher2" } ] </a:t>
            </a:r>
          </a:p>
          <a:p>
            <a:pPr>
              <a:lnSpc>
                <a:spcPct val="150000"/>
              </a:lnSpc>
            </a:pPr>
            <a:r>
              <a:rPr lang="en-ID" spc="300" dirty="0">
                <a:latin typeface="Poppins Medium" panose="00000600000000000000" pitchFamily="2" charset="0"/>
                <a:cs typeface="Poppins Medium" panose="00000600000000000000" pitchFamily="2" charset="0"/>
              </a:rPr>
              <a:t>    } </a:t>
            </a:r>
          </a:p>
        </p:txBody>
      </p:sp>
      <p:pic>
        <p:nvPicPr>
          <p:cNvPr id="7" name="Picture 6">
            <a:extLst>
              <a:ext uri="{FF2B5EF4-FFF2-40B4-BE49-F238E27FC236}">
                <a16:creationId xmlns:a16="http://schemas.microsoft.com/office/drawing/2014/main" id="{AA20A63D-F291-48CA-A921-B008DB26A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078" y="320721"/>
            <a:ext cx="1752102" cy="462555"/>
          </a:xfrm>
          <a:prstGeom prst="rect">
            <a:avLst/>
          </a:prstGeom>
        </p:spPr>
      </p:pic>
    </p:spTree>
    <p:extLst>
      <p:ext uri="{BB962C8B-B14F-4D97-AF65-F5344CB8AC3E}">
        <p14:creationId xmlns:p14="http://schemas.microsoft.com/office/powerpoint/2010/main" val="2022730306"/>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8CA9FF4-42BB-447B-B77D-254BC0EF0F4E}"/>
              </a:ext>
            </a:extLst>
          </p:cNvPr>
          <p:cNvSpPr/>
          <p:nvPr/>
        </p:nvSpPr>
        <p:spPr>
          <a:xfrm>
            <a:off x="0" y="6343049"/>
            <a:ext cx="12192000" cy="51495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 name="TextBox 1">
            <a:extLst>
              <a:ext uri="{FF2B5EF4-FFF2-40B4-BE49-F238E27FC236}">
                <a16:creationId xmlns:a16="http://schemas.microsoft.com/office/drawing/2014/main" id="{270E816A-7A73-4D4C-8054-E9AD5F1E78B9}"/>
              </a:ext>
            </a:extLst>
          </p:cNvPr>
          <p:cNvSpPr txBox="1"/>
          <p:nvPr/>
        </p:nvSpPr>
        <p:spPr>
          <a:xfrm>
            <a:off x="4564175" y="573540"/>
            <a:ext cx="3063659" cy="523220"/>
          </a:xfrm>
          <a:prstGeom prst="rect">
            <a:avLst/>
          </a:prstGeom>
          <a:noFill/>
        </p:spPr>
        <p:txBody>
          <a:bodyPr wrap="none" rtlCol="0">
            <a:spAutoFit/>
          </a:bodyPr>
          <a:lstStyle/>
          <a:p>
            <a:pPr algn="ctr"/>
            <a:r>
              <a:rPr lang="en-US" sz="2800" dirty="0">
                <a:latin typeface="Poppins Medium" panose="00000600000000000000" pitchFamily="2" charset="0"/>
                <a:cs typeface="Poppins Medium" panose="00000600000000000000" pitchFamily="2" charset="0"/>
              </a:rPr>
              <a:t>JSON dan BSON</a:t>
            </a:r>
            <a:endParaRPr lang="en-ID" sz="2800" dirty="0">
              <a:latin typeface="Poppins Medium" panose="00000600000000000000" pitchFamily="2" charset="0"/>
              <a:cs typeface="Poppins Medium" panose="00000600000000000000" pitchFamily="2" charset="0"/>
            </a:endParaRPr>
          </a:p>
        </p:txBody>
      </p:sp>
      <p:sp>
        <p:nvSpPr>
          <p:cNvPr id="3" name="Rectangle 2">
            <a:extLst>
              <a:ext uri="{FF2B5EF4-FFF2-40B4-BE49-F238E27FC236}">
                <a16:creationId xmlns:a16="http://schemas.microsoft.com/office/drawing/2014/main" id="{A5856DB9-5B73-419A-952D-50ABBBD729A4}"/>
              </a:ext>
            </a:extLst>
          </p:cNvPr>
          <p:cNvSpPr/>
          <p:nvPr/>
        </p:nvSpPr>
        <p:spPr>
          <a:xfrm>
            <a:off x="5210474" y="1139237"/>
            <a:ext cx="1771049" cy="45719"/>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 name="TextBox 4">
            <a:extLst>
              <a:ext uri="{FF2B5EF4-FFF2-40B4-BE49-F238E27FC236}">
                <a16:creationId xmlns:a16="http://schemas.microsoft.com/office/drawing/2014/main" id="{895911DB-1451-4285-B3E8-422BFB522190}"/>
              </a:ext>
            </a:extLst>
          </p:cNvPr>
          <p:cNvSpPr txBox="1"/>
          <p:nvPr/>
        </p:nvSpPr>
        <p:spPr>
          <a:xfrm>
            <a:off x="918005" y="1456769"/>
            <a:ext cx="10355986" cy="1715085"/>
          </a:xfrm>
          <a:prstGeom prst="rect">
            <a:avLst/>
          </a:prstGeom>
          <a:noFill/>
        </p:spPr>
        <p:txBody>
          <a:bodyPr wrap="square">
            <a:spAutoFit/>
          </a:bodyPr>
          <a:lstStyle/>
          <a:p>
            <a:pPr marL="285750" indent="-285750">
              <a:lnSpc>
                <a:spcPct val="150000"/>
              </a:lnSpc>
              <a:buFont typeface="Wingdings" panose="05000000000000000000" pitchFamily="2" charset="2"/>
              <a:buChar char="§"/>
            </a:pPr>
            <a:r>
              <a:rPr lang="sv-SE" spc="300" dirty="0">
                <a:latin typeface="Poppins Medium" panose="00000600000000000000" pitchFamily="2" charset="0"/>
                <a:cs typeface="Poppins Medium" panose="00000600000000000000" pitchFamily="2" charset="0"/>
              </a:rPr>
              <a:t>JSON memungkinkan Anda menyimpan semua informasi terkait di satu tempat, yang memberikan kinerja luar biasa. Ini juga memungkinkan pembaruan dokumen menjadi independen. Ini tanpa skema</a:t>
            </a:r>
            <a:endParaRPr lang="en-ID" spc="300" dirty="0">
              <a:latin typeface="Poppins Medium" panose="00000600000000000000" pitchFamily="2" charset="0"/>
              <a:cs typeface="Poppins Medium" panose="00000600000000000000" pitchFamily="2" charset="0"/>
            </a:endParaRPr>
          </a:p>
        </p:txBody>
      </p:sp>
      <p:pic>
        <p:nvPicPr>
          <p:cNvPr id="7" name="Picture 6">
            <a:extLst>
              <a:ext uri="{FF2B5EF4-FFF2-40B4-BE49-F238E27FC236}">
                <a16:creationId xmlns:a16="http://schemas.microsoft.com/office/drawing/2014/main" id="{AA20A63D-F291-48CA-A921-B008DB26A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078" y="320721"/>
            <a:ext cx="1752102" cy="462555"/>
          </a:xfrm>
          <a:prstGeom prst="rect">
            <a:avLst/>
          </a:prstGeom>
        </p:spPr>
      </p:pic>
    </p:spTree>
    <p:extLst>
      <p:ext uri="{BB962C8B-B14F-4D97-AF65-F5344CB8AC3E}">
        <p14:creationId xmlns:p14="http://schemas.microsoft.com/office/powerpoint/2010/main" val="3507638759"/>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8CA9FF4-42BB-447B-B77D-254BC0EF0F4E}"/>
              </a:ext>
            </a:extLst>
          </p:cNvPr>
          <p:cNvSpPr/>
          <p:nvPr/>
        </p:nvSpPr>
        <p:spPr>
          <a:xfrm>
            <a:off x="0" y="6343049"/>
            <a:ext cx="12192000" cy="51495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 name="TextBox 1">
            <a:extLst>
              <a:ext uri="{FF2B5EF4-FFF2-40B4-BE49-F238E27FC236}">
                <a16:creationId xmlns:a16="http://schemas.microsoft.com/office/drawing/2014/main" id="{270E816A-7A73-4D4C-8054-E9AD5F1E78B9}"/>
              </a:ext>
            </a:extLst>
          </p:cNvPr>
          <p:cNvSpPr txBox="1"/>
          <p:nvPr/>
        </p:nvSpPr>
        <p:spPr>
          <a:xfrm>
            <a:off x="4592233" y="573540"/>
            <a:ext cx="3007555" cy="523220"/>
          </a:xfrm>
          <a:prstGeom prst="rect">
            <a:avLst/>
          </a:prstGeom>
          <a:noFill/>
        </p:spPr>
        <p:txBody>
          <a:bodyPr wrap="none" rtlCol="0">
            <a:spAutoFit/>
          </a:bodyPr>
          <a:lstStyle/>
          <a:p>
            <a:pPr algn="ctr"/>
            <a:r>
              <a:rPr lang="en-US" sz="2800" dirty="0" err="1">
                <a:latin typeface="Poppins Medium" panose="00000600000000000000" pitchFamily="2" charset="0"/>
                <a:cs typeface="Poppins Medium" panose="00000600000000000000" pitchFamily="2" charset="0"/>
              </a:rPr>
              <a:t>Pengenal</a:t>
            </a:r>
            <a:r>
              <a:rPr lang="en-US" sz="2800" dirty="0">
                <a:latin typeface="Poppins Medium" panose="00000600000000000000" pitchFamily="2" charset="0"/>
                <a:cs typeface="Poppins Medium" panose="00000600000000000000" pitchFamily="2" charset="0"/>
              </a:rPr>
              <a:t> (_id)</a:t>
            </a:r>
            <a:endParaRPr lang="en-ID" sz="2800" dirty="0">
              <a:latin typeface="Poppins Medium" panose="00000600000000000000" pitchFamily="2" charset="0"/>
              <a:cs typeface="Poppins Medium" panose="00000600000000000000" pitchFamily="2" charset="0"/>
            </a:endParaRPr>
          </a:p>
        </p:txBody>
      </p:sp>
      <p:sp>
        <p:nvSpPr>
          <p:cNvPr id="3" name="Rectangle 2">
            <a:extLst>
              <a:ext uri="{FF2B5EF4-FFF2-40B4-BE49-F238E27FC236}">
                <a16:creationId xmlns:a16="http://schemas.microsoft.com/office/drawing/2014/main" id="{A5856DB9-5B73-419A-952D-50ABBBD729A4}"/>
              </a:ext>
            </a:extLst>
          </p:cNvPr>
          <p:cNvSpPr/>
          <p:nvPr/>
        </p:nvSpPr>
        <p:spPr>
          <a:xfrm>
            <a:off x="5210474" y="1139237"/>
            <a:ext cx="1771049" cy="45719"/>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 name="TextBox 4">
            <a:extLst>
              <a:ext uri="{FF2B5EF4-FFF2-40B4-BE49-F238E27FC236}">
                <a16:creationId xmlns:a16="http://schemas.microsoft.com/office/drawing/2014/main" id="{895911DB-1451-4285-B3E8-422BFB522190}"/>
              </a:ext>
            </a:extLst>
          </p:cNvPr>
          <p:cNvSpPr txBox="1"/>
          <p:nvPr/>
        </p:nvSpPr>
        <p:spPr>
          <a:xfrm>
            <a:off x="918005" y="1456769"/>
            <a:ext cx="10355986" cy="1715085"/>
          </a:xfrm>
          <a:prstGeom prst="rect">
            <a:avLst/>
          </a:prstGeom>
          <a:noFill/>
        </p:spPr>
        <p:txBody>
          <a:bodyPr wrap="square">
            <a:spAutoFit/>
          </a:bodyPr>
          <a:lstStyle/>
          <a:p>
            <a:pPr marL="285750" indent="-285750">
              <a:lnSpc>
                <a:spcPct val="150000"/>
              </a:lnSpc>
              <a:buFont typeface="Wingdings" panose="05000000000000000000" pitchFamily="2" charset="2"/>
              <a:buChar char="§"/>
            </a:pPr>
            <a:r>
              <a:rPr lang="sv-SE" spc="300" dirty="0">
                <a:latin typeface="Poppins Medium" panose="00000600000000000000" pitchFamily="2" charset="0"/>
                <a:cs typeface="Poppins Medium" panose="00000600000000000000" pitchFamily="2" charset="0"/>
              </a:rPr>
              <a:t>MongoDB menyimpan data dalam dokumen. Dokumen terdiri dari pasangan nilai kunci. Meskipun dokumen dapat dibandingkan dengan baris di RDBMS, tidak seperti baris, dokumen memiliki skema yang fleksibel.</a:t>
            </a:r>
          </a:p>
        </p:txBody>
      </p:sp>
      <p:pic>
        <p:nvPicPr>
          <p:cNvPr id="7" name="Picture 6">
            <a:extLst>
              <a:ext uri="{FF2B5EF4-FFF2-40B4-BE49-F238E27FC236}">
                <a16:creationId xmlns:a16="http://schemas.microsoft.com/office/drawing/2014/main" id="{AA20A63D-F291-48CA-A921-B008DB26A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078" y="320721"/>
            <a:ext cx="1752102" cy="462555"/>
          </a:xfrm>
          <a:prstGeom prst="rect">
            <a:avLst/>
          </a:prstGeom>
        </p:spPr>
      </p:pic>
    </p:spTree>
    <p:extLst>
      <p:ext uri="{BB962C8B-B14F-4D97-AF65-F5344CB8AC3E}">
        <p14:creationId xmlns:p14="http://schemas.microsoft.com/office/powerpoint/2010/main" val="2473170059"/>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8CA9FF4-42BB-447B-B77D-254BC0EF0F4E}"/>
              </a:ext>
            </a:extLst>
          </p:cNvPr>
          <p:cNvSpPr/>
          <p:nvPr/>
        </p:nvSpPr>
        <p:spPr>
          <a:xfrm>
            <a:off x="0" y="6343049"/>
            <a:ext cx="12192000" cy="51495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 name="TextBox 1">
            <a:extLst>
              <a:ext uri="{FF2B5EF4-FFF2-40B4-BE49-F238E27FC236}">
                <a16:creationId xmlns:a16="http://schemas.microsoft.com/office/drawing/2014/main" id="{270E816A-7A73-4D4C-8054-E9AD5F1E78B9}"/>
              </a:ext>
            </a:extLst>
          </p:cNvPr>
          <p:cNvSpPr txBox="1"/>
          <p:nvPr/>
        </p:nvSpPr>
        <p:spPr>
          <a:xfrm>
            <a:off x="4592233" y="573540"/>
            <a:ext cx="3007555" cy="523220"/>
          </a:xfrm>
          <a:prstGeom prst="rect">
            <a:avLst/>
          </a:prstGeom>
          <a:noFill/>
        </p:spPr>
        <p:txBody>
          <a:bodyPr wrap="none" rtlCol="0">
            <a:spAutoFit/>
          </a:bodyPr>
          <a:lstStyle/>
          <a:p>
            <a:pPr algn="ctr"/>
            <a:r>
              <a:rPr lang="en-US" sz="2800" dirty="0" err="1">
                <a:latin typeface="Poppins Medium" panose="00000600000000000000" pitchFamily="2" charset="0"/>
                <a:cs typeface="Poppins Medium" panose="00000600000000000000" pitchFamily="2" charset="0"/>
              </a:rPr>
              <a:t>Pengenal</a:t>
            </a:r>
            <a:r>
              <a:rPr lang="en-US" sz="2800" dirty="0">
                <a:latin typeface="Poppins Medium" panose="00000600000000000000" pitchFamily="2" charset="0"/>
                <a:cs typeface="Poppins Medium" panose="00000600000000000000" pitchFamily="2" charset="0"/>
              </a:rPr>
              <a:t> (_id)</a:t>
            </a:r>
            <a:endParaRPr lang="en-ID" sz="2800" dirty="0">
              <a:latin typeface="Poppins Medium" panose="00000600000000000000" pitchFamily="2" charset="0"/>
              <a:cs typeface="Poppins Medium" panose="00000600000000000000" pitchFamily="2" charset="0"/>
            </a:endParaRPr>
          </a:p>
        </p:txBody>
      </p:sp>
      <p:sp>
        <p:nvSpPr>
          <p:cNvPr id="3" name="Rectangle 2">
            <a:extLst>
              <a:ext uri="{FF2B5EF4-FFF2-40B4-BE49-F238E27FC236}">
                <a16:creationId xmlns:a16="http://schemas.microsoft.com/office/drawing/2014/main" id="{A5856DB9-5B73-419A-952D-50ABBBD729A4}"/>
              </a:ext>
            </a:extLst>
          </p:cNvPr>
          <p:cNvSpPr/>
          <p:nvPr/>
        </p:nvSpPr>
        <p:spPr>
          <a:xfrm>
            <a:off x="5210474" y="1139237"/>
            <a:ext cx="1771049" cy="45719"/>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 name="TextBox 4">
            <a:extLst>
              <a:ext uri="{FF2B5EF4-FFF2-40B4-BE49-F238E27FC236}">
                <a16:creationId xmlns:a16="http://schemas.microsoft.com/office/drawing/2014/main" id="{895911DB-1451-4285-B3E8-422BFB522190}"/>
              </a:ext>
            </a:extLst>
          </p:cNvPr>
          <p:cNvSpPr txBox="1"/>
          <p:nvPr/>
        </p:nvSpPr>
        <p:spPr>
          <a:xfrm>
            <a:off x="918005" y="1456769"/>
            <a:ext cx="10355986" cy="2961580"/>
          </a:xfrm>
          <a:prstGeom prst="rect">
            <a:avLst/>
          </a:prstGeom>
          <a:noFill/>
        </p:spPr>
        <p:txBody>
          <a:bodyPr wrap="square">
            <a:spAutoFit/>
          </a:bodyPr>
          <a:lstStyle/>
          <a:p>
            <a:pPr marL="285750" indent="-285750">
              <a:lnSpc>
                <a:spcPct val="150000"/>
              </a:lnSpc>
              <a:buFont typeface="Wingdings" panose="05000000000000000000" pitchFamily="2" charset="2"/>
              <a:buChar char="§"/>
            </a:pPr>
            <a:r>
              <a:rPr lang="sv-SE" spc="300" dirty="0">
                <a:latin typeface="Poppins Medium" panose="00000600000000000000" pitchFamily="2" charset="0"/>
                <a:cs typeface="Poppins Medium" panose="00000600000000000000" pitchFamily="2" charset="0"/>
              </a:rPr>
              <a:t>Kunci, yang tidak lain adalah label, secara kasar dapat dibandingkan dengan nama kolom di RDBMS. Kunci digunakan untuk meminta data dari dokumen. Oleh karena itu, seperti kunci utama RDBMS (digunakan untuk mengidentifikasi setiap baris secara unik), Anda perlu memiliki kunci yang secara unik mengidentifikasi setiap dokumen dalam kumpulan. Ini disebut sebagai _id di MongoDB.</a:t>
            </a:r>
          </a:p>
        </p:txBody>
      </p:sp>
      <p:pic>
        <p:nvPicPr>
          <p:cNvPr id="7" name="Picture 6">
            <a:extLst>
              <a:ext uri="{FF2B5EF4-FFF2-40B4-BE49-F238E27FC236}">
                <a16:creationId xmlns:a16="http://schemas.microsoft.com/office/drawing/2014/main" id="{AA20A63D-F291-48CA-A921-B008DB26A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078" y="320721"/>
            <a:ext cx="1752102" cy="462555"/>
          </a:xfrm>
          <a:prstGeom prst="rect">
            <a:avLst/>
          </a:prstGeom>
        </p:spPr>
      </p:pic>
    </p:spTree>
    <p:extLst>
      <p:ext uri="{BB962C8B-B14F-4D97-AF65-F5344CB8AC3E}">
        <p14:creationId xmlns:p14="http://schemas.microsoft.com/office/powerpoint/2010/main" val="1129157794"/>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8CA9FF4-42BB-447B-B77D-254BC0EF0F4E}"/>
              </a:ext>
            </a:extLst>
          </p:cNvPr>
          <p:cNvSpPr/>
          <p:nvPr/>
        </p:nvSpPr>
        <p:spPr>
          <a:xfrm>
            <a:off x="0" y="6343049"/>
            <a:ext cx="12192000" cy="51495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 name="TextBox 1">
            <a:extLst>
              <a:ext uri="{FF2B5EF4-FFF2-40B4-BE49-F238E27FC236}">
                <a16:creationId xmlns:a16="http://schemas.microsoft.com/office/drawing/2014/main" id="{270E816A-7A73-4D4C-8054-E9AD5F1E78B9}"/>
              </a:ext>
            </a:extLst>
          </p:cNvPr>
          <p:cNvSpPr txBox="1"/>
          <p:nvPr/>
        </p:nvSpPr>
        <p:spPr>
          <a:xfrm>
            <a:off x="4592233" y="573540"/>
            <a:ext cx="3007555" cy="523220"/>
          </a:xfrm>
          <a:prstGeom prst="rect">
            <a:avLst/>
          </a:prstGeom>
          <a:noFill/>
        </p:spPr>
        <p:txBody>
          <a:bodyPr wrap="none" rtlCol="0">
            <a:spAutoFit/>
          </a:bodyPr>
          <a:lstStyle/>
          <a:p>
            <a:pPr algn="ctr"/>
            <a:r>
              <a:rPr lang="en-US" sz="2800" dirty="0" err="1">
                <a:latin typeface="Poppins Medium" panose="00000600000000000000" pitchFamily="2" charset="0"/>
                <a:cs typeface="Poppins Medium" panose="00000600000000000000" pitchFamily="2" charset="0"/>
              </a:rPr>
              <a:t>Pengenal</a:t>
            </a:r>
            <a:r>
              <a:rPr lang="en-US" sz="2800" dirty="0">
                <a:latin typeface="Poppins Medium" panose="00000600000000000000" pitchFamily="2" charset="0"/>
                <a:cs typeface="Poppins Medium" panose="00000600000000000000" pitchFamily="2" charset="0"/>
              </a:rPr>
              <a:t> (_id)</a:t>
            </a:r>
            <a:endParaRPr lang="en-ID" sz="2800" dirty="0">
              <a:latin typeface="Poppins Medium" panose="00000600000000000000" pitchFamily="2" charset="0"/>
              <a:cs typeface="Poppins Medium" panose="00000600000000000000" pitchFamily="2" charset="0"/>
            </a:endParaRPr>
          </a:p>
        </p:txBody>
      </p:sp>
      <p:sp>
        <p:nvSpPr>
          <p:cNvPr id="3" name="Rectangle 2">
            <a:extLst>
              <a:ext uri="{FF2B5EF4-FFF2-40B4-BE49-F238E27FC236}">
                <a16:creationId xmlns:a16="http://schemas.microsoft.com/office/drawing/2014/main" id="{A5856DB9-5B73-419A-952D-50ABBBD729A4}"/>
              </a:ext>
            </a:extLst>
          </p:cNvPr>
          <p:cNvSpPr/>
          <p:nvPr/>
        </p:nvSpPr>
        <p:spPr>
          <a:xfrm>
            <a:off x="5210474" y="1139237"/>
            <a:ext cx="1771049" cy="45719"/>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 name="TextBox 4">
            <a:extLst>
              <a:ext uri="{FF2B5EF4-FFF2-40B4-BE49-F238E27FC236}">
                <a16:creationId xmlns:a16="http://schemas.microsoft.com/office/drawing/2014/main" id="{895911DB-1451-4285-B3E8-422BFB522190}"/>
              </a:ext>
            </a:extLst>
          </p:cNvPr>
          <p:cNvSpPr txBox="1"/>
          <p:nvPr/>
        </p:nvSpPr>
        <p:spPr>
          <a:xfrm>
            <a:off x="918005" y="1456769"/>
            <a:ext cx="10355986" cy="1715085"/>
          </a:xfrm>
          <a:prstGeom prst="rect">
            <a:avLst/>
          </a:prstGeom>
          <a:noFill/>
        </p:spPr>
        <p:txBody>
          <a:bodyPr wrap="square">
            <a:spAutoFit/>
          </a:bodyPr>
          <a:lstStyle/>
          <a:p>
            <a:pPr marL="285750" indent="-285750">
              <a:lnSpc>
                <a:spcPct val="150000"/>
              </a:lnSpc>
              <a:buFont typeface="Wingdings" panose="05000000000000000000" pitchFamily="2" charset="2"/>
              <a:buChar char="§"/>
            </a:pPr>
            <a:r>
              <a:rPr lang="sv-SE" spc="300" dirty="0">
                <a:latin typeface="Poppins Medium" panose="00000600000000000000" pitchFamily="2" charset="0"/>
                <a:cs typeface="Poppins Medium" panose="00000600000000000000" pitchFamily="2" charset="0"/>
              </a:rPr>
              <a:t>Jika Anda belum secara eksplisit menentukan nilai apa pun untuk kunci, nilai unik akan secara otomatis dibuat dan ditetapkan oleh MongoDB. Nilai kunci ini tidak dapat diubah dan dapat berupa tipe data apa pun kecuali array.</a:t>
            </a:r>
          </a:p>
        </p:txBody>
      </p:sp>
      <p:pic>
        <p:nvPicPr>
          <p:cNvPr id="7" name="Picture 6">
            <a:extLst>
              <a:ext uri="{FF2B5EF4-FFF2-40B4-BE49-F238E27FC236}">
                <a16:creationId xmlns:a16="http://schemas.microsoft.com/office/drawing/2014/main" id="{AA20A63D-F291-48CA-A921-B008DB26A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078" y="320721"/>
            <a:ext cx="1752102" cy="462555"/>
          </a:xfrm>
          <a:prstGeom prst="rect">
            <a:avLst/>
          </a:prstGeom>
        </p:spPr>
      </p:pic>
    </p:spTree>
    <p:extLst>
      <p:ext uri="{BB962C8B-B14F-4D97-AF65-F5344CB8AC3E}">
        <p14:creationId xmlns:p14="http://schemas.microsoft.com/office/powerpoint/2010/main" val="3908768106"/>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8CA9FF4-42BB-447B-B77D-254BC0EF0F4E}"/>
              </a:ext>
            </a:extLst>
          </p:cNvPr>
          <p:cNvSpPr/>
          <p:nvPr/>
        </p:nvSpPr>
        <p:spPr>
          <a:xfrm>
            <a:off x="0" y="6343049"/>
            <a:ext cx="12192000" cy="51495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 name="TextBox 1">
            <a:extLst>
              <a:ext uri="{FF2B5EF4-FFF2-40B4-BE49-F238E27FC236}">
                <a16:creationId xmlns:a16="http://schemas.microsoft.com/office/drawing/2014/main" id="{270E816A-7A73-4D4C-8054-E9AD5F1E78B9}"/>
              </a:ext>
            </a:extLst>
          </p:cNvPr>
          <p:cNvSpPr txBox="1"/>
          <p:nvPr/>
        </p:nvSpPr>
        <p:spPr>
          <a:xfrm>
            <a:off x="4552963" y="573540"/>
            <a:ext cx="3086102" cy="523220"/>
          </a:xfrm>
          <a:prstGeom prst="rect">
            <a:avLst/>
          </a:prstGeom>
          <a:noFill/>
        </p:spPr>
        <p:txBody>
          <a:bodyPr wrap="none" rtlCol="0">
            <a:spAutoFit/>
          </a:bodyPr>
          <a:lstStyle/>
          <a:p>
            <a:pPr algn="ctr"/>
            <a:r>
              <a:rPr lang="en-US" sz="2800" dirty="0" err="1">
                <a:latin typeface="Poppins Medium" panose="00000600000000000000" pitchFamily="2" charset="0"/>
                <a:cs typeface="Poppins Medium" panose="00000600000000000000" pitchFamily="2" charset="0"/>
              </a:rPr>
              <a:t>Koleksi</a:t>
            </a:r>
            <a:r>
              <a:rPr lang="en-US" sz="2800" dirty="0">
                <a:latin typeface="Poppins Medium" panose="00000600000000000000" pitchFamily="2" charset="0"/>
                <a:cs typeface="Poppins Medium" panose="00000600000000000000" pitchFamily="2" charset="0"/>
              </a:rPr>
              <a:t> </a:t>
            </a:r>
            <a:r>
              <a:rPr lang="en-US" sz="2800" dirty="0" err="1">
                <a:latin typeface="Poppins Medium" panose="00000600000000000000" pitchFamily="2" charset="0"/>
                <a:cs typeface="Poppins Medium" panose="00000600000000000000" pitchFamily="2" charset="0"/>
              </a:rPr>
              <a:t>Tertutup</a:t>
            </a:r>
            <a:endParaRPr lang="en-ID" sz="2800" dirty="0">
              <a:latin typeface="Poppins Medium" panose="00000600000000000000" pitchFamily="2" charset="0"/>
              <a:cs typeface="Poppins Medium" panose="00000600000000000000" pitchFamily="2" charset="0"/>
            </a:endParaRPr>
          </a:p>
        </p:txBody>
      </p:sp>
      <p:sp>
        <p:nvSpPr>
          <p:cNvPr id="3" name="Rectangle 2">
            <a:extLst>
              <a:ext uri="{FF2B5EF4-FFF2-40B4-BE49-F238E27FC236}">
                <a16:creationId xmlns:a16="http://schemas.microsoft.com/office/drawing/2014/main" id="{A5856DB9-5B73-419A-952D-50ABBBD729A4}"/>
              </a:ext>
            </a:extLst>
          </p:cNvPr>
          <p:cNvSpPr/>
          <p:nvPr/>
        </p:nvSpPr>
        <p:spPr>
          <a:xfrm>
            <a:off x="5210474" y="1139237"/>
            <a:ext cx="1771049" cy="45719"/>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 name="TextBox 4">
            <a:extLst>
              <a:ext uri="{FF2B5EF4-FFF2-40B4-BE49-F238E27FC236}">
                <a16:creationId xmlns:a16="http://schemas.microsoft.com/office/drawing/2014/main" id="{895911DB-1451-4285-B3E8-422BFB522190}"/>
              </a:ext>
            </a:extLst>
          </p:cNvPr>
          <p:cNvSpPr txBox="1"/>
          <p:nvPr/>
        </p:nvSpPr>
        <p:spPr>
          <a:xfrm>
            <a:off x="918005" y="1456769"/>
            <a:ext cx="10355986" cy="4623573"/>
          </a:xfrm>
          <a:prstGeom prst="rect">
            <a:avLst/>
          </a:prstGeom>
          <a:noFill/>
        </p:spPr>
        <p:txBody>
          <a:bodyPr wrap="square">
            <a:spAutoFit/>
          </a:bodyPr>
          <a:lstStyle/>
          <a:p>
            <a:pPr marL="285750" indent="-285750">
              <a:lnSpc>
                <a:spcPct val="150000"/>
              </a:lnSpc>
              <a:buFont typeface="Wingdings" panose="05000000000000000000" pitchFamily="2" charset="2"/>
              <a:buChar char="§"/>
            </a:pPr>
            <a:r>
              <a:rPr lang="sv-SE" spc="300" dirty="0">
                <a:latin typeface="Poppins Medium" panose="00000600000000000000" pitchFamily="2" charset="0"/>
                <a:cs typeface="Poppins Medium" panose="00000600000000000000" pitchFamily="2" charset="0"/>
              </a:rPr>
              <a:t>MongoDB memiliki konsep pembatasan koleksi. Ini berarti menyimpan dokumen dalam koleksi dalam urutan yang dimasukkan. Saat koleksi mencapai batasnya, dokumen akan dikeluarkan dari koleksi dengan urutan FIFO (first in, first out). Ini berarti bahwa dokumen yang paling terakhir dimasukkan akan dihapus terlebih dahulu.</a:t>
            </a:r>
          </a:p>
          <a:p>
            <a:pPr marL="285750" indent="-285750">
              <a:lnSpc>
                <a:spcPct val="150000"/>
              </a:lnSpc>
              <a:buFont typeface="Wingdings" panose="05000000000000000000" pitchFamily="2" charset="2"/>
              <a:buChar char="§"/>
            </a:pPr>
            <a:r>
              <a:rPr lang="sv-SE" spc="300" dirty="0">
                <a:latin typeface="Poppins Medium" panose="00000600000000000000" pitchFamily="2" charset="0"/>
                <a:cs typeface="Poppins Medium" panose="00000600000000000000" pitchFamily="2" charset="0"/>
              </a:rPr>
              <a:t>Ini bagus untuk kasus penggunaan di mana urutan penyisipan diperlukan untuk dipertahankan secara otomatis, dan penghapusan catatan setelah ukuran tetap diperlukan. Salah satu kasus penggunaan tersebut adalah file log yang didapat secara otomatis dipotong setelah ukuran tertentu.</a:t>
            </a:r>
          </a:p>
        </p:txBody>
      </p:sp>
      <p:pic>
        <p:nvPicPr>
          <p:cNvPr id="7" name="Picture 6">
            <a:extLst>
              <a:ext uri="{FF2B5EF4-FFF2-40B4-BE49-F238E27FC236}">
                <a16:creationId xmlns:a16="http://schemas.microsoft.com/office/drawing/2014/main" id="{AA20A63D-F291-48CA-A921-B008DB26A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078" y="320721"/>
            <a:ext cx="1752102" cy="462555"/>
          </a:xfrm>
          <a:prstGeom prst="rect">
            <a:avLst/>
          </a:prstGeom>
        </p:spPr>
      </p:pic>
    </p:spTree>
    <p:extLst>
      <p:ext uri="{BB962C8B-B14F-4D97-AF65-F5344CB8AC3E}">
        <p14:creationId xmlns:p14="http://schemas.microsoft.com/office/powerpoint/2010/main" val="480267159"/>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8CA9FF4-42BB-447B-B77D-254BC0EF0F4E}"/>
              </a:ext>
            </a:extLst>
          </p:cNvPr>
          <p:cNvSpPr/>
          <p:nvPr/>
        </p:nvSpPr>
        <p:spPr>
          <a:xfrm>
            <a:off x="0" y="6343049"/>
            <a:ext cx="12192000" cy="51495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 name="TextBox 1">
            <a:extLst>
              <a:ext uri="{FF2B5EF4-FFF2-40B4-BE49-F238E27FC236}">
                <a16:creationId xmlns:a16="http://schemas.microsoft.com/office/drawing/2014/main" id="{270E816A-7A73-4D4C-8054-E9AD5F1E78B9}"/>
              </a:ext>
            </a:extLst>
          </p:cNvPr>
          <p:cNvSpPr txBox="1"/>
          <p:nvPr/>
        </p:nvSpPr>
        <p:spPr>
          <a:xfrm>
            <a:off x="4431126" y="573540"/>
            <a:ext cx="3329758" cy="523220"/>
          </a:xfrm>
          <a:prstGeom prst="rect">
            <a:avLst/>
          </a:prstGeom>
          <a:noFill/>
        </p:spPr>
        <p:txBody>
          <a:bodyPr wrap="none" rtlCol="0">
            <a:spAutoFit/>
          </a:bodyPr>
          <a:lstStyle/>
          <a:p>
            <a:pPr algn="ctr"/>
            <a:r>
              <a:rPr lang="en-US" sz="2800" dirty="0">
                <a:latin typeface="Poppins Medium" panose="00000600000000000000" pitchFamily="2" charset="0"/>
                <a:cs typeface="Poppins Medium" panose="00000600000000000000" pitchFamily="2" charset="0"/>
              </a:rPr>
              <a:t>Skema </a:t>
            </a:r>
            <a:r>
              <a:rPr lang="en-US" sz="2800" dirty="0" err="1">
                <a:latin typeface="Poppins Medium" panose="00000600000000000000" pitchFamily="2" charset="0"/>
                <a:cs typeface="Poppins Medium" panose="00000600000000000000" pitchFamily="2" charset="0"/>
              </a:rPr>
              <a:t>Polimorfik</a:t>
            </a:r>
            <a:endParaRPr lang="en-ID" sz="2800" dirty="0">
              <a:latin typeface="Poppins Medium" panose="00000600000000000000" pitchFamily="2" charset="0"/>
              <a:cs typeface="Poppins Medium" panose="00000600000000000000" pitchFamily="2" charset="0"/>
            </a:endParaRPr>
          </a:p>
        </p:txBody>
      </p:sp>
      <p:sp>
        <p:nvSpPr>
          <p:cNvPr id="3" name="Rectangle 2">
            <a:extLst>
              <a:ext uri="{FF2B5EF4-FFF2-40B4-BE49-F238E27FC236}">
                <a16:creationId xmlns:a16="http://schemas.microsoft.com/office/drawing/2014/main" id="{A5856DB9-5B73-419A-952D-50ABBBD729A4}"/>
              </a:ext>
            </a:extLst>
          </p:cNvPr>
          <p:cNvSpPr/>
          <p:nvPr/>
        </p:nvSpPr>
        <p:spPr>
          <a:xfrm>
            <a:off x="5210474" y="1139237"/>
            <a:ext cx="1771049" cy="45719"/>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 name="TextBox 4">
            <a:extLst>
              <a:ext uri="{FF2B5EF4-FFF2-40B4-BE49-F238E27FC236}">
                <a16:creationId xmlns:a16="http://schemas.microsoft.com/office/drawing/2014/main" id="{895911DB-1451-4285-B3E8-422BFB522190}"/>
              </a:ext>
            </a:extLst>
          </p:cNvPr>
          <p:cNvSpPr txBox="1"/>
          <p:nvPr/>
        </p:nvSpPr>
        <p:spPr>
          <a:xfrm>
            <a:off x="1041398" y="1532711"/>
            <a:ext cx="10109200" cy="3792577"/>
          </a:xfrm>
          <a:prstGeom prst="rect">
            <a:avLst/>
          </a:prstGeom>
          <a:noFill/>
        </p:spPr>
        <p:txBody>
          <a:bodyPr wrap="square">
            <a:spAutoFit/>
          </a:bodyPr>
          <a:lstStyle/>
          <a:p>
            <a:pPr algn="ctr">
              <a:lnSpc>
                <a:spcPct val="150000"/>
              </a:lnSpc>
            </a:pPr>
            <a:r>
              <a:rPr lang="en-US" spc="300" dirty="0">
                <a:latin typeface="Poppins Medium" panose="00000600000000000000" pitchFamily="2" charset="0"/>
                <a:cs typeface="Poppins Medium" panose="00000600000000000000" pitchFamily="2" charset="0"/>
              </a:rPr>
              <a:t>Skema </a:t>
            </a:r>
            <a:r>
              <a:rPr lang="en-US" spc="300" dirty="0" err="1">
                <a:latin typeface="Poppins Medium" panose="00000600000000000000" pitchFamily="2" charset="0"/>
                <a:cs typeface="Poppins Medium" panose="00000600000000000000" pitchFamily="2" charset="0"/>
              </a:rPr>
              <a:t>polimorfik</a:t>
            </a:r>
            <a:r>
              <a:rPr lang="en-US" spc="300" dirty="0">
                <a:latin typeface="Poppins Medium" panose="00000600000000000000" pitchFamily="2" charset="0"/>
                <a:cs typeface="Poppins Medium" panose="00000600000000000000" pitchFamily="2" charset="0"/>
              </a:rPr>
              <a:t> </a:t>
            </a:r>
            <a:r>
              <a:rPr lang="en-US" spc="300" dirty="0" err="1">
                <a:latin typeface="Poppins Medium" panose="00000600000000000000" pitchFamily="2" charset="0"/>
                <a:cs typeface="Poppins Medium" panose="00000600000000000000" pitchFamily="2" charset="0"/>
              </a:rPr>
              <a:t>adalah</a:t>
            </a:r>
            <a:r>
              <a:rPr lang="en-US" spc="300" dirty="0">
                <a:latin typeface="Poppins Medium" panose="00000600000000000000" pitchFamily="2" charset="0"/>
                <a:cs typeface="Poppins Medium" panose="00000600000000000000" pitchFamily="2" charset="0"/>
              </a:rPr>
              <a:t> </a:t>
            </a:r>
            <a:r>
              <a:rPr lang="en-US" spc="300" dirty="0" err="1">
                <a:latin typeface="Poppins Medium" panose="00000600000000000000" pitchFamily="2" charset="0"/>
                <a:cs typeface="Poppins Medium" panose="00000600000000000000" pitchFamily="2" charset="0"/>
              </a:rPr>
              <a:t>skema</a:t>
            </a:r>
            <a:r>
              <a:rPr lang="en-US" spc="300" dirty="0">
                <a:latin typeface="Poppins Medium" panose="00000600000000000000" pitchFamily="2" charset="0"/>
                <a:cs typeface="Poppins Medium" panose="00000600000000000000" pitchFamily="2" charset="0"/>
              </a:rPr>
              <a:t> di mana </a:t>
            </a:r>
            <a:r>
              <a:rPr lang="en-US" spc="300" dirty="0" err="1">
                <a:latin typeface="Poppins Medium" panose="00000600000000000000" pitchFamily="2" charset="0"/>
                <a:cs typeface="Poppins Medium" panose="00000600000000000000" pitchFamily="2" charset="0"/>
              </a:rPr>
              <a:t>koleksi</a:t>
            </a:r>
            <a:r>
              <a:rPr lang="en-US" spc="300" dirty="0">
                <a:latin typeface="Poppins Medium" panose="00000600000000000000" pitchFamily="2" charset="0"/>
                <a:cs typeface="Poppins Medium" panose="00000600000000000000" pitchFamily="2" charset="0"/>
              </a:rPr>
              <a:t> </a:t>
            </a:r>
            <a:r>
              <a:rPr lang="en-US" spc="300" dirty="0" err="1">
                <a:latin typeface="Poppins Medium" panose="00000600000000000000" pitchFamily="2" charset="0"/>
                <a:cs typeface="Poppins Medium" panose="00000600000000000000" pitchFamily="2" charset="0"/>
              </a:rPr>
              <a:t>memiliki</a:t>
            </a:r>
            <a:r>
              <a:rPr lang="en-US" spc="300" dirty="0">
                <a:latin typeface="Poppins Medium" panose="00000600000000000000" pitchFamily="2" charset="0"/>
                <a:cs typeface="Poppins Medium" panose="00000600000000000000" pitchFamily="2" charset="0"/>
              </a:rPr>
              <a:t> </a:t>
            </a:r>
            <a:r>
              <a:rPr lang="en-US" spc="300" dirty="0" err="1">
                <a:latin typeface="Poppins Medium" panose="00000600000000000000" pitchFamily="2" charset="0"/>
                <a:cs typeface="Poppins Medium" panose="00000600000000000000" pitchFamily="2" charset="0"/>
              </a:rPr>
              <a:t>dokumen</a:t>
            </a:r>
            <a:r>
              <a:rPr lang="en-US" spc="300" dirty="0">
                <a:latin typeface="Poppins Medium" panose="00000600000000000000" pitchFamily="2" charset="0"/>
                <a:cs typeface="Poppins Medium" panose="00000600000000000000" pitchFamily="2" charset="0"/>
              </a:rPr>
              <a:t> </a:t>
            </a:r>
            <a:r>
              <a:rPr lang="en-US" spc="300" dirty="0" err="1">
                <a:latin typeface="Poppins Medium" panose="00000600000000000000" pitchFamily="2" charset="0"/>
                <a:cs typeface="Poppins Medium" panose="00000600000000000000" pitchFamily="2" charset="0"/>
              </a:rPr>
              <a:t>dari</a:t>
            </a:r>
            <a:r>
              <a:rPr lang="en-US" spc="300" dirty="0">
                <a:latin typeface="Poppins Medium" panose="00000600000000000000" pitchFamily="2" charset="0"/>
                <a:cs typeface="Poppins Medium" panose="00000600000000000000" pitchFamily="2" charset="0"/>
              </a:rPr>
              <a:t> </a:t>
            </a:r>
            <a:r>
              <a:rPr lang="en-US" spc="300" dirty="0" err="1">
                <a:latin typeface="Poppins Medium" panose="00000600000000000000" pitchFamily="2" charset="0"/>
                <a:cs typeface="Poppins Medium" panose="00000600000000000000" pitchFamily="2" charset="0"/>
              </a:rPr>
              <a:t>berbagai</a:t>
            </a:r>
            <a:r>
              <a:rPr lang="en-US" spc="300" dirty="0">
                <a:latin typeface="Poppins Medium" panose="00000600000000000000" pitchFamily="2" charset="0"/>
                <a:cs typeface="Poppins Medium" panose="00000600000000000000" pitchFamily="2" charset="0"/>
              </a:rPr>
              <a:t> </a:t>
            </a:r>
            <a:r>
              <a:rPr lang="en-US" spc="300" dirty="0" err="1">
                <a:latin typeface="Poppins Medium" panose="00000600000000000000" pitchFamily="2" charset="0"/>
                <a:cs typeface="Poppins Medium" panose="00000600000000000000" pitchFamily="2" charset="0"/>
              </a:rPr>
              <a:t>jenis</a:t>
            </a:r>
            <a:r>
              <a:rPr lang="en-US" spc="300" dirty="0">
                <a:latin typeface="Poppins Medium" panose="00000600000000000000" pitchFamily="2" charset="0"/>
                <a:cs typeface="Poppins Medium" panose="00000600000000000000" pitchFamily="2" charset="0"/>
              </a:rPr>
              <a:t> atau </a:t>
            </a:r>
            <a:r>
              <a:rPr lang="en-US" spc="300" dirty="0" err="1">
                <a:latin typeface="Poppins Medium" panose="00000600000000000000" pitchFamily="2" charset="0"/>
                <a:cs typeface="Poppins Medium" panose="00000600000000000000" pitchFamily="2" charset="0"/>
              </a:rPr>
              <a:t>skema</a:t>
            </a:r>
            <a:r>
              <a:rPr lang="en-US" spc="300" dirty="0">
                <a:latin typeface="Poppins Medium" panose="00000600000000000000" pitchFamily="2" charset="0"/>
                <a:cs typeface="Poppins Medium" panose="00000600000000000000" pitchFamily="2" charset="0"/>
              </a:rPr>
              <a:t>. </a:t>
            </a:r>
          </a:p>
          <a:p>
            <a:pPr algn="ctr">
              <a:lnSpc>
                <a:spcPct val="150000"/>
              </a:lnSpc>
            </a:pPr>
            <a:r>
              <a:rPr lang="en-US" spc="300" dirty="0" err="1">
                <a:latin typeface="Poppins Medium" panose="00000600000000000000" pitchFamily="2" charset="0"/>
                <a:cs typeface="Poppins Medium" panose="00000600000000000000" pitchFamily="2" charset="0"/>
              </a:rPr>
              <a:t>Contoh</a:t>
            </a:r>
            <a:r>
              <a:rPr lang="en-US" spc="300" dirty="0">
                <a:latin typeface="Poppins Medium" panose="00000600000000000000" pitchFamily="2" charset="0"/>
                <a:cs typeface="Poppins Medium" panose="00000600000000000000" pitchFamily="2" charset="0"/>
              </a:rPr>
              <a:t> </a:t>
            </a:r>
            <a:r>
              <a:rPr lang="en-US" spc="300" dirty="0" err="1">
                <a:latin typeface="Poppins Medium" panose="00000600000000000000" pitchFamily="2" charset="0"/>
                <a:cs typeface="Poppins Medium" panose="00000600000000000000" pitchFamily="2" charset="0"/>
              </a:rPr>
              <a:t>bagus</a:t>
            </a:r>
            <a:r>
              <a:rPr lang="en-US" spc="300" dirty="0">
                <a:latin typeface="Poppins Medium" panose="00000600000000000000" pitchFamily="2" charset="0"/>
                <a:cs typeface="Poppins Medium" panose="00000600000000000000" pitchFamily="2" charset="0"/>
              </a:rPr>
              <a:t> </a:t>
            </a:r>
            <a:r>
              <a:rPr lang="en-US" spc="300" dirty="0" err="1">
                <a:latin typeface="Poppins Medium" panose="00000600000000000000" pitchFamily="2" charset="0"/>
                <a:cs typeface="Poppins Medium" panose="00000600000000000000" pitchFamily="2" charset="0"/>
              </a:rPr>
              <a:t>dari</a:t>
            </a:r>
            <a:r>
              <a:rPr lang="en-US" spc="300" dirty="0">
                <a:latin typeface="Poppins Medium" panose="00000600000000000000" pitchFamily="2" charset="0"/>
                <a:cs typeface="Poppins Medium" panose="00000600000000000000" pitchFamily="2" charset="0"/>
              </a:rPr>
              <a:t> </a:t>
            </a:r>
            <a:r>
              <a:rPr lang="en-US" spc="300" dirty="0" err="1">
                <a:latin typeface="Poppins Medium" panose="00000600000000000000" pitchFamily="2" charset="0"/>
                <a:cs typeface="Poppins Medium" panose="00000600000000000000" pitchFamily="2" charset="0"/>
              </a:rPr>
              <a:t>skema</a:t>
            </a:r>
            <a:r>
              <a:rPr lang="en-US" spc="300" dirty="0">
                <a:latin typeface="Poppins Medium" panose="00000600000000000000" pitchFamily="2" charset="0"/>
                <a:cs typeface="Poppins Medium" panose="00000600000000000000" pitchFamily="2" charset="0"/>
              </a:rPr>
              <a:t> ini </a:t>
            </a:r>
            <a:r>
              <a:rPr lang="en-US" spc="300" dirty="0" err="1">
                <a:latin typeface="Poppins Medium" panose="00000600000000000000" pitchFamily="2" charset="0"/>
                <a:cs typeface="Poppins Medium" panose="00000600000000000000" pitchFamily="2" charset="0"/>
              </a:rPr>
              <a:t>adalah</a:t>
            </a:r>
            <a:r>
              <a:rPr lang="en-US" spc="300" dirty="0">
                <a:latin typeface="Poppins Medium" panose="00000600000000000000" pitchFamily="2" charset="0"/>
                <a:cs typeface="Poppins Medium" panose="00000600000000000000" pitchFamily="2" charset="0"/>
              </a:rPr>
              <a:t> </a:t>
            </a:r>
            <a:r>
              <a:rPr lang="en-US" spc="300" dirty="0" err="1">
                <a:latin typeface="Poppins Medium" panose="00000600000000000000" pitchFamily="2" charset="0"/>
                <a:cs typeface="Poppins Medium" panose="00000600000000000000" pitchFamily="2" charset="0"/>
              </a:rPr>
              <a:t>kumpulan</a:t>
            </a:r>
            <a:r>
              <a:rPr lang="en-US" spc="300" dirty="0">
                <a:latin typeface="Poppins Medium" panose="00000600000000000000" pitchFamily="2" charset="0"/>
                <a:cs typeface="Poppins Medium" panose="00000600000000000000" pitchFamily="2" charset="0"/>
              </a:rPr>
              <a:t> </a:t>
            </a:r>
            <a:r>
              <a:rPr lang="en-US" spc="300" dirty="0" err="1">
                <a:latin typeface="Poppins Medium" panose="00000600000000000000" pitchFamily="2" charset="0"/>
                <a:cs typeface="Poppins Medium" panose="00000600000000000000" pitchFamily="2" charset="0"/>
              </a:rPr>
              <a:t>bernama</a:t>
            </a:r>
            <a:r>
              <a:rPr lang="en-US" spc="300" dirty="0">
                <a:latin typeface="Poppins Medium" panose="00000600000000000000" pitchFamily="2" charset="0"/>
                <a:cs typeface="Poppins Medium" panose="00000600000000000000" pitchFamily="2" charset="0"/>
              </a:rPr>
              <a:t> Users. </a:t>
            </a:r>
            <a:br>
              <a:rPr lang="en-US" spc="300" dirty="0">
                <a:latin typeface="Poppins Medium" panose="00000600000000000000" pitchFamily="2" charset="0"/>
                <a:cs typeface="Poppins Medium" panose="00000600000000000000" pitchFamily="2" charset="0"/>
              </a:rPr>
            </a:br>
            <a:endParaRPr lang="en-US" spc="300" dirty="0">
              <a:latin typeface="Poppins Medium" panose="00000600000000000000" pitchFamily="2" charset="0"/>
              <a:cs typeface="Poppins Medium" panose="00000600000000000000" pitchFamily="2" charset="0"/>
            </a:endParaRPr>
          </a:p>
          <a:p>
            <a:pPr algn="ctr">
              <a:lnSpc>
                <a:spcPct val="150000"/>
              </a:lnSpc>
            </a:pPr>
            <a:r>
              <a:rPr lang="en-US" spc="300" dirty="0" err="1">
                <a:latin typeface="Poppins Medium" panose="00000600000000000000" pitchFamily="2" charset="0"/>
                <a:cs typeface="Poppins Medium" panose="00000600000000000000" pitchFamily="2" charset="0"/>
              </a:rPr>
              <a:t>Beberapa</a:t>
            </a:r>
            <a:r>
              <a:rPr lang="en-US" spc="300" dirty="0">
                <a:latin typeface="Poppins Medium" panose="00000600000000000000" pitchFamily="2" charset="0"/>
                <a:cs typeface="Poppins Medium" panose="00000600000000000000" pitchFamily="2" charset="0"/>
              </a:rPr>
              <a:t> </a:t>
            </a:r>
            <a:r>
              <a:rPr lang="en-US" spc="300" dirty="0" err="1">
                <a:latin typeface="Poppins Medium" panose="00000600000000000000" pitchFamily="2" charset="0"/>
                <a:cs typeface="Poppins Medium" panose="00000600000000000000" pitchFamily="2" charset="0"/>
              </a:rPr>
              <a:t>dokumen</a:t>
            </a:r>
            <a:r>
              <a:rPr lang="en-US" spc="300" dirty="0">
                <a:latin typeface="Poppins Medium" panose="00000600000000000000" pitchFamily="2" charset="0"/>
                <a:cs typeface="Poppins Medium" panose="00000600000000000000" pitchFamily="2" charset="0"/>
              </a:rPr>
              <a:t> </a:t>
            </a:r>
            <a:r>
              <a:rPr lang="en-US" spc="300" dirty="0" err="1">
                <a:latin typeface="Poppins Medium" panose="00000600000000000000" pitchFamily="2" charset="0"/>
                <a:cs typeface="Poppins Medium" panose="00000600000000000000" pitchFamily="2" charset="0"/>
              </a:rPr>
              <a:t>pengguna</a:t>
            </a:r>
            <a:r>
              <a:rPr lang="en-US" spc="300" dirty="0">
                <a:latin typeface="Poppins Medium" panose="00000600000000000000" pitchFamily="2" charset="0"/>
                <a:cs typeface="Poppins Medium" panose="00000600000000000000" pitchFamily="2" charset="0"/>
              </a:rPr>
              <a:t> mungkin </a:t>
            </a:r>
            <a:r>
              <a:rPr lang="en-US" spc="300" dirty="0" err="1">
                <a:latin typeface="Poppins Medium" panose="00000600000000000000" pitchFamily="2" charset="0"/>
                <a:cs typeface="Poppins Medium" panose="00000600000000000000" pitchFamily="2" charset="0"/>
              </a:rPr>
              <a:t>memiliki</a:t>
            </a:r>
            <a:r>
              <a:rPr lang="en-US" spc="300" dirty="0">
                <a:latin typeface="Poppins Medium" panose="00000600000000000000" pitchFamily="2" charset="0"/>
                <a:cs typeface="Poppins Medium" panose="00000600000000000000" pitchFamily="2" charset="0"/>
              </a:rPr>
              <a:t> </a:t>
            </a:r>
            <a:r>
              <a:rPr lang="en-US" spc="300" dirty="0" err="1">
                <a:latin typeface="Poppins Medium" panose="00000600000000000000" pitchFamily="2" charset="0"/>
                <a:cs typeface="Poppins Medium" panose="00000600000000000000" pitchFamily="2" charset="0"/>
              </a:rPr>
              <a:t>nomor</a:t>
            </a:r>
            <a:r>
              <a:rPr lang="en-US" spc="300" dirty="0">
                <a:latin typeface="Poppins Medium" panose="00000600000000000000" pitchFamily="2" charset="0"/>
                <a:cs typeface="Poppins Medium" panose="00000600000000000000" pitchFamily="2" charset="0"/>
              </a:rPr>
              <a:t> </a:t>
            </a:r>
            <a:r>
              <a:rPr lang="en-US" spc="300" dirty="0" err="1">
                <a:latin typeface="Poppins Medium" panose="00000600000000000000" pitchFamily="2" charset="0"/>
                <a:cs typeface="Poppins Medium" panose="00000600000000000000" pitchFamily="2" charset="0"/>
              </a:rPr>
              <a:t>faks</a:t>
            </a:r>
            <a:r>
              <a:rPr lang="en-US" spc="300" dirty="0">
                <a:latin typeface="Poppins Medium" panose="00000600000000000000" pitchFamily="2" charset="0"/>
                <a:cs typeface="Poppins Medium" panose="00000600000000000000" pitchFamily="2" charset="0"/>
              </a:rPr>
              <a:t> atau </a:t>
            </a:r>
            <a:r>
              <a:rPr lang="en-US" spc="300" dirty="0" err="1">
                <a:latin typeface="Poppins Medium" panose="00000600000000000000" pitchFamily="2" charset="0"/>
                <a:cs typeface="Poppins Medium" panose="00000600000000000000" pitchFamily="2" charset="0"/>
              </a:rPr>
              <a:t>alamat</a:t>
            </a:r>
            <a:r>
              <a:rPr lang="en-US" spc="300" dirty="0">
                <a:latin typeface="Poppins Medium" panose="00000600000000000000" pitchFamily="2" charset="0"/>
                <a:cs typeface="Poppins Medium" panose="00000600000000000000" pitchFamily="2" charset="0"/>
              </a:rPr>
              <a:t> email </a:t>
            </a:r>
            <a:r>
              <a:rPr lang="en-US" spc="300" dirty="0" err="1">
                <a:latin typeface="Poppins Medium" panose="00000600000000000000" pitchFamily="2" charset="0"/>
                <a:cs typeface="Poppins Medium" panose="00000600000000000000" pitchFamily="2" charset="0"/>
              </a:rPr>
              <a:t>tambahan</a:t>
            </a:r>
            <a:r>
              <a:rPr lang="en-US" spc="300" dirty="0">
                <a:latin typeface="Poppins Medium" panose="00000600000000000000" pitchFamily="2" charset="0"/>
                <a:cs typeface="Poppins Medium" panose="00000600000000000000" pitchFamily="2" charset="0"/>
              </a:rPr>
              <a:t>, sementara yang lain mungkin hanya </a:t>
            </a:r>
            <a:r>
              <a:rPr lang="en-US" spc="300" dirty="0" err="1">
                <a:latin typeface="Poppins Medium" panose="00000600000000000000" pitchFamily="2" charset="0"/>
                <a:cs typeface="Poppins Medium" panose="00000600000000000000" pitchFamily="2" charset="0"/>
              </a:rPr>
              <a:t>memiliki</a:t>
            </a:r>
            <a:r>
              <a:rPr lang="en-US" spc="300" dirty="0">
                <a:latin typeface="Poppins Medium" panose="00000600000000000000" pitchFamily="2" charset="0"/>
                <a:cs typeface="Poppins Medium" panose="00000600000000000000" pitchFamily="2" charset="0"/>
              </a:rPr>
              <a:t> </a:t>
            </a:r>
            <a:r>
              <a:rPr lang="en-US" spc="300" dirty="0" err="1">
                <a:latin typeface="Poppins Medium" panose="00000600000000000000" pitchFamily="2" charset="0"/>
                <a:cs typeface="Poppins Medium" panose="00000600000000000000" pitchFamily="2" charset="0"/>
              </a:rPr>
              <a:t>nomor</a:t>
            </a:r>
            <a:r>
              <a:rPr lang="en-US" spc="300" dirty="0">
                <a:latin typeface="Poppins Medium" panose="00000600000000000000" pitchFamily="2" charset="0"/>
                <a:cs typeface="Poppins Medium" panose="00000600000000000000" pitchFamily="2" charset="0"/>
              </a:rPr>
              <a:t> </a:t>
            </a:r>
            <a:r>
              <a:rPr lang="en-US" spc="300" dirty="0" err="1">
                <a:latin typeface="Poppins Medium" panose="00000600000000000000" pitchFamily="2" charset="0"/>
                <a:cs typeface="Poppins Medium" panose="00000600000000000000" pitchFamily="2" charset="0"/>
              </a:rPr>
              <a:t>telepon</a:t>
            </a:r>
            <a:r>
              <a:rPr lang="en-US" spc="300" dirty="0">
                <a:latin typeface="Poppins Medium" panose="00000600000000000000" pitchFamily="2" charset="0"/>
                <a:cs typeface="Poppins Medium" panose="00000600000000000000" pitchFamily="2" charset="0"/>
              </a:rPr>
              <a:t>, </a:t>
            </a:r>
            <a:r>
              <a:rPr lang="en-US" spc="300" dirty="0" err="1">
                <a:latin typeface="Poppins Medium" panose="00000600000000000000" pitchFamily="2" charset="0"/>
                <a:cs typeface="Poppins Medium" panose="00000600000000000000" pitchFamily="2" charset="0"/>
              </a:rPr>
              <a:t>namun</a:t>
            </a:r>
            <a:r>
              <a:rPr lang="en-US" spc="300" dirty="0">
                <a:latin typeface="Poppins Medium" panose="00000600000000000000" pitchFamily="2" charset="0"/>
                <a:cs typeface="Poppins Medium" panose="00000600000000000000" pitchFamily="2" charset="0"/>
              </a:rPr>
              <a:t> semua </a:t>
            </a:r>
            <a:r>
              <a:rPr lang="en-US" spc="300" dirty="0" err="1">
                <a:latin typeface="Poppins Medium" panose="00000600000000000000" pitchFamily="2" charset="0"/>
                <a:cs typeface="Poppins Medium" panose="00000600000000000000" pitchFamily="2" charset="0"/>
              </a:rPr>
              <a:t>dokumen</a:t>
            </a:r>
            <a:r>
              <a:rPr lang="en-US" spc="300" dirty="0">
                <a:latin typeface="Poppins Medium" panose="00000600000000000000" pitchFamily="2" charset="0"/>
                <a:cs typeface="Poppins Medium" panose="00000600000000000000" pitchFamily="2" charset="0"/>
              </a:rPr>
              <a:t> ini </a:t>
            </a:r>
            <a:r>
              <a:rPr lang="en-US" spc="300" dirty="0" err="1">
                <a:latin typeface="Poppins Medium" panose="00000600000000000000" pitchFamily="2" charset="0"/>
                <a:cs typeface="Poppins Medium" panose="00000600000000000000" pitchFamily="2" charset="0"/>
              </a:rPr>
              <a:t>ada</a:t>
            </a:r>
            <a:r>
              <a:rPr lang="en-US" spc="300" dirty="0">
                <a:latin typeface="Poppins Medium" panose="00000600000000000000" pitchFamily="2" charset="0"/>
                <a:cs typeface="Poppins Medium" panose="00000600000000000000" pitchFamily="2" charset="0"/>
              </a:rPr>
              <a:t> dalam </a:t>
            </a:r>
            <a:r>
              <a:rPr lang="en-US" spc="300" dirty="0" err="1">
                <a:latin typeface="Poppins Medium" panose="00000600000000000000" pitchFamily="2" charset="0"/>
                <a:cs typeface="Poppins Medium" panose="00000600000000000000" pitchFamily="2" charset="0"/>
              </a:rPr>
              <a:t>koleksi</a:t>
            </a:r>
            <a:r>
              <a:rPr lang="en-US" spc="300" dirty="0">
                <a:latin typeface="Poppins Medium" panose="00000600000000000000" pitchFamily="2" charset="0"/>
                <a:cs typeface="Poppins Medium" panose="00000600000000000000" pitchFamily="2" charset="0"/>
              </a:rPr>
              <a:t> </a:t>
            </a:r>
            <a:r>
              <a:rPr lang="en-US" spc="300" dirty="0" err="1">
                <a:latin typeface="Poppins Medium" panose="00000600000000000000" pitchFamily="2" charset="0"/>
                <a:cs typeface="Poppins Medium" panose="00000600000000000000" pitchFamily="2" charset="0"/>
              </a:rPr>
              <a:t>Pengguna</a:t>
            </a:r>
            <a:r>
              <a:rPr lang="en-US" spc="300" dirty="0">
                <a:latin typeface="Poppins Medium" panose="00000600000000000000" pitchFamily="2" charset="0"/>
                <a:cs typeface="Poppins Medium" panose="00000600000000000000" pitchFamily="2" charset="0"/>
              </a:rPr>
              <a:t> yang </a:t>
            </a:r>
            <a:r>
              <a:rPr lang="en-US" spc="300" dirty="0" err="1">
                <a:latin typeface="Poppins Medium" panose="00000600000000000000" pitchFamily="2" charset="0"/>
                <a:cs typeface="Poppins Medium" panose="00000600000000000000" pitchFamily="2" charset="0"/>
              </a:rPr>
              <a:t>sama</a:t>
            </a:r>
            <a:r>
              <a:rPr lang="en-US" spc="300" dirty="0">
                <a:latin typeface="Poppins Medium" panose="00000600000000000000" pitchFamily="2" charset="0"/>
                <a:cs typeface="Poppins Medium" panose="00000600000000000000" pitchFamily="2" charset="0"/>
              </a:rPr>
              <a:t>. Skema ini </a:t>
            </a:r>
            <a:r>
              <a:rPr lang="en-US" spc="300" dirty="0" err="1">
                <a:latin typeface="Poppins Medium" panose="00000600000000000000" pitchFamily="2" charset="0"/>
                <a:cs typeface="Poppins Medium" panose="00000600000000000000" pitchFamily="2" charset="0"/>
              </a:rPr>
              <a:t>umumnya</a:t>
            </a:r>
            <a:r>
              <a:rPr lang="en-US" spc="300" dirty="0">
                <a:latin typeface="Poppins Medium" panose="00000600000000000000" pitchFamily="2" charset="0"/>
                <a:cs typeface="Poppins Medium" panose="00000600000000000000" pitchFamily="2" charset="0"/>
              </a:rPr>
              <a:t> </a:t>
            </a:r>
            <a:r>
              <a:rPr lang="en-US" spc="300" dirty="0" err="1">
                <a:latin typeface="Poppins Medium" panose="00000600000000000000" pitchFamily="2" charset="0"/>
                <a:cs typeface="Poppins Medium" panose="00000600000000000000" pitchFamily="2" charset="0"/>
              </a:rPr>
              <a:t>disebut</a:t>
            </a:r>
            <a:r>
              <a:rPr lang="en-US" spc="300" dirty="0">
                <a:latin typeface="Poppins Medium" panose="00000600000000000000" pitchFamily="2" charset="0"/>
                <a:cs typeface="Poppins Medium" panose="00000600000000000000" pitchFamily="2" charset="0"/>
              </a:rPr>
              <a:t> </a:t>
            </a:r>
            <a:r>
              <a:rPr lang="en-US" spc="300" dirty="0" err="1">
                <a:latin typeface="Poppins Medium" panose="00000600000000000000" pitchFamily="2" charset="0"/>
                <a:cs typeface="Poppins Medium" panose="00000600000000000000" pitchFamily="2" charset="0"/>
              </a:rPr>
              <a:t>sebagai</a:t>
            </a:r>
            <a:r>
              <a:rPr lang="en-US" spc="300" dirty="0">
                <a:latin typeface="Poppins Medium" panose="00000600000000000000" pitchFamily="2" charset="0"/>
                <a:cs typeface="Poppins Medium" panose="00000600000000000000" pitchFamily="2" charset="0"/>
              </a:rPr>
              <a:t> </a:t>
            </a:r>
            <a:r>
              <a:rPr lang="en-US" spc="300" dirty="0" err="1">
                <a:latin typeface="Poppins Medium" panose="00000600000000000000" pitchFamily="2" charset="0"/>
                <a:cs typeface="Poppins Medium" panose="00000600000000000000" pitchFamily="2" charset="0"/>
              </a:rPr>
              <a:t>skema</a:t>
            </a:r>
            <a:r>
              <a:rPr lang="en-US" spc="300" dirty="0">
                <a:latin typeface="Poppins Medium" panose="00000600000000000000" pitchFamily="2" charset="0"/>
                <a:cs typeface="Poppins Medium" panose="00000600000000000000" pitchFamily="2" charset="0"/>
              </a:rPr>
              <a:t> </a:t>
            </a:r>
            <a:r>
              <a:rPr lang="en-US" spc="300" dirty="0" err="1">
                <a:latin typeface="Poppins Medium" panose="00000600000000000000" pitchFamily="2" charset="0"/>
                <a:cs typeface="Poppins Medium" panose="00000600000000000000" pitchFamily="2" charset="0"/>
              </a:rPr>
              <a:t>polimorfik</a:t>
            </a:r>
            <a:r>
              <a:rPr lang="en-US" spc="300" dirty="0">
                <a:latin typeface="Poppins Medium" panose="00000600000000000000" pitchFamily="2" charset="0"/>
                <a:cs typeface="Poppins Medium" panose="00000600000000000000" pitchFamily="2" charset="0"/>
              </a:rPr>
              <a:t>.</a:t>
            </a:r>
            <a:endParaRPr lang="en-ID" spc="300" dirty="0">
              <a:latin typeface="Poppins Medium" panose="00000600000000000000" pitchFamily="2" charset="0"/>
              <a:cs typeface="Poppins Medium" panose="00000600000000000000" pitchFamily="2" charset="0"/>
            </a:endParaRPr>
          </a:p>
        </p:txBody>
      </p:sp>
      <p:pic>
        <p:nvPicPr>
          <p:cNvPr id="7" name="Picture 6">
            <a:extLst>
              <a:ext uri="{FF2B5EF4-FFF2-40B4-BE49-F238E27FC236}">
                <a16:creationId xmlns:a16="http://schemas.microsoft.com/office/drawing/2014/main" id="{AA20A63D-F291-48CA-A921-B008DB26A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078" y="320721"/>
            <a:ext cx="1752102" cy="462555"/>
          </a:xfrm>
          <a:prstGeom prst="rect">
            <a:avLst/>
          </a:prstGeom>
        </p:spPr>
      </p:pic>
    </p:spTree>
    <p:extLst>
      <p:ext uri="{BB962C8B-B14F-4D97-AF65-F5344CB8AC3E}">
        <p14:creationId xmlns:p14="http://schemas.microsoft.com/office/powerpoint/2010/main" val="273338289"/>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8CA9FF4-42BB-447B-B77D-254BC0EF0F4E}"/>
              </a:ext>
            </a:extLst>
          </p:cNvPr>
          <p:cNvSpPr/>
          <p:nvPr/>
        </p:nvSpPr>
        <p:spPr>
          <a:xfrm>
            <a:off x="0" y="6343049"/>
            <a:ext cx="12192000" cy="51495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 name="TextBox 1">
            <a:extLst>
              <a:ext uri="{FF2B5EF4-FFF2-40B4-BE49-F238E27FC236}">
                <a16:creationId xmlns:a16="http://schemas.microsoft.com/office/drawing/2014/main" id="{270E816A-7A73-4D4C-8054-E9AD5F1E78B9}"/>
              </a:ext>
            </a:extLst>
          </p:cNvPr>
          <p:cNvSpPr txBox="1"/>
          <p:nvPr/>
        </p:nvSpPr>
        <p:spPr>
          <a:xfrm>
            <a:off x="4322919" y="573540"/>
            <a:ext cx="3546164" cy="523220"/>
          </a:xfrm>
          <a:prstGeom prst="rect">
            <a:avLst/>
          </a:prstGeom>
          <a:noFill/>
        </p:spPr>
        <p:txBody>
          <a:bodyPr wrap="none" rtlCol="0">
            <a:spAutoFit/>
          </a:bodyPr>
          <a:lstStyle/>
          <a:p>
            <a:pPr algn="ctr"/>
            <a:r>
              <a:rPr lang="en-US" sz="2800" dirty="0" err="1">
                <a:latin typeface="Poppins Medium" panose="00000600000000000000" pitchFamily="2" charset="0"/>
                <a:cs typeface="Poppins Medium" panose="00000600000000000000" pitchFamily="2" charset="0"/>
              </a:rPr>
              <a:t>Instalasi</a:t>
            </a:r>
            <a:r>
              <a:rPr lang="en-US" sz="2800" dirty="0">
                <a:latin typeface="Poppins Medium" panose="00000600000000000000" pitchFamily="2" charset="0"/>
                <a:cs typeface="Poppins Medium" panose="00000600000000000000" pitchFamily="2" charset="0"/>
              </a:rPr>
              <a:t> MongoDB</a:t>
            </a:r>
            <a:endParaRPr lang="en-ID" sz="2800" dirty="0">
              <a:latin typeface="Poppins Medium" panose="00000600000000000000" pitchFamily="2" charset="0"/>
              <a:cs typeface="Poppins Medium" panose="00000600000000000000" pitchFamily="2" charset="0"/>
            </a:endParaRPr>
          </a:p>
        </p:txBody>
      </p:sp>
      <p:sp>
        <p:nvSpPr>
          <p:cNvPr id="3" name="Rectangle 2">
            <a:extLst>
              <a:ext uri="{FF2B5EF4-FFF2-40B4-BE49-F238E27FC236}">
                <a16:creationId xmlns:a16="http://schemas.microsoft.com/office/drawing/2014/main" id="{A5856DB9-5B73-419A-952D-50ABBBD729A4}"/>
              </a:ext>
            </a:extLst>
          </p:cNvPr>
          <p:cNvSpPr/>
          <p:nvPr/>
        </p:nvSpPr>
        <p:spPr>
          <a:xfrm>
            <a:off x="5210474" y="1139237"/>
            <a:ext cx="1771049" cy="45719"/>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 name="TextBox 4">
            <a:extLst>
              <a:ext uri="{FF2B5EF4-FFF2-40B4-BE49-F238E27FC236}">
                <a16:creationId xmlns:a16="http://schemas.microsoft.com/office/drawing/2014/main" id="{895911DB-1451-4285-B3E8-422BFB522190}"/>
              </a:ext>
            </a:extLst>
          </p:cNvPr>
          <p:cNvSpPr txBox="1"/>
          <p:nvPr/>
        </p:nvSpPr>
        <p:spPr>
          <a:xfrm>
            <a:off x="1058331" y="1459125"/>
            <a:ext cx="10075333" cy="4208075"/>
          </a:xfrm>
          <a:prstGeom prst="rect">
            <a:avLst/>
          </a:prstGeom>
          <a:noFill/>
        </p:spPr>
        <p:txBody>
          <a:bodyPr wrap="square">
            <a:spAutoFit/>
          </a:bodyPr>
          <a:lstStyle/>
          <a:p>
            <a:pPr algn="ctr">
              <a:lnSpc>
                <a:spcPct val="150000"/>
              </a:lnSpc>
            </a:pPr>
            <a:r>
              <a:rPr lang="en-US" spc="300" dirty="0">
                <a:latin typeface="Poppins Medium" panose="00000600000000000000" pitchFamily="2" charset="0"/>
                <a:cs typeface="Poppins Medium" panose="00000600000000000000" pitchFamily="2" charset="0"/>
              </a:rPr>
              <a:t>Saat Anda </a:t>
            </a:r>
            <a:r>
              <a:rPr lang="en-US" spc="300" dirty="0" err="1">
                <a:latin typeface="Poppins Medium" panose="00000600000000000000" pitchFamily="2" charset="0"/>
                <a:cs typeface="Poppins Medium" panose="00000600000000000000" pitchFamily="2" charset="0"/>
              </a:rPr>
              <a:t>bekerja</a:t>
            </a:r>
            <a:r>
              <a:rPr lang="en-US" spc="300" dirty="0">
                <a:latin typeface="Poppins Medium" panose="00000600000000000000" pitchFamily="2" charset="0"/>
                <a:cs typeface="Poppins Medium" panose="00000600000000000000" pitchFamily="2" charset="0"/>
              </a:rPr>
              <a:t> dengan database, salah </a:t>
            </a:r>
            <a:r>
              <a:rPr lang="en-US" spc="300" dirty="0" err="1">
                <a:latin typeface="Poppins Medium" panose="00000600000000000000" pitchFamily="2" charset="0"/>
                <a:cs typeface="Poppins Medium" panose="00000600000000000000" pitchFamily="2" charset="0"/>
              </a:rPr>
              <a:t>satu</a:t>
            </a:r>
            <a:r>
              <a:rPr lang="en-US" spc="300" dirty="0">
                <a:latin typeface="Poppins Medium" panose="00000600000000000000" pitchFamily="2" charset="0"/>
                <a:cs typeface="Poppins Medium" panose="00000600000000000000" pitchFamily="2" charset="0"/>
              </a:rPr>
              <a:t> </a:t>
            </a:r>
            <a:r>
              <a:rPr lang="en-US" spc="300" dirty="0" err="1">
                <a:latin typeface="Poppins Medium" panose="00000600000000000000" pitchFamily="2" charset="0"/>
                <a:cs typeface="Poppins Medium" panose="00000600000000000000" pitchFamily="2" charset="0"/>
              </a:rPr>
              <a:t>pertimbangan</a:t>
            </a:r>
            <a:r>
              <a:rPr lang="en-US" spc="300" dirty="0">
                <a:latin typeface="Poppins Medium" panose="00000600000000000000" pitchFamily="2" charset="0"/>
                <a:cs typeface="Poppins Medium" panose="00000600000000000000" pitchFamily="2" charset="0"/>
              </a:rPr>
              <a:t> </a:t>
            </a:r>
            <a:r>
              <a:rPr lang="en-US" spc="300" dirty="0" err="1">
                <a:latin typeface="Poppins Medium" panose="00000600000000000000" pitchFamily="2" charset="0"/>
                <a:cs typeface="Poppins Medium" panose="00000600000000000000" pitchFamily="2" charset="0"/>
              </a:rPr>
              <a:t>terpenting</a:t>
            </a:r>
            <a:r>
              <a:rPr lang="en-US" spc="300" dirty="0">
                <a:latin typeface="Poppins Medium" panose="00000600000000000000" pitchFamily="2" charset="0"/>
                <a:cs typeface="Poppins Medium" panose="00000600000000000000" pitchFamily="2" charset="0"/>
              </a:rPr>
              <a:t> yang </a:t>
            </a:r>
            <a:r>
              <a:rPr lang="en-US" spc="300" dirty="0" err="1">
                <a:latin typeface="Poppins Medium" panose="00000600000000000000" pitchFamily="2" charset="0"/>
                <a:cs typeface="Poppins Medium" panose="00000600000000000000" pitchFamily="2" charset="0"/>
              </a:rPr>
              <a:t>perlu</a:t>
            </a:r>
            <a:r>
              <a:rPr lang="en-US" spc="300" dirty="0">
                <a:latin typeface="Poppins Medium" panose="00000600000000000000" pitchFamily="2" charset="0"/>
                <a:cs typeface="Poppins Medium" panose="00000600000000000000" pitchFamily="2" charset="0"/>
              </a:rPr>
              <a:t> Anda </a:t>
            </a:r>
            <a:r>
              <a:rPr lang="en-US" spc="300" dirty="0" err="1">
                <a:latin typeface="Poppins Medium" panose="00000600000000000000" pitchFamily="2" charset="0"/>
                <a:cs typeface="Poppins Medium" panose="00000600000000000000" pitchFamily="2" charset="0"/>
              </a:rPr>
              <a:t>perhitungkan</a:t>
            </a:r>
            <a:r>
              <a:rPr lang="en-US" spc="300" dirty="0">
                <a:latin typeface="Poppins Medium" panose="00000600000000000000" pitchFamily="2" charset="0"/>
                <a:cs typeface="Poppins Medium" panose="00000600000000000000" pitchFamily="2" charset="0"/>
              </a:rPr>
              <a:t> </a:t>
            </a:r>
            <a:r>
              <a:rPr lang="en-US" spc="300" dirty="0" err="1">
                <a:latin typeface="Poppins Medium" panose="00000600000000000000" pitchFamily="2" charset="0"/>
                <a:cs typeface="Poppins Medium" panose="00000600000000000000" pitchFamily="2" charset="0"/>
              </a:rPr>
              <a:t>adalah</a:t>
            </a:r>
            <a:r>
              <a:rPr lang="en-US" spc="300" dirty="0">
                <a:latin typeface="Poppins Medium" panose="00000600000000000000" pitchFamily="2" charset="0"/>
                <a:cs typeface="Poppins Medium" panose="00000600000000000000" pitchFamily="2" charset="0"/>
              </a:rPr>
              <a:t> </a:t>
            </a:r>
            <a:r>
              <a:rPr lang="en-US" spc="300" dirty="0" err="1">
                <a:latin typeface="Poppins Medium" panose="00000600000000000000" pitchFamily="2" charset="0"/>
                <a:cs typeface="Poppins Medium" panose="00000600000000000000" pitchFamily="2" charset="0"/>
              </a:rPr>
              <a:t>evolusi</a:t>
            </a:r>
            <a:r>
              <a:rPr lang="en-US" spc="300" dirty="0">
                <a:latin typeface="Poppins Medium" panose="00000600000000000000" pitchFamily="2" charset="0"/>
                <a:cs typeface="Poppins Medium" panose="00000600000000000000" pitchFamily="2" charset="0"/>
              </a:rPr>
              <a:t> </a:t>
            </a:r>
            <a:r>
              <a:rPr lang="en-US" spc="300" dirty="0" err="1">
                <a:latin typeface="Poppins Medium" panose="00000600000000000000" pitchFamily="2" charset="0"/>
                <a:cs typeface="Poppins Medium" panose="00000600000000000000" pitchFamily="2" charset="0"/>
              </a:rPr>
              <a:t>skema</a:t>
            </a:r>
            <a:r>
              <a:rPr lang="en-US" spc="300" dirty="0">
                <a:latin typeface="Poppins Medium" panose="00000600000000000000" pitchFamily="2" charset="0"/>
                <a:cs typeface="Poppins Medium" panose="00000600000000000000" pitchFamily="2" charset="0"/>
              </a:rPr>
              <a:t> (</a:t>
            </a:r>
            <a:r>
              <a:rPr lang="en-US" spc="300" dirty="0" err="1">
                <a:latin typeface="Poppins Medium" panose="00000600000000000000" pitchFamily="2" charset="0"/>
                <a:cs typeface="Poppins Medium" panose="00000600000000000000" pitchFamily="2" charset="0"/>
              </a:rPr>
              <a:t>yaitu</a:t>
            </a:r>
            <a:r>
              <a:rPr lang="en-US" spc="300" dirty="0">
                <a:latin typeface="Poppins Medium" panose="00000600000000000000" pitchFamily="2" charset="0"/>
                <a:cs typeface="Poppins Medium" panose="00000600000000000000" pitchFamily="2" charset="0"/>
              </a:rPr>
              <a:t> </a:t>
            </a:r>
            <a:r>
              <a:rPr lang="en-US" spc="300" dirty="0" err="1">
                <a:latin typeface="Poppins Medium" panose="00000600000000000000" pitchFamily="2" charset="0"/>
                <a:cs typeface="Poppins Medium" panose="00000600000000000000" pitchFamily="2" charset="0"/>
              </a:rPr>
              <a:t>perubahan</a:t>
            </a:r>
            <a:r>
              <a:rPr lang="en-US" spc="300" dirty="0">
                <a:latin typeface="Poppins Medium" panose="00000600000000000000" pitchFamily="2" charset="0"/>
                <a:cs typeface="Poppins Medium" panose="00000600000000000000" pitchFamily="2" charset="0"/>
              </a:rPr>
              <a:t> dalam </a:t>
            </a:r>
            <a:r>
              <a:rPr lang="en-US" spc="300" dirty="0" err="1">
                <a:latin typeface="Poppins Medium" panose="00000600000000000000" pitchFamily="2" charset="0"/>
                <a:cs typeface="Poppins Medium" panose="00000600000000000000" pitchFamily="2" charset="0"/>
              </a:rPr>
              <a:t>dampak</a:t>
            </a:r>
            <a:r>
              <a:rPr lang="en-US" spc="300" dirty="0">
                <a:latin typeface="Poppins Medium" panose="00000600000000000000" pitchFamily="2" charset="0"/>
                <a:cs typeface="Poppins Medium" panose="00000600000000000000" pitchFamily="2" charset="0"/>
              </a:rPr>
              <a:t> </a:t>
            </a:r>
            <a:r>
              <a:rPr lang="en-US" spc="300" dirty="0" err="1">
                <a:latin typeface="Poppins Medium" panose="00000600000000000000" pitchFamily="2" charset="0"/>
                <a:cs typeface="Poppins Medium" panose="00000600000000000000" pitchFamily="2" charset="0"/>
              </a:rPr>
              <a:t>skema</a:t>
            </a:r>
            <a:r>
              <a:rPr lang="en-US" spc="300" dirty="0">
                <a:latin typeface="Poppins Medium" panose="00000600000000000000" pitchFamily="2" charset="0"/>
                <a:cs typeface="Poppins Medium" panose="00000600000000000000" pitchFamily="2" charset="0"/>
              </a:rPr>
              <a:t> pada </a:t>
            </a:r>
            <a:r>
              <a:rPr lang="en-US" spc="300" dirty="0" err="1">
                <a:latin typeface="Poppins Medium" panose="00000600000000000000" pitchFamily="2" charset="0"/>
                <a:cs typeface="Poppins Medium" panose="00000600000000000000" pitchFamily="2" charset="0"/>
              </a:rPr>
              <a:t>aplikasi</a:t>
            </a:r>
            <a:r>
              <a:rPr lang="en-US" spc="300" dirty="0">
                <a:latin typeface="Poppins Medium" panose="00000600000000000000" pitchFamily="2" charset="0"/>
                <a:cs typeface="Poppins Medium" panose="00000600000000000000" pitchFamily="2" charset="0"/>
              </a:rPr>
              <a:t> yang </a:t>
            </a:r>
            <a:r>
              <a:rPr lang="en-US" spc="300" dirty="0" err="1">
                <a:latin typeface="Poppins Medium" panose="00000600000000000000" pitchFamily="2" charset="0"/>
                <a:cs typeface="Poppins Medium" panose="00000600000000000000" pitchFamily="2" charset="0"/>
              </a:rPr>
              <a:t>sedang</a:t>
            </a:r>
            <a:r>
              <a:rPr lang="en-US" spc="300" dirty="0">
                <a:latin typeface="Poppins Medium" panose="00000600000000000000" pitchFamily="2" charset="0"/>
                <a:cs typeface="Poppins Medium" panose="00000600000000000000" pitchFamily="2" charset="0"/>
              </a:rPr>
              <a:t> </a:t>
            </a:r>
            <a:r>
              <a:rPr lang="en-US" spc="300" dirty="0" err="1">
                <a:latin typeface="Poppins Medium" panose="00000600000000000000" pitchFamily="2" charset="0"/>
                <a:cs typeface="Poppins Medium" panose="00000600000000000000" pitchFamily="2" charset="0"/>
              </a:rPr>
              <a:t>berjalan</a:t>
            </a:r>
            <a:r>
              <a:rPr lang="en-US" spc="300" dirty="0">
                <a:latin typeface="Poppins Medium" panose="00000600000000000000" pitchFamily="2" charset="0"/>
                <a:cs typeface="Poppins Medium" panose="00000600000000000000" pitchFamily="2" charset="0"/>
              </a:rPr>
              <a:t>). </a:t>
            </a:r>
          </a:p>
          <a:p>
            <a:pPr algn="ctr">
              <a:lnSpc>
                <a:spcPct val="150000"/>
              </a:lnSpc>
            </a:pPr>
            <a:endParaRPr lang="en-US" spc="300" dirty="0">
              <a:latin typeface="Poppins Medium" panose="00000600000000000000" pitchFamily="2" charset="0"/>
              <a:cs typeface="Poppins Medium" panose="00000600000000000000" pitchFamily="2" charset="0"/>
            </a:endParaRPr>
          </a:p>
          <a:p>
            <a:pPr algn="ctr">
              <a:lnSpc>
                <a:spcPct val="150000"/>
              </a:lnSpc>
            </a:pPr>
            <a:r>
              <a:rPr lang="en-US" spc="300" dirty="0">
                <a:latin typeface="Poppins Medium" panose="00000600000000000000" pitchFamily="2" charset="0"/>
                <a:cs typeface="Poppins Medium" panose="00000600000000000000" pitchFamily="2" charset="0"/>
              </a:rPr>
              <a:t>Desain </a:t>
            </a:r>
            <a:r>
              <a:rPr lang="en-US" spc="300" dirty="0" err="1">
                <a:latin typeface="Poppins Medium" panose="00000600000000000000" pitchFamily="2" charset="0"/>
                <a:cs typeface="Poppins Medium" panose="00000600000000000000" pitchFamily="2" charset="0"/>
              </a:rPr>
              <a:t>harus</a:t>
            </a:r>
            <a:r>
              <a:rPr lang="en-US" spc="300" dirty="0">
                <a:latin typeface="Poppins Medium" panose="00000600000000000000" pitchFamily="2" charset="0"/>
                <a:cs typeface="Poppins Medium" panose="00000600000000000000" pitchFamily="2" charset="0"/>
              </a:rPr>
              <a:t> </a:t>
            </a:r>
            <a:r>
              <a:rPr lang="en-US" spc="300" dirty="0" err="1">
                <a:latin typeface="Poppins Medium" panose="00000600000000000000" pitchFamily="2" charset="0"/>
                <a:cs typeface="Poppins Medium" panose="00000600000000000000" pitchFamily="2" charset="0"/>
              </a:rPr>
              <a:t>dilakukan</a:t>
            </a:r>
            <a:r>
              <a:rPr lang="en-US" spc="300" dirty="0">
                <a:latin typeface="Poppins Medium" panose="00000600000000000000" pitchFamily="2" charset="0"/>
                <a:cs typeface="Poppins Medium" panose="00000600000000000000" pitchFamily="2" charset="0"/>
              </a:rPr>
              <a:t> </a:t>
            </a:r>
            <a:r>
              <a:rPr lang="en-US" spc="300" dirty="0" err="1">
                <a:latin typeface="Poppins Medium" panose="00000600000000000000" pitchFamily="2" charset="0"/>
                <a:cs typeface="Poppins Medium" panose="00000600000000000000" pitchFamily="2" charset="0"/>
              </a:rPr>
              <a:t>sedemikian</a:t>
            </a:r>
            <a:r>
              <a:rPr lang="en-US" spc="300" dirty="0">
                <a:latin typeface="Poppins Medium" panose="00000600000000000000" pitchFamily="2" charset="0"/>
                <a:cs typeface="Poppins Medium" panose="00000600000000000000" pitchFamily="2" charset="0"/>
              </a:rPr>
              <a:t> </a:t>
            </a:r>
            <a:r>
              <a:rPr lang="en-US" spc="300" dirty="0" err="1">
                <a:latin typeface="Poppins Medium" panose="00000600000000000000" pitchFamily="2" charset="0"/>
                <a:cs typeface="Poppins Medium" panose="00000600000000000000" pitchFamily="2" charset="0"/>
              </a:rPr>
              <a:t>rupa</a:t>
            </a:r>
            <a:r>
              <a:rPr lang="en-US" spc="300" dirty="0">
                <a:latin typeface="Poppins Medium" panose="00000600000000000000" pitchFamily="2" charset="0"/>
                <a:cs typeface="Poppins Medium" panose="00000600000000000000" pitchFamily="2" charset="0"/>
              </a:rPr>
              <a:t> </a:t>
            </a:r>
            <a:r>
              <a:rPr lang="en-US" spc="300" dirty="0" err="1">
                <a:latin typeface="Poppins Medium" panose="00000600000000000000" pitchFamily="2" charset="0"/>
                <a:cs typeface="Poppins Medium" panose="00000600000000000000" pitchFamily="2" charset="0"/>
              </a:rPr>
              <a:t>sehingga</a:t>
            </a:r>
            <a:r>
              <a:rPr lang="en-US" spc="300" dirty="0">
                <a:latin typeface="Poppins Medium" panose="00000600000000000000" pitchFamily="2" charset="0"/>
                <a:cs typeface="Poppins Medium" panose="00000600000000000000" pitchFamily="2" charset="0"/>
              </a:rPr>
              <a:t> </a:t>
            </a:r>
            <a:r>
              <a:rPr lang="en-US" spc="300" dirty="0" err="1">
                <a:latin typeface="Poppins Medium" panose="00000600000000000000" pitchFamily="2" charset="0"/>
                <a:cs typeface="Poppins Medium" panose="00000600000000000000" pitchFamily="2" charset="0"/>
              </a:rPr>
              <a:t>memiliki</a:t>
            </a:r>
            <a:r>
              <a:rPr lang="en-US" spc="300" dirty="0">
                <a:latin typeface="Poppins Medium" panose="00000600000000000000" pitchFamily="2" charset="0"/>
                <a:cs typeface="Poppins Medium" panose="00000600000000000000" pitchFamily="2" charset="0"/>
              </a:rPr>
              <a:t> </a:t>
            </a:r>
            <a:r>
              <a:rPr lang="en-US" spc="300" dirty="0" err="1">
                <a:latin typeface="Poppins Medium" panose="00000600000000000000" pitchFamily="2" charset="0"/>
                <a:cs typeface="Poppins Medium" panose="00000600000000000000" pitchFamily="2" charset="0"/>
              </a:rPr>
              <a:t>dampak</a:t>
            </a:r>
            <a:r>
              <a:rPr lang="en-US" spc="300" dirty="0">
                <a:latin typeface="Poppins Medium" panose="00000600000000000000" pitchFamily="2" charset="0"/>
                <a:cs typeface="Poppins Medium" panose="00000600000000000000" pitchFamily="2" charset="0"/>
              </a:rPr>
              <a:t> minimal atau tidak </a:t>
            </a:r>
            <a:r>
              <a:rPr lang="en-US" spc="300" dirty="0" err="1">
                <a:latin typeface="Poppins Medium" panose="00000600000000000000" pitchFamily="2" charset="0"/>
                <a:cs typeface="Poppins Medium" panose="00000600000000000000" pitchFamily="2" charset="0"/>
              </a:rPr>
              <a:t>ada</a:t>
            </a:r>
            <a:r>
              <a:rPr lang="en-US" spc="300" dirty="0">
                <a:latin typeface="Poppins Medium" panose="00000600000000000000" pitchFamily="2" charset="0"/>
                <a:cs typeface="Poppins Medium" panose="00000600000000000000" pitchFamily="2" charset="0"/>
              </a:rPr>
              <a:t> pada </a:t>
            </a:r>
            <a:r>
              <a:rPr lang="en-US" spc="300" dirty="0" err="1">
                <a:latin typeface="Poppins Medium" panose="00000600000000000000" pitchFamily="2" charset="0"/>
                <a:cs typeface="Poppins Medium" panose="00000600000000000000" pitchFamily="2" charset="0"/>
              </a:rPr>
              <a:t>aplikasi</a:t>
            </a:r>
            <a:r>
              <a:rPr lang="en-US" spc="300" dirty="0">
                <a:latin typeface="Poppins Medium" panose="00000600000000000000" pitchFamily="2" charset="0"/>
                <a:cs typeface="Poppins Medium" panose="00000600000000000000" pitchFamily="2" charset="0"/>
              </a:rPr>
              <a:t>, yang </a:t>
            </a:r>
            <a:r>
              <a:rPr lang="en-US" spc="300" dirty="0" err="1">
                <a:latin typeface="Poppins Medium" panose="00000600000000000000" pitchFamily="2" charset="0"/>
                <a:cs typeface="Poppins Medium" panose="00000600000000000000" pitchFamily="2" charset="0"/>
              </a:rPr>
              <a:t>berarti</a:t>
            </a:r>
            <a:r>
              <a:rPr lang="en-US" spc="300" dirty="0">
                <a:latin typeface="Poppins Medium" panose="00000600000000000000" pitchFamily="2" charset="0"/>
                <a:cs typeface="Poppins Medium" panose="00000600000000000000" pitchFamily="2" charset="0"/>
              </a:rPr>
              <a:t> tidak </a:t>
            </a:r>
            <a:r>
              <a:rPr lang="en-US" spc="300" dirty="0" err="1">
                <a:latin typeface="Poppins Medium" panose="00000600000000000000" pitchFamily="2" charset="0"/>
                <a:cs typeface="Poppins Medium" panose="00000600000000000000" pitchFamily="2" charset="0"/>
              </a:rPr>
              <a:t>ada</a:t>
            </a:r>
            <a:r>
              <a:rPr lang="en-US" spc="300" dirty="0">
                <a:latin typeface="Poppins Medium" panose="00000600000000000000" pitchFamily="2" charset="0"/>
                <a:cs typeface="Poppins Medium" panose="00000600000000000000" pitchFamily="2" charset="0"/>
              </a:rPr>
              <a:t> atau minimal </a:t>
            </a:r>
            <a:r>
              <a:rPr lang="en-US" spc="300" dirty="0" err="1">
                <a:latin typeface="Poppins Medium" panose="00000600000000000000" pitchFamily="2" charset="0"/>
                <a:cs typeface="Poppins Medium" panose="00000600000000000000" pitchFamily="2" charset="0"/>
              </a:rPr>
              <a:t>waktu</a:t>
            </a:r>
            <a:r>
              <a:rPr lang="en-US" spc="300" dirty="0">
                <a:latin typeface="Poppins Medium" panose="00000600000000000000" pitchFamily="2" charset="0"/>
                <a:cs typeface="Poppins Medium" panose="00000600000000000000" pitchFamily="2" charset="0"/>
              </a:rPr>
              <a:t> </a:t>
            </a:r>
            <a:r>
              <a:rPr lang="en-US" spc="300" dirty="0" err="1">
                <a:latin typeface="Poppins Medium" panose="00000600000000000000" pitchFamily="2" charset="0"/>
                <a:cs typeface="Poppins Medium" panose="00000600000000000000" pitchFamily="2" charset="0"/>
              </a:rPr>
              <a:t>henti</a:t>
            </a:r>
            <a:r>
              <a:rPr lang="en-US" spc="300" dirty="0">
                <a:latin typeface="Poppins Medium" panose="00000600000000000000" pitchFamily="2" charset="0"/>
                <a:cs typeface="Poppins Medium" panose="00000600000000000000" pitchFamily="2" charset="0"/>
              </a:rPr>
              <a:t>, tidak </a:t>
            </a:r>
            <a:r>
              <a:rPr lang="en-US" spc="300" dirty="0" err="1">
                <a:latin typeface="Poppins Medium" panose="00000600000000000000" pitchFamily="2" charset="0"/>
                <a:cs typeface="Poppins Medium" panose="00000600000000000000" pitchFamily="2" charset="0"/>
              </a:rPr>
              <a:t>ada</a:t>
            </a:r>
            <a:r>
              <a:rPr lang="en-US" spc="300" dirty="0">
                <a:latin typeface="Poppins Medium" panose="00000600000000000000" pitchFamily="2" charset="0"/>
                <a:cs typeface="Poppins Medium" panose="00000600000000000000" pitchFamily="2" charset="0"/>
              </a:rPr>
              <a:t> atau sangat minimal </a:t>
            </a:r>
            <a:r>
              <a:rPr lang="en-US" spc="300" dirty="0" err="1">
                <a:latin typeface="Poppins Medium" panose="00000600000000000000" pitchFamily="2" charset="0"/>
                <a:cs typeface="Poppins Medium" panose="00000600000000000000" pitchFamily="2" charset="0"/>
              </a:rPr>
              <a:t>perubahan</a:t>
            </a:r>
            <a:r>
              <a:rPr lang="en-US" spc="300" dirty="0">
                <a:latin typeface="Poppins Medium" panose="00000600000000000000" pitchFamily="2" charset="0"/>
                <a:cs typeface="Poppins Medium" panose="00000600000000000000" pitchFamily="2" charset="0"/>
              </a:rPr>
              <a:t> </a:t>
            </a:r>
            <a:r>
              <a:rPr lang="en-US" spc="300" dirty="0" err="1">
                <a:latin typeface="Poppins Medium" panose="00000600000000000000" pitchFamily="2" charset="0"/>
                <a:cs typeface="Poppins Medium" panose="00000600000000000000" pitchFamily="2" charset="0"/>
              </a:rPr>
              <a:t>kode</a:t>
            </a:r>
            <a:r>
              <a:rPr lang="en-US" spc="300" dirty="0">
                <a:latin typeface="Poppins Medium" panose="00000600000000000000" pitchFamily="2" charset="0"/>
                <a:cs typeface="Poppins Medium" panose="00000600000000000000" pitchFamily="2" charset="0"/>
              </a:rPr>
              <a:t>, </a:t>
            </a:r>
            <a:r>
              <a:rPr lang="en-US" spc="300" dirty="0" err="1">
                <a:latin typeface="Poppins Medium" panose="00000600000000000000" pitchFamily="2" charset="0"/>
                <a:cs typeface="Poppins Medium" panose="00000600000000000000" pitchFamily="2" charset="0"/>
              </a:rPr>
              <a:t>dll</a:t>
            </a:r>
            <a:r>
              <a:rPr lang="en-US" spc="300" dirty="0">
                <a:latin typeface="Poppins Medium" panose="00000600000000000000" pitchFamily="2" charset="0"/>
                <a:cs typeface="Poppins Medium" panose="00000600000000000000" pitchFamily="2" charset="0"/>
              </a:rPr>
              <a:t>.</a:t>
            </a:r>
          </a:p>
          <a:p>
            <a:pPr algn="ctr">
              <a:lnSpc>
                <a:spcPct val="150000"/>
              </a:lnSpc>
            </a:pPr>
            <a:endParaRPr lang="en-ID" spc="300" dirty="0">
              <a:latin typeface="Poppins Medium" panose="00000600000000000000" pitchFamily="2" charset="0"/>
              <a:cs typeface="Poppins Medium" panose="00000600000000000000" pitchFamily="2" charset="0"/>
            </a:endParaRPr>
          </a:p>
        </p:txBody>
      </p:sp>
      <p:pic>
        <p:nvPicPr>
          <p:cNvPr id="7" name="Picture 6">
            <a:extLst>
              <a:ext uri="{FF2B5EF4-FFF2-40B4-BE49-F238E27FC236}">
                <a16:creationId xmlns:a16="http://schemas.microsoft.com/office/drawing/2014/main" id="{AA20A63D-F291-48CA-A921-B008DB26A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078" y="320721"/>
            <a:ext cx="1752102" cy="462555"/>
          </a:xfrm>
          <a:prstGeom prst="rect">
            <a:avLst/>
          </a:prstGeom>
        </p:spPr>
      </p:pic>
    </p:spTree>
    <p:extLst>
      <p:ext uri="{BB962C8B-B14F-4D97-AF65-F5344CB8AC3E}">
        <p14:creationId xmlns:p14="http://schemas.microsoft.com/office/powerpoint/2010/main" val="1421838858"/>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8CA9FF4-42BB-447B-B77D-254BC0EF0F4E}"/>
              </a:ext>
            </a:extLst>
          </p:cNvPr>
          <p:cNvSpPr/>
          <p:nvPr/>
        </p:nvSpPr>
        <p:spPr>
          <a:xfrm>
            <a:off x="0" y="6343049"/>
            <a:ext cx="12192000" cy="51495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 name="Rectangle 2">
            <a:extLst>
              <a:ext uri="{FF2B5EF4-FFF2-40B4-BE49-F238E27FC236}">
                <a16:creationId xmlns:a16="http://schemas.microsoft.com/office/drawing/2014/main" id="{A5856DB9-5B73-419A-952D-50ABBBD729A4}"/>
              </a:ext>
            </a:extLst>
          </p:cNvPr>
          <p:cNvSpPr/>
          <p:nvPr/>
        </p:nvSpPr>
        <p:spPr>
          <a:xfrm>
            <a:off x="5210474" y="1139237"/>
            <a:ext cx="1771049" cy="45719"/>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 name="TextBox 6">
            <a:extLst>
              <a:ext uri="{FF2B5EF4-FFF2-40B4-BE49-F238E27FC236}">
                <a16:creationId xmlns:a16="http://schemas.microsoft.com/office/drawing/2014/main" id="{A7F22EE6-24AF-4F19-A05D-DAF8F48D5BA2}"/>
              </a:ext>
            </a:extLst>
          </p:cNvPr>
          <p:cNvSpPr txBox="1"/>
          <p:nvPr/>
        </p:nvSpPr>
        <p:spPr>
          <a:xfrm>
            <a:off x="4255592" y="577514"/>
            <a:ext cx="3680816" cy="523220"/>
          </a:xfrm>
          <a:prstGeom prst="rect">
            <a:avLst/>
          </a:prstGeom>
          <a:noFill/>
        </p:spPr>
        <p:txBody>
          <a:bodyPr wrap="none" rtlCol="0">
            <a:spAutoFit/>
          </a:bodyPr>
          <a:lstStyle/>
          <a:p>
            <a:pPr algn="ctr"/>
            <a:r>
              <a:rPr lang="en-US" sz="2800" dirty="0" err="1">
                <a:latin typeface="Poppins Medium" panose="00000600000000000000" pitchFamily="2" charset="0"/>
                <a:cs typeface="Poppins Medium" panose="00000600000000000000" pitchFamily="2" charset="0"/>
              </a:rPr>
              <a:t>Tugas</a:t>
            </a:r>
            <a:r>
              <a:rPr lang="en-US" sz="2800" dirty="0">
                <a:latin typeface="Poppins Medium" panose="00000600000000000000" pitchFamily="2" charset="0"/>
                <a:cs typeface="Poppins Medium" panose="00000600000000000000" pitchFamily="2" charset="0"/>
              </a:rPr>
              <a:t> Big </a:t>
            </a:r>
            <a:r>
              <a:rPr lang="en-US" sz="2800">
                <a:latin typeface="Poppins Medium" panose="00000600000000000000" pitchFamily="2" charset="0"/>
                <a:cs typeface="Poppins Medium" panose="00000600000000000000" pitchFamily="2" charset="0"/>
              </a:rPr>
              <a:t>Data (5)</a:t>
            </a:r>
            <a:endParaRPr lang="en-ID" sz="2800" dirty="0">
              <a:latin typeface="Poppins Medium" panose="00000600000000000000" pitchFamily="2" charset="0"/>
              <a:cs typeface="Poppins Medium" panose="00000600000000000000" pitchFamily="2" charset="0"/>
            </a:endParaRPr>
          </a:p>
        </p:txBody>
      </p:sp>
      <p:sp>
        <p:nvSpPr>
          <p:cNvPr id="2" name="TextBox 1">
            <a:extLst>
              <a:ext uri="{FF2B5EF4-FFF2-40B4-BE49-F238E27FC236}">
                <a16:creationId xmlns:a16="http://schemas.microsoft.com/office/drawing/2014/main" id="{A1AA6688-63F1-4DC2-9DB9-C9F2E98F1C97}"/>
              </a:ext>
            </a:extLst>
          </p:cNvPr>
          <p:cNvSpPr txBox="1"/>
          <p:nvPr/>
        </p:nvSpPr>
        <p:spPr>
          <a:xfrm>
            <a:off x="1854325" y="1484991"/>
            <a:ext cx="8483346" cy="1715085"/>
          </a:xfrm>
          <a:prstGeom prst="rect">
            <a:avLst/>
          </a:prstGeom>
          <a:noFill/>
        </p:spPr>
        <p:txBody>
          <a:bodyPr wrap="square" rtlCol="0">
            <a:spAutoFit/>
          </a:bodyPr>
          <a:lstStyle/>
          <a:p>
            <a:pPr marL="342900" indent="-342900">
              <a:lnSpc>
                <a:spcPct val="150000"/>
              </a:lnSpc>
              <a:buFont typeface="+mj-lt"/>
              <a:buAutoNum type="arabicPeriod"/>
            </a:pPr>
            <a:r>
              <a:rPr lang="en-US" spc="300" dirty="0" err="1">
                <a:latin typeface="Poppins Medium" panose="00000600000000000000" pitchFamily="2" charset="0"/>
                <a:cs typeface="Poppins Medium" panose="00000600000000000000" pitchFamily="2" charset="0"/>
              </a:rPr>
              <a:t>Buatlah</a:t>
            </a:r>
            <a:r>
              <a:rPr lang="en-US" spc="300" dirty="0">
                <a:latin typeface="Poppins Medium" panose="00000600000000000000" pitchFamily="2" charset="0"/>
                <a:cs typeface="Poppins Medium" panose="00000600000000000000" pitchFamily="2" charset="0"/>
              </a:rPr>
              <a:t> slide </a:t>
            </a:r>
            <a:r>
              <a:rPr lang="en-US" spc="300" dirty="0" err="1">
                <a:latin typeface="Poppins Medium" panose="00000600000000000000" pitchFamily="2" charset="0"/>
                <a:cs typeface="Poppins Medium" panose="00000600000000000000" pitchFamily="2" charset="0"/>
              </a:rPr>
              <a:t>presentasi</a:t>
            </a:r>
            <a:r>
              <a:rPr lang="en-US" spc="300" dirty="0">
                <a:latin typeface="Poppins Medium" panose="00000600000000000000" pitchFamily="2" charset="0"/>
                <a:cs typeface="Poppins Medium" panose="00000600000000000000" pitchFamily="2" charset="0"/>
              </a:rPr>
              <a:t> dengan tentang collection yang </a:t>
            </a:r>
            <a:r>
              <a:rPr lang="en-US" spc="300" dirty="0" err="1">
                <a:latin typeface="Poppins Medium" panose="00000600000000000000" pitchFamily="2" charset="0"/>
                <a:cs typeface="Poppins Medium" panose="00000600000000000000" pitchFamily="2" charset="0"/>
              </a:rPr>
              <a:t>ada</a:t>
            </a:r>
            <a:r>
              <a:rPr lang="en-US" spc="300" dirty="0">
                <a:latin typeface="Poppins Medium" panose="00000600000000000000" pitchFamily="2" charset="0"/>
                <a:cs typeface="Poppins Medium" panose="00000600000000000000" pitchFamily="2" charset="0"/>
              </a:rPr>
              <a:t> pada </a:t>
            </a:r>
            <a:r>
              <a:rPr lang="en-US" spc="300" dirty="0" err="1">
                <a:latin typeface="Poppins Medium" panose="00000600000000000000" pitchFamily="2" charset="0"/>
                <a:cs typeface="Poppins Medium" panose="00000600000000000000" pitchFamily="2" charset="0"/>
              </a:rPr>
              <a:t>mongodb</a:t>
            </a:r>
            <a:r>
              <a:rPr lang="en-US" spc="300" dirty="0">
                <a:latin typeface="Poppins Medium" panose="00000600000000000000" pitchFamily="2" charset="0"/>
                <a:cs typeface="Poppins Medium" panose="00000600000000000000" pitchFamily="2" charset="0"/>
              </a:rPr>
              <a:t>.</a:t>
            </a:r>
          </a:p>
          <a:p>
            <a:pPr marL="342900" indent="-342900">
              <a:lnSpc>
                <a:spcPct val="150000"/>
              </a:lnSpc>
              <a:buFont typeface="+mj-lt"/>
              <a:buAutoNum type="arabicPeriod"/>
            </a:pPr>
            <a:r>
              <a:rPr lang="en-US" spc="300" dirty="0" err="1">
                <a:latin typeface="Poppins Medium" panose="00000600000000000000" pitchFamily="2" charset="0"/>
                <a:cs typeface="Poppins Medium" panose="00000600000000000000" pitchFamily="2" charset="0"/>
              </a:rPr>
              <a:t>Kerjakan</a:t>
            </a:r>
            <a:r>
              <a:rPr lang="en-US" spc="300" dirty="0">
                <a:latin typeface="Poppins Medium" panose="00000600000000000000" pitchFamily="2" charset="0"/>
                <a:cs typeface="Poppins Medium" panose="00000600000000000000" pitchFamily="2" charset="0"/>
              </a:rPr>
              <a:t> dalam </a:t>
            </a:r>
            <a:r>
              <a:rPr lang="en-US" spc="300" dirty="0" err="1">
                <a:latin typeface="Poppins Medium" panose="00000600000000000000" pitchFamily="2" charset="0"/>
                <a:cs typeface="Poppins Medium" panose="00000600000000000000" pitchFamily="2" charset="0"/>
              </a:rPr>
              <a:t>bentuk</a:t>
            </a:r>
            <a:r>
              <a:rPr lang="en-US" spc="300" dirty="0">
                <a:latin typeface="Poppins Medium" panose="00000600000000000000" pitchFamily="2" charset="0"/>
                <a:cs typeface="Poppins Medium" panose="00000600000000000000" pitchFamily="2" charset="0"/>
              </a:rPr>
              <a:t> </a:t>
            </a:r>
            <a:r>
              <a:rPr lang="en-US" spc="300" dirty="0" err="1">
                <a:latin typeface="Poppins Medium" panose="00000600000000000000" pitchFamily="2" charset="0"/>
                <a:cs typeface="Poppins Medium" panose="00000600000000000000" pitchFamily="2" charset="0"/>
              </a:rPr>
              <a:t>kelompok</a:t>
            </a:r>
            <a:r>
              <a:rPr lang="en-US" spc="300" dirty="0">
                <a:latin typeface="Poppins Medium" panose="00000600000000000000" pitchFamily="2" charset="0"/>
                <a:cs typeface="Poppins Medium" panose="00000600000000000000" pitchFamily="2" charset="0"/>
              </a:rPr>
              <a:t> 2 orang. </a:t>
            </a:r>
          </a:p>
          <a:p>
            <a:pPr marL="342900" indent="-342900">
              <a:lnSpc>
                <a:spcPct val="150000"/>
              </a:lnSpc>
              <a:buFont typeface="+mj-lt"/>
              <a:buAutoNum type="arabicPeriod"/>
            </a:pPr>
            <a:r>
              <a:rPr lang="en-US" spc="300" dirty="0" err="1">
                <a:latin typeface="Poppins Medium" panose="00000600000000000000" pitchFamily="2" charset="0"/>
                <a:cs typeface="Poppins Medium" panose="00000600000000000000" pitchFamily="2" charset="0"/>
              </a:rPr>
              <a:t>Jelaskan</a:t>
            </a:r>
            <a:r>
              <a:rPr lang="en-US" spc="300" dirty="0">
                <a:latin typeface="Poppins Medium" panose="00000600000000000000" pitchFamily="2" charset="0"/>
                <a:cs typeface="Poppins Medium" panose="00000600000000000000" pitchFamily="2" charset="0"/>
              </a:rPr>
              <a:t> </a:t>
            </a:r>
            <a:r>
              <a:rPr lang="en-US" spc="300" dirty="0" err="1">
                <a:latin typeface="Poppins Medium" panose="00000600000000000000" pitchFamily="2" charset="0"/>
                <a:cs typeface="Poppins Medium" panose="00000600000000000000" pitchFamily="2" charset="0"/>
              </a:rPr>
              <a:t>tiap</a:t>
            </a:r>
            <a:r>
              <a:rPr lang="en-US" spc="300" dirty="0">
                <a:latin typeface="Poppins Medium" panose="00000600000000000000" pitchFamily="2" charset="0"/>
                <a:cs typeface="Poppins Medium" panose="00000600000000000000" pitchFamily="2" charset="0"/>
              </a:rPr>
              <a:t> </a:t>
            </a:r>
            <a:r>
              <a:rPr lang="en-US" spc="300" dirty="0" err="1">
                <a:latin typeface="Poppins Medium" panose="00000600000000000000" pitchFamily="2" charset="0"/>
                <a:cs typeface="Poppins Medium" panose="00000600000000000000" pitchFamily="2" charset="0"/>
              </a:rPr>
              <a:t>bagian</a:t>
            </a:r>
            <a:r>
              <a:rPr lang="en-US" spc="300" dirty="0">
                <a:latin typeface="Poppins Medium" panose="00000600000000000000" pitchFamily="2" charset="0"/>
                <a:cs typeface="Poppins Medium" panose="00000600000000000000" pitchFamily="2" charset="0"/>
              </a:rPr>
              <a:t> </a:t>
            </a:r>
            <a:r>
              <a:rPr lang="en-US" spc="300" dirty="0" err="1">
                <a:latin typeface="Poppins Medium" panose="00000600000000000000" pitchFamily="2" charset="0"/>
                <a:cs typeface="Poppins Medium" panose="00000600000000000000" pitchFamily="2" charset="0"/>
              </a:rPr>
              <a:t>instalasi</a:t>
            </a:r>
            <a:r>
              <a:rPr lang="en-US" spc="300" dirty="0">
                <a:latin typeface="Poppins Medium" panose="00000600000000000000" pitchFamily="2" charset="0"/>
                <a:cs typeface="Poppins Medium" panose="00000600000000000000" pitchFamily="2" charset="0"/>
              </a:rPr>
              <a:t> dan </a:t>
            </a:r>
            <a:r>
              <a:rPr lang="en-US" spc="300" dirty="0" err="1">
                <a:latin typeface="Poppins Medium" panose="00000600000000000000" pitchFamily="2" charset="0"/>
                <a:cs typeface="Poppins Medium" panose="00000600000000000000" pitchFamily="2" charset="0"/>
              </a:rPr>
              <a:t>presentasikan</a:t>
            </a:r>
            <a:r>
              <a:rPr lang="en-US" spc="300" dirty="0">
                <a:latin typeface="Poppins Medium" panose="00000600000000000000" pitchFamily="2" charset="0"/>
                <a:cs typeface="Poppins Medium" panose="00000600000000000000" pitchFamily="2" charset="0"/>
              </a:rPr>
              <a:t>.</a:t>
            </a:r>
            <a:endParaRPr lang="en-ID" spc="300" dirty="0">
              <a:latin typeface="Poppins Medium" panose="00000600000000000000" pitchFamily="2" charset="0"/>
              <a:cs typeface="Poppins Medium" panose="00000600000000000000" pitchFamily="2" charset="0"/>
            </a:endParaRPr>
          </a:p>
        </p:txBody>
      </p:sp>
      <p:pic>
        <p:nvPicPr>
          <p:cNvPr id="6" name="Picture 5">
            <a:extLst>
              <a:ext uri="{FF2B5EF4-FFF2-40B4-BE49-F238E27FC236}">
                <a16:creationId xmlns:a16="http://schemas.microsoft.com/office/drawing/2014/main" id="{02892680-AFAE-42A5-97D6-22C9BB09BE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078" y="320721"/>
            <a:ext cx="1752102" cy="462555"/>
          </a:xfrm>
          <a:prstGeom prst="rect">
            <a:avLst/>
          </a:prstGeom>
        </p:spPr>
      </p:pic>
    </p:spTree>
    <p:extLst>
      <p:ext uri="{BB962C8B-B14F-4D97-AF65-F5344CB8AC3E}">
        <p14:creationId xmlns:p14="http://schemas.microsoft.com/office/powerpoint/2010/main" val="3369210317"/>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8CA9FF4-42BB-447B-B77D-254BC0EF0F4E}"/>
              </a:ext>
            </a:extLst>
          </p:cNvPr>
          <p:cNvSpPr/>
          <p:nvPr/>
        </p:nvSpPr>
        <p:spPr>
          <a:xfrm>
            <a:off x="0" y="6343049"/>
            <a:ext cx="12192000" cy="51495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 name="TextBox 4">
            <a:extLst>
              <a:ext uri="{FF2B5EF4-FFF2-40B4-BE49-F238E27FC236}">
                <a16:creationId xmlns:a16="http://schemas.microsoft.com/office/drawing/2014/main" id="{47FAFC6A-445D-4C99-B1CC-3B93878EED8A}"/>
              </a:ext>
            </a:extLst>
          </p:cNvPr>
          <p:cNvSpPr txBox="1"/>
          <p:nvPr/>
        </p:nvSpPr>
        <p:spPr>
          <a:xfrm>
            <a:off x="3918159" y="2721114"/>
            <a:ext cx="4355681" cy="707886"/>
          </a:xfrm>
          <a:prstGeom prst="rect">
            <a:avLst/>
          </a:prstGeom>
          <a:noFill/>
        </p:spPr>
        <p:txBody>
          <a:bodyPr wrap="none" rtlCol="0">
            <a:spAutoFit/>
          </a:bodyPr>
          <a:lstStyle/>
          <a:p>
            <a:pPr algn="ctr"/>
            <a:r>
              <a:rPr lang="en-US" sz="4000" b="1" spc="600" dirty="0">
                <a:latin typeface="Poppins Medium" panose="00000600000000000000" pitchFamily="2" charset="0"/>
                <a:cs typeface="Poppins Medium" panose="00000600000000000000" pitchFamily="2" charset="0"/>
              </a:rPr>
              <a:t>TERIMAKASIH</a:t>
            </a:r>
            <a:endParaRPr lang="en-ID" sz="4000" b="1" spc="600" dirty="0">
              <a:latin typeface="Poppins Medium" panose="00000600000000000000" pitchFamily="2" charset="0"/>
              <a:cs typeface="Poppins Medium" panose="00000600000000000000" pitchFamily="2" charset="0"/>
            </a:endParaRPr>
          </a:p>
        </p:txBody>
      </p:sp>
      <p:pic>
        <p:nvPicPr>
          <p:cNvPr id="6" name="Picture 5">
            <a:extLst>
              <a:ext uri="{FF2B5EF4-FFF2-40B4-BE49-F238E27FC236}">
                <a16:creationId xmlns:a16="http://schemas.microsoft.com/office/drawing/2014/main" id="{E2A8C7AF-9308-474A-B0D7-AB525C303D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078" y="320721"/>
            <a:ext cx="1752102" cy="462555"/>
          </a:xfrm>
          <a:prstGeom prst="rect">
            <a:avLst/>
          </a:prstGeom>
        </p:spPr>
      </p:pic>
    </p:spTree>
    <p:extLst>
      <p:ext uri="{BB962C8B-B14F-4D97-AF65-F5344CB8AC3E}">
        <p14:creationId xmlns:p14="http://schemas.microsoft.com/office/powerpoint/2010/main" val="3341852374"/>
      </p:ext>
    </p:extLst>
  </p:cSld>
  <p:clrMapOvr>
    <a:masterClrMapping/>
  </p:clrMapOvr>
  <p:transition spd="slow">
    <p:wip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426</TotalTime>
  <Words>1074</Words>
  <Application>Microsoft Office PowerPoint</Application>
  <PresentationFormat>Widescreen</PresentationFormat>
  <Paragraphs>61</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Calibri Light</vt:lpstr>
      <vt:lpstr>Poppins Medium</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Ahmad Fauzan</dc:creator>
  <cp:lastModifiedBy>DM-09</cp:lastModifiedBy>
  <cp:revision>148</cp:revision>
  <dcterms:created xsi:type="dcterms:W3CDTF">2023-01-04T01:24:47Z</dcterms:created>
  <dcterms:modified xsi:type="dcterms:W3CDTF">2023-02-03T03:12:28Z</dcterms:modified>
</cp:coreProperties>
</file>