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56" r:id="rId3"/>
    <p:sldId id="323" r:id="rId4"/>
    <p:sldId id="257" r:id="rId5"/>
    <p:sldId id="286" r:id="rId6"/>
    <p:sldId id="258" r:id="rId7"/>
    <p:sldId id="265" r:id="rId8"/>
    <p:sldId id="259" r:id="rId9"/>
    <p:sldId id="268" r:id="rId10"/>
    <p:sldId id="266" r:id="rId11"/>
    <p:sldId id="267" r:id="rId12"/>
    <p:sldId id="270" r:id="rId13"/>
    <p:sldId id="271" r:id="rId14"/>
    <p:sldId id="269" r:id="rId15"/>
    <p:sldId id="272" r:id="rId16"/>
    <p:sldId id="273" r:id="rId17"/>
    <p:sldId id="274" r:id="rId18"/>
    <p:sldId id="275" r:id="rId19"/>
    <p:sldId id="276" r:id="rId20"/>
    <p:sldId id="280" r:id="rId21"/>
    <p:sldId id="277" r:id="rId22"/>
    <p:sldId id="278" r:id="rId23"/>
    <p:sldId id="281" r:id="rId24"/>
    <p:sldId id="279" r:id="rId25"/>
    <p:sldId id="282" r:id="rId26"/>
    <p:sldId id="283" r:id="rId27"/>
    <p:sldId id="28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8" autoAdjust="0"/>
    <p:restoredTop sz="94660"/>
  </p:normalViewPr>
  <p:slideViewPr>
    <p:cSldViewPr snapToGrid="0">
      <p:cViewPr varScale="1">
        <p:scale>
          <a:sx n="63" d="100"/>
          <a:sy n="63" d="100"/>
        </p:scale>
        <p:origin x="6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8D7C-E196-4FCE-BC65-ABE10E901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E528-7C67-4AD2-AB1A-5F63CB833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8C30-57B7-482A-85CB-3E955A09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639E-87D7-4AD7-B7A5-613E0D7E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002BC-66FD-4FD9-83BD-2A7750B8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380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DE22-8CE0-40CF-81F3-7588BF2E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14B9-A143-4226-A399-183B70F8E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1D3F9-3C02-46DD-B6F7-8C751EA6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EBC3E-FF20-4FF4-995C-C8A3606E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A3F0-651F-4B66-B5BE-EC735BDB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92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A352-D1D8-4BCA-BFBB-7F772CB8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F17AE-FB5B-4FD7-B851-323FFCDD8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E1D5A-0BF0-46DF-8BC1-C7EDAEAE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131C-D9BE-4A6B-83AC-2A6BB039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22FF9-ED37-41E2-9E37-2E149E5E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853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32E8-36B4-45C2-A19E-8FA5EC5F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EF204-FAD6-4661-A2AE-8ADC9A926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CAC53-53AD-4CB4-BE55-31D72BB78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EFFFA-E841-4949-8A0B-D11349E6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7A413-050E-4959-99FE-A184BA2F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8EEA9-A3CC-4CB4-AAA1-C6A740E4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80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5E7C-D103-46A8-ACF2-12F7A898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5DD30-1D24-4D21-9723-798FC9594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BED1E-B6F1-4EE4-A0AF-17C9B18B9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7523F-CCAB-4616-B3BD-3BAC5BC71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08D60-EA69-47DB-957A-97C20962F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305FB-0852-4B1B-B0E9-20215C13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1928B-09C4-421F-A4A9-9BF9A136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9A6C8-8509-4207-B0EA-301B9F81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246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8C91-B742-4613-B780-14C98689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33F9B-6947-4134-B253-8655FB6D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8413E-A982-4E56-A70A-F3CE5080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4C2F1-2B31-4F68-8344-7860405C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200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64ABD-6691-4BA9-B353-9005D3B4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D2936-9C59-40E9-978F-AD030CCA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B4567-2EC1-4116-BFA8-24FD5598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020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D9FC-ACE7-417F-85E3-151932E4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89A-07F4-4957-BAA6-D8F7220B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5825D-E301-4005-9C38-2D2D03101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1EFD3-CC4F-4E34-9CD2-BC0C9F49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1C5C0-687B-476C-B2CC-BDD7B070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759AD-D7F4-44F3-8609-428ECAC4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51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EC51-9C75-4F5A-B737-3C9F548C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2F2245-1B7F-4300-B9CE-92325F110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CD980-A148-42C3-ACB8-F982C0A29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E6CA-7AB1-44BE-81C4-C4446593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64951-2AD9-4D4B-82D4-FC5FD59F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42C80-9144-4EBE-8613-79AE484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346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553C-B9FA-49D2-BE9D-4362E593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5918E-B8CA-424E-B42C-B81105D6B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13D8C-641E-4BAE-B7AE-EB704838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8B841-CDBE-42AF-AABE-CE3F5B16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478DC-49C2-41B0-B9F5-BEA1DEBF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906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92DA5-7543-4D56-82FD-A4ED215DC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A3434-924C-4F40-A15A-A5FD0DDDD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E4299-D757-4DEA-978B-5A51E215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7D1D-E8C8-43C2-96B7-A770406B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85C6E-BDC0-4825-8630-AEDFB2AD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205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FF5F45-7ACE-48CD-B398-84DDD1FF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A259D-6B51-41D9-A376-228489106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D1F1-413E-445E-A3EB-F2622775A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08A4-5930-4241-968A-D26A746D3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96B5-5AE4-4078-B13B-1EDB08D90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866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482" name="Picture 2" descr="Mengenal Big Data Analytic dan Big Data Services | TELKOMSIGMA">
            <a:extLst>
              <a:ext uri="{FF2B5EF4-FFF2-40B4-BE49-F238E27FC236}">
                <a16:creationId xmlns:a16="http://schemas.microsoft.com/office/drawing/2014/main" id="{0259B05C-C429-4034-AD40-8848CC5745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1"/>
          <a:stretch/>
        </p:blipFill>
        <p:spPr bwMode="auto">
          <a:xfrm>
            <a:off x="1219200" y="548640"/>
            <a:ext cx="9753600" cy="51615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2347412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215243" y="2721114"/>
            <a:ext cx="57615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DATABASE NOSQL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B2D2E7-DBFC-4426-A2FB-3A373920513C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D8B1AC5-146C-42F9-9059-473E09E89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8B36CD1-5D50-4384-BFC2-41BF35F22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408554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1973180" y="1254299"/>
            <a:ext cx="8245719" cy="2269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Penilaian</a:t>
            </a:r>
            <a:r>
              <a:rPr lang="en-US" sz="24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Utama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konten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terlalu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penjelasan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menarik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simple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waktu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pengumpulan</a:t>
            </a:r>
            <a:endParaRPr lang="en-US" sz="2000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6CF86AE-8963-4F76-848F-1AFCA1FD3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4938" y="3429000"/>
            <a:ext cx="4122123" cy="310682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EEA3D38-3977-4684-A226-CBE282580C51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AF0D5ED-60CC-460C-8F7D-711427964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2BABBC2-543B-4EA5-BDCA-0DDA2FE2B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28107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F13405-5AF0-4FAB-9715-A0EA5F178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4126" y="1759919"/>
            <a:ext cx="3867150" cy="2914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39CB5C-D7E6-479C-BC23-D7F631182393}"/>
              </a:ext>
            </a:extLst>
          </p:cNvPr>
          <p:cNvSpPr txBox="1"/>
          <p:nvPr/>
        </p:nvSpPr>
        <p:spPr>
          <a:xfrm>
            <a:off x="1896176" y="2613392"/>
            <a:ext cx="375615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PENGANTAR</a:t>
            </a:r>
          </a:p>
          <a:p>
            <a:r>
              <a:rPr lang="en-US" sz="60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BIG DATA</a:t>
            </a:r>
            <a:endParaRPr lang="en-ID" sz="6000" b="1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0990CFD-B60B-441D-84F9-290E4E64A489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5E651A0-334E-4CF0-B1CD-1689C994F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F1A15D-ADB6-4D1F-83FC-E9A417EB7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271728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2031549"/>
            <a:ext cx="9040529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“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Semua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impian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menjadi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kenyataan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jika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keberanian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mengejarnya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.”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- Walt Disney -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98FEA50-5580-42F7-BEE4-45946C2B2E28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6C186B6-76BE-4F22-8FB4-687937E51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C826CC-9924-40B1-AC7F-2A3A3087A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020527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2021924"/>
            <a:ext cx="9040529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“</a:t>
            </a: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Big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istilah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menggambarkan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volume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besar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datang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berbagai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struktur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dihasilkan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tinggi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.”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350524E-17B2-4F2E-8860-1CAA0B5631F3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DBB4C24-C5F5-470B-9FA7-604DF07F9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1C4C50D-B9BD-4B10-8A52-6128B8CAF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68887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1876729"/>
            <a:ext cx="9040529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“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menimbulkan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tantangan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sistem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RDBMS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tradisional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menyimpan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memproses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data. Big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menawarkan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jalan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pendekatan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pemrosesan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penyimpanan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baru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.”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B4FEA32-0305-48EA-B0E2-E025E0733880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5E3BAB4-6B43-48E2-9E30-D2E4810D3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4313E42-33BD-49F4-8687-5699DD546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274529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524896" y="587142"/>
            <a:ext cx="3142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Definisi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984983" y="1512534"/>
            <a:ext cx="10222029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Big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volume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besar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tinggi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berbagai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variasi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dua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tipe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sering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yaitu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3V dan 5V.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17ACA36-9919-4FA4-9BB9-16676D561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311" y="3101442"/>
            <a:ext cx="3254686" cy="278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C14E1B6-E21B-451B-9392-BC261466F2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0"/>
          <a:stretch/>
        </p:blipFill>
        <p:spPr bwMode="auto">
          <a:xfrm>
            <a:off x="6269162" y="3082986"/>
            <a:ext cx="2795881" cy="274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551CC1-C13D-4EB2-9247-387B5DC5AE3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96F740-9880-448F-A51D-F43CDF972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DE5C26-3817-4431-88B3-8E0FF90C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412806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524896" y="587142"/>
            <a:ext cx="3142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Definisi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575735" y="1559097"/>
            <a:ext cx="9040529" cy="254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Volume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(V1)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ukuran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kapasitas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penyimpanan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database. Big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kapasitas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sangat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besar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terbatas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contohnya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Instagram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69,23% data personal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miliar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seluruh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dunia. 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5A01CE2-AC2E-42FE-B0CC-ABF5D7AA22AE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7A762DB-386D-4D13-A72F-DBFD58C99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817F99A-0027-43DA-8F61-4C5B239F5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986165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524896" y="587142"/>
            <a:ext cx="3142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Definisi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575735" y="1559097"/>
            <a:ext cx="9040529" cy="296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Variety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(V2)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berbagai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variasi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NoSQL,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contohnya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Struktur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 Semi-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Struktur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 Un-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Struktur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AEBF38C-BEF8-4263-AA01-B22BFA356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243" y="2820007"/>
            <a:ext cx="4298810" cy="21494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FA2C2F6-6FF8-4D1E-BBA4-0DC1CA2D4A32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3FEDC8B-070C-4DF1-9BF1-A2575D89B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CC4275F-5239-4A9A-A95F-36C1293D0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996601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524896" y="587142"/>
            <a:ext cx="3142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Definisi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575735" y="1559097"/>
            <a:ext cx="9040529" cy="296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Velocity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(V3)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Big Data sangat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bergantung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pemrosesan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contohnya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571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transfer data</a:t>
            </a:r>
          </a:p>
          <a:p>
            <a:pPr marL="2571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mengupdate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</a:t>
            </a:r>
          </a:p>
          <a:p>
            <a:pPr marL="2571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stabil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733206-31F5-4DAB-A564-2D6D9004BE98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241B13A-E182-4158-B9C6-93651C2A5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B79C56A-B8DC-46ED-AC34-9CC5E4C2B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9773715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524896" y="587142"/>
            <a:ext cx="3142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Definisi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832907" y="1576871"/>
            <a:ext cx="8526181" cy="254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Veracity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(V4)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keakuratan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data. Dalam big data,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keakuratan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sangatlah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penting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Jika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semakin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besar,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otomatis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pengelolaannya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semakin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sulit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sehingga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resiko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error data yang besar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sehingga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sangat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memperhatikan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keakuratan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D17C2-775E-4205-9348-3E692F72BD5F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F22DA77-8935-497C-9C35-FE6DB53D9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8FA6AE-CE00-4FE4-8607-0907DE777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385219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524896" y="587142"/>
            <a:ext cx="3142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Definisi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575735" y="1559097"/>
            <a:ext cx="9040529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Value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(V5)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suatu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nilai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big data. Dalam big data,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selalu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mengidenfitikasi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seberapa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bernilai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suatu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2052" name="Picture 4" descr="Big Data, Big Value | Syncfusion Blogs">
            <a:extLst>
              <a:ext uri="{FF2B5EF4-FFF2-40B4-BE49-F238E27FC236}">
                <a16:creationId xmlns:a16="http://schemas.microsoft.com/office/drawing/2014/main" id="{EC927061-B34F-4A10-9F0B-92A622242A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1" t="21171" r="18155" b="19996"/>
          <a:stretch/>
        </p:blipFill>
        <p:spPr bwMode="auto">
          <a:xfrm>
            <a:off x="3915075" y="3232825"/>
            <a:ext cx="4361850" cy="20374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186A9C8-B72E-45DD-AF3C-69DE983516CB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24F330B-73ED-425D-94E4-0F47CCE87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8208A53-243D-46B4-B761-8035B8805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311085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007123" y="577514"/>
            <a:ext cx="4177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969ED9-7BFE-429A-AF12-F36B6B333669}"/>
              </a:ext>
            </a:extLst>
          </p:cNvPr>
          <p:cNvSpPr txBox="1"/>
          <p:nvPr/>
        </p:nvSpPr>
        <p:spPr>
          <a:xfrm>
            <a:off x="1600695" y="1668195"/>
            <a:ext cx="8990601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Bagaimana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menghasilkan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menciptakan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nilai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(value)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organisasi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?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pertama-tama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lihat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penting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FF59F8F-6D61-4D14-B07F-D42AB648A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6725" y="3537212"/>
            <a:ext cx="3518539" cy="265190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9495E88-1F24-438C-A356-BC5C4057A4D0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36783CC-C9D0-4D22-9463-EDB374174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7512B05-BDA7-41B2-9C58-D3150CBB8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2992535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369613" y="1633419"/>
            <a:ext cx="7452766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Big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sumber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benar-benar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baru. Ini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dihasilkan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saat Anda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misalnya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memposting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blog,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atau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perjalanan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informasi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itu tidak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ditangkap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007123" y="577514"/>
            <a:ext cx="4177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336F84-A70E-4ADA-8B45-C57ACCF55768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0D188F5-80C4-41A3-999C-379F14F21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B8D27A0-2F6C-46C5-8A40-0DED1A2EF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2256119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741412" y="1724072"/>
            <a:ext cx="8709166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Sekarang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itu oleh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organisasi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mencapai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inovasi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meningkatkan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kelincahan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mereka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meningkatkan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profitabilitas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mereka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007123" y="577514"/>
            <a:ext cx="4177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18434" name="Picture 2" descr="Penerapan &quot;Big Data&quot; dalam Bidang Kesehatan Halaman 1 - Kompasiana.com">
            <a:extLst>
              <a:ext uri="{FF2B5EF4-FFF2-40B4-BE49-F238E27FC236}">
                <a16:creationId xmlns:a16="http://schemas.microsoft.com/office/drawing/2014/main" id="{EAE9D420-B00A-4AEF-A48A-A50A290435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57" b="16793"/>
          <a:stretch/>
        </p:blipFill>
        <p:spPr bwMode="auto">
          <a:xfrm>
            <a:off x="3499909" y="3622482"/>
            <a:ext cx="5192173" cy="223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3AE361A-DF7A-4395-8C8A-38879D75FEC6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A564C7C-A156-41C0-9906-6B3E9E802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020A12B-FC1E-4FFA-A7DE-5CF99BC87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4973690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575731" y="1559097"/>
            <a:ext cx="9040529" cy="3792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tercantum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laporan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MGI (McKinsey Global Institute), ini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dikategorikan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luas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 dalam lima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Data.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Visibilitas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Menemukan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Analisis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Informasi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Segmentasi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Kustomisasi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Membantu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Pengambilan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Keputusan</a:t>
            </a: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Inovasi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007123" y="577514"/>
            <a:ext cx="4177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18463A-8ED3-435B-8583-9CD428C496F3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68A30B6-694D-41F5-96E9-040AA0D19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E9F7973-83BD-4AC0-A188-28686DACB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0616167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575731" y="1559097"/>
            <a:ext cx="9040529" cy="3377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Visibilitas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aksesibilitas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transparansi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mempengaruhi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pemrosesan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data. 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Contohnya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perusahaan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besar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anak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perusahaan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tersebar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Jika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perusahaan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utama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diakses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oleh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anak-anak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perusahaannya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mudah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di proses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serta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meningkatkan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kualitas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007123" y="577514"/>
            <a:ext cx="4177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F8660D5-37CB-40E2-84FD-1F08A62C1450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4F15187-17D8-4A85-B3CD-6F5B3F719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DD943C8-D6C4-4363-B4F8-2547F6F7E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120279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988388" y="1551961"/>
            <a:ext cx="10215216" cy="3792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Menemukan</a:t>
            </a:r>
            <a:r>
              <a:rPr lang="en-US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Analisis</a:t>
            </a:r>
            <a:r>
              <a:rPr lang="en-US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Informasi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Sebagian besar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nilai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berasal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saat data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dikumpulkan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sumber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luar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digabungkan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data internal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organisasi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Organisasi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menangkap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terperinci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tentang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inventaris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karyawan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pelanggan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semua data ini,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mereka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menemukan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menganalisis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informasi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pola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baru.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hasilnya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informasi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pengetahuan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meningkatkan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kinerja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007123" y="577514"/>
            <a:ext cx="4177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FE89A5-D469-46EC-9762-97032D451557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A2AC36D-FB7A-4763-A3F1-9E3165E43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B76219B-EB4C-4290-BA6E-525D8DC62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3078180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988388" y="1559097"/>
            <a:ext cx="10215216" cy="3792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Segmentasi</a:t>
            </a:r>
            <a:r>
              <a:rPr lang="en-US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Kostumisasi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Big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organisasi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layanan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khusus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memenuhi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kebutuhan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segmen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tertentu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Ini juga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sektor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sosial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mengelompokkan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populasi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akurat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menargetkan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skema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manfaat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kebutuhan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khusus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Segmentasi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pelanggan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berdasarkan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berbagai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parameter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membantu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kampanye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pemasaran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ditargetkan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menyesuaikan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agar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sesuai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kebutuhan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pelanggan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007123" y="577514"/>
            <a:ext cx="4177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67E5320-9D3B-402F-815D-22489A4FE5A5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D5FB44C-959C-4A89-9DD4-94E92EA0A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2BD442F-42E5-4701-8605-749C4C98D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9190331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214480" y="1580837"/>
            <a:ext cx="9763031" cy="3377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Membantu</a:t>
            </a:r>
            <a:r>
              <a:rPr lang="en-US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Pengambilan</a:t>
            </a:r>
            <a:r>
              <a:rPr lang="en-US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Keputusan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Big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substansial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meminimalkan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risiko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meningkatkan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pengambilan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keputusan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mengungkap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wawasan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berharga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Sistem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peringatan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penipuan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otomatis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pemrosesan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kartu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kredit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penyesuaian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inventaris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otomatis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contoh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sistem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membantu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atau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mengotomatiskan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pengambilan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keputusan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berdasarkan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analitik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007123" y="577514"/>
            <a:ext cx="4177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7008202-F8C8-493C-96E7-D78EA826E75E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78FD723-0827-4CA3-9B2C-FEE4BE530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C141410-227F-481C-BB08-13EF976DB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2329422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118329" y="1530220"/>
            <a:ext cx="9955334" cy="3792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Inovasi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Big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inovasi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ide-ide baru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bentuk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layanan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Ini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inovasi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sudah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menjangkau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segmen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masyarakat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lebih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luas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terkumpul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produk-produk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aktual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produsen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tidak hanya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berinovasi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menciptakan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produk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generasi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tetapi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mereka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juga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berinovasi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penawaran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penjualan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007123" y="577514"/>
            <a:ext cx="4177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4BD446B-B049-4567-B86D-313078CBC1FB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75FA867-CA90-43ED-9052-102790B4B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6118B3B-6374-4882-A02D-9AE8A1E59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1166365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118329" y="1578347"/>
            <a:ext cx="9955334" cy="254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Inovasi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contoh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 data real-time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mesin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kendaraan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dianalisis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memberikan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wawasan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tentang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jadwal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perawatan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Masa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pakai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mesin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dipantau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mesin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lebih Tangguh.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Pemantauan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konsumsi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bahan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bakar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menghasilkan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mesin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efisiensi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lebih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tinggi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007123" y="577514"/>
            <a:ext cx="4177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Penggunaan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906F473-A1EE-4EBF-A97C-632F6F79807E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B744CF4-CE13-401B-8483-776835334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E3420F8-D988-480C-8679-A33F17384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6908514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615059" y="1633419"/>
            <a:ext cx="6961877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Teknologi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menangani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sumber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sangat besar ini,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kemampuan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memproses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berbagai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cepat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akurat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efisien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?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303680" y="577514"/>
            <a:ext cx="3584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Teknologi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7543C42-4F92-43CF-83D4-BBD89198F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6725" y="3537212"/>
            <a:ext cx="3518539" cy="265190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01A3F2F-1486-47DA-BA47-C29E4F894C27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AC69C3B-BB5B-4A4D-A4F8-763F89001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D472189-336D-4571-8790-EFA970265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7796476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310736" y="1490877"/>
            <a:ext cx="9570524" cy="4623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Kemajuan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teknologi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baru-baru ini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memanfaatkan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maksimal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Teknologi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pemrosesan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baru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dirancang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khusus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data besar yang tidak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terstruktur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Pemrosesan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paralel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Pengelompokan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Lingkungan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jaringan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besar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Konektivitas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tinggi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throughput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tinggi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Arsitektur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cloud computing dan scale-out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303680" y="577514"/>
            <a:ext cx="3584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Teknologi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CD84833-2738-4483-BEA3-A374E4412400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94EDE3-F761-40DD-8C00-5C0F43B91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5B0105E-C0E7-42AC-9D34-C6E0F5E86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7042583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3509299" y="3500111"/>
            <a:ext cx="5894582" cy="257096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Hadoop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ElasticSearch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Cassandra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Redis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RavenDB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OrientDB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DynamoDB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Hbase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Oracle NoSQL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309293" y="577514"/>
            <a:ext cx="3573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(1)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A6688-63F1-4DC2-9DB9-C9F2E98F1C97}"/>
              </a:ext>
            </a:extLst>
          </p:cNvPr>
          <p:cNvSpPr txBox="1"/>
          <p:nvPr/>
        </p:nvSpPr>
        <p:spPr>
          <a:xfrm>
            <a:off x="1854325" y="1484991"/>
            <a:ext cx="8483346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kelompok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terdiri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dua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orang.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slide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presentasi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pilih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jenis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teknologi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Jelaskan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presentasikan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0D034E-C53B-4302-B696-23AB8789E392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66513D0-78EB-4208-9346-2A76B9B9D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541255-D782-49FB-9CA9-3C8BD71C6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9210317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918159" y="2721114"/>
            <a:ext cx="4355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TERIMAKASIH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62553C7-5206-4414-8527-6433C3EE5175}"/>
              </a:ext>
            </a:extLst>
          </p:cNvPr>
          <p:cNvGrpSpPr/>
          <p:nvPr/>
        </p:nvGrpSpPr>
        <p:grpSpPr>
          <a:xfrm>
            <a:off x="210917" y="287657"/>
            <a:ext cx="11401962" cy="538998"/>
            <a:chOff x="-68123" y="212809"/>
            <a:chExt cx="14350382" cy="678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BF1BE1E-2DA7-48B8-9179-6301E45FA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123" y="212809"/>
              <a:ext cx="2569609" cy="67837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04B1A36-7BA1-4570-B919-45BEFBE5A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25759" y="212809"/>
              <a:ext cx="656500" cy="67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185237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907</Words>
  <Application>Microsoft Office PowerPoint</Application>
  <PresentationFormat>Widescreen</PresentationFormat>
  <Paragraphs>96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Poppins Medium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Ahmad Fauzan</cp:lastModifiedBy>
  <cp:revision>68</cp:revision>
  <dcterms:created xsi:type="dcterms:W3CDTF">2023-01-04T01:24:47Z</dcterms:created>
  <dcterms:modified xsi:type="dcterms:W3CDTF">2023-01-09T08:06:49Z</dcterms:modified>
</cp:coreProperties>
</file>