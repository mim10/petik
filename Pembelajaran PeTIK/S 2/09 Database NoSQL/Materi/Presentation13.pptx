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368" r:id="rId7"/>
    <p:sldId id="334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283" r:id="rId23"/>
    <p:sldId id="390" r:id="rId24"/>
    <p:sldId id="28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25/01/2023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mongodb.com/developer/code-examples/python/python-crud-mongodb/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1973180" y="83773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3215640" y="3703320"/>
            <a:ext cx="576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Python MongoDB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3B361-3B27-452F-AC5E-C9FF2D71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BCD4EB6-3A08-4E23-A8AC-757FA30B4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0982" y="618033"/>
            <a:ext cx="4710035" cy="35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424531"/>
            <a:ext cx="9040529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</a:t>
            </a:r>
            <a:r>
              <a:rPr lang="da-DK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meraih kesuksesan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Kamu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rasa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keinginan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sukses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besar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daripada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ketakutan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kegagalan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.“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Azis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Gagap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2779227" y="2456939"/>
            <a:ext cx="6633545" cy="1433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integrasi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python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5812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196270" y="1877495"/>
            <a:ext cx="7731762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Distribusi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alat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berinteraksi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database MongoDB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Paket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bson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implementasi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format BSON untuk Python.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Paket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driver Python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asli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MongoDB.</a:t>
            </a:r>
          </a:p>
        </p:txBody>
      </p:sp>
    </p:spTree>
    <p:extLst>
      <p:ext uri="{BB962C8B-B14F-4D97-AF65-F5344CB8AC3E}">
        <p14:creationId xmlns:p14="http://schemas.microsoft.com/office/powerpoint/2010/main" val="9051751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196270" y="1877495"/>
            <a:ext cx="7731762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memudahkan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integrasi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system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antara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integrasi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menginstall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pip package manager.</a:t>
            </a:r>
          </a:p>
        </p:txBody>
      </p:sp>
    </p:spTree>
    <p:extLst>
      <p:ext uri="{BB962C8B-B14F-4D97-AF65-F5344CB8AC3E}">
        <p14:creationId xmlns:p14="http://schemas.microsoft.com/office/powerpoint/2010/main" val="408639072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196270" y="1877495"/>
            <a:ext cx="7731762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penginstalan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07B0C3-86E0-4A31-957E-D374C1F3F0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872"/>
          <a:stretch/>
        </p:blipFill>
        <p:spPr>
          <a:xfrm>
            <a:off x="2879882" y="3122283"/>
            <a:ext cx="6432235" cy="66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4529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755575"/>
            <a:ext cx="845141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folder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Perizinan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-Apps. Lalu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file app.py dalam folder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29C0D-33A2-4036-AD3B-D76A03178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419" y="3032705"/>
            <a:ext cx="3667162" cy="130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5196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755575"/>
            <a:ext cx="845141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import pada file app.py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FE5C93-FF04-47BA-B496-6CC1902D5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424" y="2972145"/>
            <a:ext cx="3687151" cy="137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203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755575"/>
            <a:ext cx="845141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config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menghubungkan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kalian dengan app.py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25378-4133-4CC7-B8C3-BBFCC3617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427" y="3292992"/>
            <a:ext cx="5563454" cy="11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1349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755575"/>
            <a:ext cx="845141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lupa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mengaktifkan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 compass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connect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dipojok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bawah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9CAB74-57F4-4589-B848-940590795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612" y="2900772"/>
            <a:ext cx="5282771" cy="263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0597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755575"/>
            <a:ext cx="845141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debug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mengecek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apakah proses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mengalami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error.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BF2113-D110-4D59-A1BF-5E5DF89A9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470" y="3257464"/>
            <a:ext cx="4007056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9884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755575"/>
            <a:ext cx="845141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Jika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list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kalian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72A2AC-F3B3-46FB-AFCE-211452ED9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785" y="2879076"/>
            <a:ext cx="9252426" cy="46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9284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755575"/>
            <a:ext cx="8451410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baru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873B53-2E8D-4399-A3D6-894648FD9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052" y="2547111"/>
            <a:ext cx="5689892" cy="203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8934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758104" y="1481255"/>
            <a:ext cx="8675787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Jika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silahkan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mongo compass apakah database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beserta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collectionnya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record.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0DEEF0-879B-4492-84BE-557B2DE01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180" y="2749838"/>
            <a:ext cx="3710501" cy="11595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577076-5EA7-4137-B49C-E8EC73F8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236" y="2757121"/>
            <a:ext cx="3881891" cy="28095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9971846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755575"/>
            <a:ext cx="845141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salah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sifatnya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standalone,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pengubahan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database.</a:t>
            </a:r>
          </a:p>
        </p:txBody>
      </p:sp>
    </p:spTree>
    <p:extLst>
      <p:ext uri="{BB962C8B-B14F-4D97-AF65-F5344CB8AC3E}">
        <p14:creationId xmlns:p14="http://schemas.microsoft.com/office/powerpoint/2010/main" val="3139547177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582855"/>
            <a:ext cx="845141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MongoCRUD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inisialisasi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class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9B88F7-E524-4F98-86DB-F7E7571E1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541" y="2711013"/>
            <a:ext cx="5146917" cy="219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9564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582855"/>
            <a:ext cx="845141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MongoCRUD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untuk read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01A35-420D-4B88-92BC-C87A8F66E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407" y="2772212"/>
            <a:ext cx="7417181" cy="294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62380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6931" y="573540"/>
            <a:ext cx="327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70293" y="1582855"/>
            <a:ext cx="845141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menjalankan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classnya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428185-19E1-40BA-BA1A-2A2D88272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053" y="2792636"/>
            <a:ext cx="4286470" cy="27560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659D88-3967-4968-B905-C837E3C28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909" y="2792636"/>
            <a:ext cx="1797142" cy="9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7174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202693" y="577514"/>
            <a:ext cx="3786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(13)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2137171" y="1693352"/>
            <a:ext cx="7917654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CRUD MongoDB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dilarang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Simpan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kodingan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github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Upload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projek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LinkedIn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(link git dan screen capture LinkedIn)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5280713" y="577514"/>
            <a:ext cx="1630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Refrensi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2137171" y="1693352"/>
            <a:ext cx="7917654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2"/>
              </a:rPr>
              <a:t>https://www.mongodb.com/developer/code-examples/python/python-crud-mongodb/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43900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8C7AF-9308-474A-B0D7-AB525C303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362</Words>
  <Application>Microsoft Office PowerPoint</Application>
  <PresentationFormat>Widescreen</PresentationFormat>
  <Paragraphs>49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379</cp:revision>
  <dcterms:created xsi:type="dcterms:W3CDTF">2023-01-04T01:24:47Z</dcterms:created>
  <dcterms:modified xsi:type="dcterms:W3CDTF">2023-01-25T07:27:01Z</dcterms:modified>
</cp:coreProperties>
</file>