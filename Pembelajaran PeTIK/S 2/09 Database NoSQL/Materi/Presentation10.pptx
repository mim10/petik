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56" r:id="rId3"/>
    <p:sldId id="323" r:id="rId4"/>
    <p:sldId id="257" r:id="rId5"/>
    <p:sldId id="286" r:id="rId6"/>
    <p:sldId id="368" r:id="rId7"/>
    <p:sldId id="334" r:id="rId8"/>
    <p:sldId id="369" r:id="rId9"/>
    <p:sldId id="381" r:id="rId10"/>
    <p:sldId id="382" r:id="rId11"/>
    <p:sldId id="383" r:id="rId12"/>
    <p:sldId id="384" r:id="rId13"/>
    <p:sldId id="385" r:id="rId14"/>
    <p:sldId id="386" r:id="rId15"/>
    <p:sldId id="387" r:id="rId16"/>
    <p:sldId id="389" r:id="rId17"/>
    <p:sldId id="388" r:id="rId18"/>
    <p:sldId id="390" r:id="rId19"/>
    <p:sldId id="392" r:id="rId20"/>
    <p:sldId id="393" r:id="rId21"/>
    <p:sldId id="283" r:id="rId22"/>
    <p:sldId id="28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4660"/>
  </p:normalViewPr>
  <p:slideViewPr>
    <p:cSldViewPr snapToGrid="0">
      <p:cViewPr varScale="1">
        <p:scale>
          <a:sx n="63" d="100"/>
          <a:sy n="63" d="100"/>
        </p:scale>
        <p:origin x="7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C8D7C-E196-4FCE-BC65-ABE10E901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2E528-7C67-4AD2-AB1A-5F63CB833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28C30-57B7-482A-85CB-3E955A096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19/01/2023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D639E-87D7-4AD7-B7A5-613E0D7ED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002BC-66FD-4FD9-83BD-2A7750B8D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3803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9DE22-8CE0-40CF-81F3-7588BF2E4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714B9-A143-4226-A399-183B70F8E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1D3F9-3C02-46DD-B6F7-8C751EA68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19/01/2023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EBC3E-FF20-4FF4-995C-C8A3606E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6A3F0-651F-4B66-B5BE-EC735BDB6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5692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2A352-D1D8-4BCA-BFBB-7F772CB8C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F17AE-FB5B-4FD7-B851-323FFCDD8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E1D5A-0BF0-46DF-8BC1-C7EDAEAEE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19/01/2023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E131C-D9BE-4A6B-83AC-2A6BB0399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22FF9-ED37-41E2-9E37-2E149E5EF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68538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732E8-36B4-45C2-A19E-8FA5EC5F5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EF204-FAD6-4661-A2AE-8ADC9A926F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1CAC53-53AD-4CB4-BE55-31D72BB78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EFFFA-E841-4949-8A0B-D11349E6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19/01/2023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7A413-050E-4959-99FE-A184BA2F8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8EEA9-A3CC-4CB4-AAA1-C6A740E4C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803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F5E7C-D103-46A8-ACF2-12F7A898B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5DD30-1D24-4D21-9723-798FC9594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BED1E-B6F1-4EE4-A0AF-17C9B18B9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A7523F-CCAB-4616-B3BD-3BAC5BC71F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908D60-EA69-47DB-957A-97C20962F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6305FB-0852-4B1B-B0E9-20215C13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19/01/2023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C1928B-09C4-421F-A4A9-9BF9A136C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39A6C8-8509-4207-B0EA-301B9F81A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22463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E8C91-B742-4613-B780-14C986890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A33F9B-6947-4134-B253-8655FB6DE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19/01/2023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F8413E-A982-4E56-A70A-F3CE50801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4C2F1-2B31-4F68-8344-7860405C4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92005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464ABD-6691-4BA9-B353-9005D3B47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19/01/2023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2D2936-9C59-40E9-978F-AD030CCAD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B4567-2EC1-4116-BFA8-24FD5598B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0202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D9FC-ACE7-417F-85E3-151932E4E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9789A-07F4-4957-BAA6-D8F7220B1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5825D-E301-4005-9C38-2D2D03101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1EFD3-CC4F-4E34-9CD2-BC0C9F499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19/01/2023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1C5C0-687B-476C-B2CC-BDD7B070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759AD-D7F4-44F3-8609-428ECAC45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8510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FEC51-9C75-4F5A-B737-3C9F548C0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2F2245-1B7F-4300-B9CE-92325F1106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4CD980-A148-42C3-ACB8-F982C0A29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9E6CA-7AB1-44BE-81C4-C44465932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19/01/2023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64951-2AD9-4D4B-82D4-FC5FD59F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542C80-9144-4EBE-8613-79AE4849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3467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2553C-B9FA-49D2-BE9D-4362E5936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5918E-B8CA-424E-B42C-B81105D6B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13D8C-641E-4BAE-B7AE-EB704838C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19/01/2023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8B841-CDBE-42AF-AABE-CE3F5B167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478DC-49C2-41B0-B9F5-BEA1DEBF9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9061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A92DA5-7543-4D56-82FD-A4ED215DC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A3434-924C-4F40-A15A-A5FD0DDDD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E4299-D757-4DEA-978B-5A51E2154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19/01/2023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67D1D-E8C8-43C2-96B7-A770406BC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85C6E-BDC0-4825-8630-AEDFB2AD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1205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FF5F45-7ACE-48CD-B398-84DDD1FF7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A259D-6B51-41D9-A376-228489106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BD1F1-413E-445E-A3EB-F2622775AE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F91B0-AF43-46A6-92A0-842F3ACF85D2}" type="datetimeFigureOut">
              <a:rPr lang="en-ID" smtClean="0"/>
              <a:t>19/01/2023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C08A4-5930-4241-968A-D26A746D30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896B5-5AE4-4078-B13B-1EDB08D90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68664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482" name="Picture 2" descr="Mengenal Big Data Analytic dan Big Data Services | TELKOMSIGMA">
            <a:extLst>
              <a:ext uri="{FF2B5EF4-FFF2-40B4-BE49-F238E27FC236}">
                <a16:creationId xmlns:a16="http://schemas.microsoft.com/office/drawing/2014/main" id="{0259B05C-C429-4034-AD40-8848CC5745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1"/>
          <a:stretch/>
        </p:blipFill>
        <p:spPr bwMode="auto">
          <a:xfrm>
            <a:off x="1219200" y="548640"/>
            <a:ext cx="9753600" cy="51615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2347412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3215243" y="2721114"/>
            <a:ext cx="57615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DATABASE NOSQL</a:t>
            </a:r>
            <a:endParaRPr lang="en-ID" sz="4000" b="1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4DF205-83EC-4745-89BD-5984C2D60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085542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1973180" y="837739"/>
            <a:ext cx="8245719" cy="2269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Penilaian</a:t>
            </a:r>
            <a:r>
              <a:rPr lang="en-US" sz="24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Utama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Tidak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terdapat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plagiasi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isi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konten</a:t>
            </a:r>
            <a:endParaRPr lang="en-US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Tidak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memuat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terlalu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banyak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penjelasan</a:t>
            </a:r>
            <a:endParaRPr lang="en-US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desain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menarik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simple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Kecepatan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waktu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pengumpulan</a:t>
            </a:r>
            <a:endParaRPr lang="en-US" sz="2000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4DF205-83EC-4745-89BD-5984C2D60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6CF86AE-8963-4F76-848F-1AFCA1FD3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4938" y="3429000"/>
            <a:ext cx="4122123" cy="310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81075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39CB5C-D7E6-479C-BC23-D7F631182393}"/>
              </a:ext>
            </a:extLst>
          </p:cNvPr>
          <p:cNvSpPr txBox="1"/>
          <p:nvPr/>
        </p:nvSpPr>
        <p:spPr>
          <a:xfrm>
            <a:off x="2369420" y="2026914"/>
            <a:ext cx="416956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Sorting Data MongoDB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23B361-3B27-452F-AC5E-C9FF2D711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BE94ADC-8854-4075-97A4-9C1AAF3A88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1582483"/>
            <a:ext cx="4666615" cy="351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71728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A4654-49A4-4159-AE33-F659086F035E}"/>
              </a:ext>
            </a:extLst>
          </p:cNvPr>
          <p:cNvSpPr txBox="1"/>
          <p:nvPr/>
        </p:nvSpPr>
        <p:spPr>
          <a:xfrm>
            <a:off x="1575735" y="2424531"/>
            <a:ext cx="9040529" cy="1715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"</a:t>
            </a:r>
            <a:r>
              <a:rPr lang="da-DK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Nilai seseorang harus dilihat dari apa yang dia berikan dan bukan dari apa yang bisa dia terima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.“</a:t>
            </a:r>
          </a:p>
          <a:p>
            <a:pPr algn="ctr">
              <a:lnSpc>
                <a:spcPct val="150000"/>
              </a:lnSpc>
            </a:pP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- Albert Einstein -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E887C8-658C-4E2A-B929-B5196254D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0527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A4654-49A4-4159-AE33-F659086F035E}"/>
              </a:ext>
            </a:extLst>
          </p:cNvPr>
          <p:cNvSpPr txBox="1"/>
          <p:nvPr/>
        </p:nvSpPr>
        <p:spPr>
          <a:xfrm>
            <a:off x="2779227" y="2456939"/>
            <a:ext cx="6633545" cy="97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pretty(), sort(), limit() dan skip() pada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  <a:endParaRPr lang="en-ID" sz="20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E887C8-658C-4E2A-B929-B5196254D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958125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200099" y="573540"/>
            <a:ext cx="37240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Sort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2230117" y="2263575"/>
            <a:ext cx="7731762" cy="1299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Metode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sorting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mengurutkan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pada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Nilai 1 untuk ascending dan -1 untuk descending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17518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200104" y="573540"/>
            <a:ext cx="37240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Sort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473198" y="1898877"/>
            <a:ext cx="9245600" cy="88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database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dbpegawai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mongoshell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kalian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perintah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04441B-8508-45AC-B1D0-C2957D99C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174" y="3209952"/>
            <a:ext cx="5539652" cy="102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60466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200104" y="573540"/>
            <a:ext cx="37240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Sort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473198" y="1898877"/>
            <a:ext cx="9245600" cy="88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collection/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koleksi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database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tersebut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perintah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DA4701-CE5A-46E4-8056-B7751B2FF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87" y="3210116"/>
            <a:ext cx="7010226" cy="74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9539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200104" y="573540"/>
            <a:ext cx="37240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Sort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2951477" y="1634716"/>
            <a:ext cx="6289042" cy="88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Masukkan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kedalam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koleksi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pegawai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datanya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4C11D7-C0B6-4CDF-ACFD-0F17DCEE1B0C}"/>
              </a:ext>
            </a:extLst>
          </p:cNvPr>
          <p:cNvSpPr txBox="1"/>
          <p:nvPr/>
        </p:nvSpPr>
        <p:spPr>
          <a:xfrm>
            <a:off x="2819397" y="2762476"/>
            <a:ext cx="6289042" cy="16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{ name: “Salman”, born: “Bandung”, age: 24 },</a:t>
            </a:r>
          </a:p>
          <a:p>
            <a:pPr algn="ctr">
              <a:lnSpc>
                <a:spcPct val="150000"/>
              </a:lnSpc>
            </a:pPr>
            <a:r>
              <a:rPr lang="en-US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{ name: “</a:t>
            </a:r>
            <a:r>
              <a:rPr lang="en-US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Faiz</a:t>
            </a:r>
            <a:r>
              <a:rPr lang="en-US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”, born: “Surabaya”, age: 19 },</a:t>
            </a:r>
          </a:p>
          <a:p>
            <a:pPr algn="ctr">
              <a:lnSpc>
                <a:spcPct val="150000"/>
              </a:lnSpc>
            </a:pPr>
            <a:r>
              <a:rPr lang="en-US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{ name: “Putra”, born: “</a:t>
            </a:r>
            <a:r>
              <a:rPr lang="en-US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Samarinda</a:t>
            </a:r>
            <a:r>
              <a:rPr lang="en-US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”, age: 28 },</a:t>
            </a:r>
          </a:p>
          <a:p>
            <a:pPr algn="ctr">
              <a:lnSpc>
                <a:spcPct val="150000"/>
              </a:lnSpc>
            </a:pPr>
            <a:r>
              <a:rPr lang="en-US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{ name: “Rizal”, born: “</a:t>
            </a:r>
            <a:r>
              <a:rPr lang="en-US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Jombang</a:t>
            </a:r>
            <a:r>
              <a:rPr lang="en-US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”, age: 16 },</a:t>
            </a:r>
          </a:p>
          <a:p>
            <a:pPr algn="ctr">
              <a:lnSpc>
                <a:spcPct val="150000"/>
              </a:lnSpc>
            </a:pPr>
            <a:r>
              <a:rPr lang="en-US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{ name: “Mufti”, born: “Pontianak”, age: 9}</a:t>
            </a:r>
          </a:p>
        </p:txBody>
      </p:sp>
    </p:spTree>
    <p:extLst>
      <p:ext uri="{BB962C8B-B14F-4D97-AF65-F5344CB8AC3E}">
        <p14:creationId xmlns:p14="http://schemas.microsoft.com/office/powerpoint/2010/main" val="334750152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200104" y="573540"/>
            <a:ext cx="37240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Sort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6BB1AF-156B-4320-A404-F622C1EB9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7984" y="1714412"/>
            <a:ext cx="4496031" cy="342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841016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200104" y="573540"/>
            <a:ext cx="37240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Sort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2466336" y="1695676"/>
            <a:ext cx="7259323" cy="2546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Cek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pegawai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find() dan pretty()</a:t>
            </a:r>
            <a:b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</a:br>
            <a:b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</a:b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find()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get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pegawai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sedangkan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pretty()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memperindah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list data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berbentuk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JSON.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058093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200104" y="573540"/>
            <a:ext cx="37240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Sort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DFF5DA-691A-4A1D-A559-9276031A6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0138" y="1490023"/>
            <a:ext cx="3424027" cy="421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05236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200104" y="573540"/>
            <a:ext cx="37240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Sort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2466336" y="1695676"/>
            <a:ext cx="7259323" cy="213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pengurutan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silahkan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fungsi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sort()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rumus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  <a:p>
            <a:pPr algn="ctr">
              <a:lnSpc>
                <a:spcPct val="150000"/>
              </a:lnSpc>
            </a:pP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1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asc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-1 untuk desc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096291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200104" y="573540"/>
            <a:ext cx="37240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Sort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5210474" y="1726426"/>
            <a:ext cx="5618480" cy="1299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pengurutan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berdasarkan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age(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umur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) yang paling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muda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B5656C-D141-4EB4-A15C-C4A535F86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083" y="1592393"/>
            <a:ext cx="2869717" cy="394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751577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200104" y="573540"/>
            <a:ext cx="37240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Sort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5210474" y="1726426"/>
            <a:ext cx="5618480" cy="1299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pengurutan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berdasarkan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age(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umur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) yang paling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tua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38458B-8D3A-481F-BB56-55AB385A9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223" y="1619255"/>
            <a:ext cx="3637451" cy="418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268163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131175" y="573540"/>
            <a:ext cx="38619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Limit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2466336" y="1695676"/>
            <a:ext cx="7259323" cy="1299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Jika kalian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ribuan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pada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sebuah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collection/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koleksi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maka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anda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membutuhkan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limit/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pembatas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saat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get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063023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131175" y="573540"/>
            <a:ext cx="38619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Limit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1F7A47-E3B0-4A52-AAE4-F81EA2C2F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592" y="1668381"/>
            <a:ext cx="6236816" cy="383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447150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181670" y="573540"/>
            <a:ext cx="37609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Skip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2466336" y="1695676"/>
            <a:ext cx="7259323" cy="1715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Fungsi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skip sangat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penting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memaksimalkan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performa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sebuah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database. Skip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melangkahi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beberapa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pada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koleksi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830777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181670" y="573540"/>
            <a:ext cx="37609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Skip Data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A53242-EF62-40AF-A7A5-5C4F02AB3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879" y="1562039"/>
            <a:ext cx="3462957" cy="37324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E4BD84-9856-4DF5-B3F4-5BC02B755E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89" y="1538806"/>
            <a:ext cx="2976880" cy="37788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81BA5C-3158-4447-A852-A1CF66CBFC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3714" y="1562039"/>
            <a:ext cx="3499063" cy="266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234408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22EE6-24AF-4F19-A05D-DAF8F48D5BA2}"/>
              </a:ext>
            </a:extLst>
          </p:cNvPr>
          <p:cNvSpPr txBox="1"/>
          <p:nvPr/>
        </p:nvSpPr>
        <p:spPr>
          <a:xfrm>
            <a:off x="4193876" y="577514"/>
            <a:ext cx="3804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Tugas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 (10)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AA6688-63F1-4DC2-9DB9-C9F2E98F1C97}"/>
              </a:ext>
            </a:extLst>
          </p:cNvPr>
          <p:cNvSpPr txBox="1"/>
          <p:nvPr/>
        </p:nvSpPr>
        <p:spPr>
          <a:xfrm>
            <a:off x="1114586" y="1429192"/>
            <a:ext cx="9962824" cy="4304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collection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pembeli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database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Penjualan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telah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kalian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</a:t>
            </a:r>
            <a:endParaRPr lang="en-US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Collection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pembeli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terdiri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umur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asal) dan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masukkan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/insert 20 data random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didalamnya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hindari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plagiasi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fungsi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menampilkan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pembeli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sebagai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Sorting() :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Urutkan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pembeli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berdasarkan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asal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daerah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mereka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Skip() :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Urutkan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pembeli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berdasarkan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umur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lakukan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skip()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sebanyak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2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Limit() :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Urutkan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pembeli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berdasarkan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lakukan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limit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sebanyak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3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Screenshot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setiap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proses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pembuatan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/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operasi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kumpulkan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bentuk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pdf (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Hindari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plagiasi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)</a:t>
            </a:r>
            <a:endParaRPr lang="en-US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892680-AFAE-42A5-97D6-22C9BB09B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210317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3918159" y="2721114"/>
            <a:ext cx="43556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TERIMAKASIH</a:t>
            </a:r>
            <a:endParaRPr lang="en-ID" sz="4000" b="1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A8C7AF-9308-474A-B0D7-AB525C303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85237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696</TotalTime>
  <Words>441</Words>
  <Application>Microsoft Office PowerPoint</Application>
  <PresentationFormat>Widescreen</PresentationFormat>
  <Paragraphs>52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Poppins Medium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Fauzan</dc:creator>
  <cp:lastModifiedBy>Ahmad Fauzan</cp:lastModifiedBy>
  <cp:revision>286</cp:revision>
  <dcterms:created xsi:type="dcterms:W3CDTF">2023-01-04T01:24:47Z</dcterms:created>
  <dcterms:modified xsi:type="dcterms:W3CDTF">2023-01-19T04:01:28Z</dcterms:modified>
</cp:coreProperties>
</file>