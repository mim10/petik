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57" r:id="rId5"/>
    <p:sldId id="286" r:id="rId6"/>
    <p:sldId id="258" r:id="rId7"/>
    <p:sldId id="316" r:id="rId8"/>
    <p:sldId id="259" r:id="rId9"/>
    <p:sldId id="317" r:id="rId10"/>
    <p:sldId id="318" r:id="rId11"/>
    <p:sldId id="319" r:id="rId12"/>
    <p:sldId id="320" r:id="rId13"/>
    <p:sldId id="301" r:id="rId14"/>
    <p:sldId id="321" r:id="rId15"/>
    <p:sldId id="322" r:id="rId16"/>
    <p:sldId id="283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09/01/2023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dl.mongodb.org/windows/mongodb-windows-x86_64-6.0.3-signed.msi" TargetMode="External"/><Relationship Id="rId2" Type="http://schemas.openxmlformats.org/officeDocument/2006/relationships/hyperlink" Target="https://www.mongodb.com/try/download/community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82" name="Picture 2" descr="Mengenal Big Data Analytic dan Big Data Services | TELKOMSIGMA">
            <a:extLst>
              <a:ext uri="{FF2B5EF4-FFF2-40B4-BE49-F238E27FC236}">
                <a16:creationId xmlns:a16="http://schemas.microsoft.com/office/drawing/2014/main" id="{0259B05C-C429-4034-AD40-8848CC574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 bwMode="auto">
          <a:xfrm>
            <a:off x="1219200" y="548640"/>
            <a:ext cx="9753600" cy="516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215243" y="2721114"/>
            <a:ext cx="57615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1973180" y="83773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4938" y="3429000"/>
            <a:ext cx="4122123" cy="3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3189601" y="4050026"/>
            <a:ext cx="58128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Arsitektur</a:t>
            </a:r>
            <a:r>
              <a:rPr lang="en-US" sz="3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&amp; </a:t>
            </a:r>
            <a:r>
              <a:rPr lang="en-US" sz="36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br>
              <a:rPr lang="en-US" sz="3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US" sz="36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endParaRPr lang="en-ID" sz="3600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3B361-3B27-452F-AC5E-C9FF2D711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2BDEB50-5CE6-4AD3-B896-D6D392B55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0223" y="1067997"/>
            <a:ext cx="4211554" cy="317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1926691"/>
            <a:ext cx="9040529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"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Risiko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terbesar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mengambil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risiko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pun. Di dunia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berubah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sangat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satu-satunya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strategi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dijamin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gagal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mengambil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risiko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.“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Mark Zuckerberg 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021924"/>
            <a:ext cx="9040529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“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wadah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struktur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disebut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collection. 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Collection </a:t>
            </a:r>
            <a:r>
              <a:rPr lang="en-ID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tempat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berbentuk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Collection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dipadankan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tabel-tabel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pada database SQL.”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B1FE4-3B65-481B-A265-573647BF5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8887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6B1FE4-3B65-481B-A265-573647BF5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7AD0525-C9CB-4322-A617-68721B063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98" y="1183907"/>
            <a:ext cx="7048404" cy="410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3504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17923" y="573540"/>
            <a:ext cx="3756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Arsitektur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261707" y="1666874"/>
            <a:ext cx="9668581" cy="3792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tersedia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edisi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server: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Komunitas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Perusahaan (Enterprise)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Atlas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dihosting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cloud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memerlukan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biaya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menawarkan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tingkat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gratis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memulai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Dukungan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platform: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Berubah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versi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3.4: MongoDB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mendukung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platform x86 32-bit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v4.0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mencapai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akhir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masa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pakainya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30 April 2022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tidak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didukung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resmi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oleh MongoDB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128065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217923" y="573540"/>
            <a:ext cx="37561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Arsitektur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18005" y="1659965"/>
            <a:ext cx="10355986" cy="4208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D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dirancang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memenuhi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permintaan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modern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fondasi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teknologi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Model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menyajikan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terbaik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bekerja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Desain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terdistribusi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menempatkan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cerdas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tempat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inginkan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Pengalaman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terpadu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memberi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kebebasan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berjalan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mana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saja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memungkinkan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membuktikan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pekerjaan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di masa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menghilangkan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penguncian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vendor.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2004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22919" y="573540"/>
            <a:ext cx="3546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76985" y="1561452"/>
            <a:ext cx="8238026" cy="337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Hal-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kamu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ketahui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menginstal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didirikan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oleh Kevin Ryan, Dwight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Meriman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Eliot Horowitz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kini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tergabung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MongoDB Inc. Dan masing-masing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jabatan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sangat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penting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yakni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Kevin Ryan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tengah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menjabat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board member.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38289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22919" y="573540"/>
            <a:ext cx="3546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76985" y="1561452"/>
            <a:ext cx="8238026" cy="337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Hal-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kamu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ketahui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menginstal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Dwight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berkedudukan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chairman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Eliot Horowitz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jabatan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CTO. MongoDB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fitur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automatic scaling, high performance,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high availability.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38858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22919" y="573540"/>
            <a:ext cx="3546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1976985" y="1561452"/>
            <a:ext cx="8238026" cy="337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Hal-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kamu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ketahui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menginstal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ini juga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memanfaatkan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Javascript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mengoperasikan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indexing,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agregasi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CRUD,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serta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berbagai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operasi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database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lainnya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Keunggulan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ini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penyimpanan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tidak lagi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tabel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30734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22919" y="573540"/>
            <a:ext cx="3546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2180920" y="1516173"/>
            <a:ext cx="7830155" cy="4623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ownload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software MongoDB :</a:t>
            </a:r>
            <a:b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2"/>
              </a:rPr>
              <a:t>https://www.mongodb.com/try/download/community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Pilih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latest version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Windows version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MSI Package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Direct Link : </a:t>
            </a:r>
            <a:b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</a:b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3"/>
              </a:rPr>
              <a:t>https://fastdl.mongodb.org/windows/mongodb-windows-x86_64-6.0.3-signed.msi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93387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22919" y="573540"/>
            <a:ext cx="3546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24025" y="1477672"/>
            <a:ext cx="10520411" cy="338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edisi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komunitas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Windows (https://www.mongodb.com/docs/manual/tutorial/install-mongodb-on-windows/)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edisi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perusahaan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Windows  (https://www.mongodb.com/docs/manual/tutorial/install-mongodb-enterprise-on-windows/)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edisi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komunitas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Linux Ubuntu (https://www.mongodb.com/docs/manual/tutorial/install-mongodb-on-ubuntu/)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53490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22919" y="573540"/>
            <a:ext cx="35461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911DB-1451-4285-B3E8-422BFB522190}"/>
              </a:ext>
            </a:extLst>
          </p:cNvPr>
          <p:cNvSpPr txBox="1"/>
          <p:nvPr/>
        </p:nvSpPr>
        <p:spPr>
          <a:xfrm>
            <a:off x="924025" y="1477672"/>
            <a:ext cx="10520411" cy="3750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edisi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perusahaan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Linux Ubuntu (https://www.mongodb.com/docs/manual/tutorial/install-mongodb-enterprise-on-ubuntu/)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edisi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komunitas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Linux RedHat dan CentOS (https://www.mongodb.com/docs/manual/tutorial/install-mongodb-on-red-hat/)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edisi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perusahaan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16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US" sz="16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Linux RedHat dan CentOS (https://www.mongodb.com/docs/manual/tutorial/install-mongodb-enterprise-on-red-hat/)</a:t>
            </a: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>
              <a:lnSpc>
                <a:spcPct val="150000"/>
              </a:lnSpc>
            </a:pPr>
            <a:endParaRPr lang="en-ID" sz="16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44165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255592" y="577514"/>
            <a:ext cx="36808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(4)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1854325" y="1484991"/>
            <a:ext cx="8483346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slide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presentasi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materi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MongoDB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Jelaskan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tiap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instalasi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presentasikan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8C7AF-9308-474A-B0D7-AB525C303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579</Words>
  <Application>Microsoft Office PowerPoint</Application>
  <PresentationFormat>Widescreen</PresentationFormat>
  <Paragraphs>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121</cp:revision>
  <dcterms:created xsi:type="dcterms:W3CDTF">2023-01-04T01:24:47Z</dcterms:created>
  <dcterms:modified xsi:type="dcterms:W3CDTF">2023-01-09T01:24:19Z</dcterms:modified>
</cp:coreProperties>
</file>