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368" r:id="rId7"/>
    <p:sldId id="334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399" r:id="rId19"/>
    <p:sldId id="394" r:id="rId20"/>
    <p:sldId id="396" r:id="rId21"/>
    <p:sldId id="410" r:id="rId22"/>
    <p:sldId id="411" r:id="rId23"/>
    <p:sldId id="412" r:id="rId24"/>
    <p:sldId id="414" r:id="rId25"/>
    <p:sldId id="415" r:id="rId26"/>
    <p:sldId id="416" r:id="rId27"/>
    <p:sldId id="283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19/01/2023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ajh6v3Ril93joNDGCabfp5aK8t_LD4LC/view?usp=shar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50OtEU9fRV-NQ51lyUwvR6cSSCjkptap/view?usp=share_link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6522721" y="2059263"/>
            <a:ext cx="39725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Modules Conditional MongoDB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7D146C9-A82C-4EF7-80F3-63A510AC3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1784" y="887972"/>
            <a:ext cx="5764315" cy="434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424531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"</a:t>
            </a:r>
            <a:r>
              <a:rPr lang="da-DK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Saya tidak menyesali hal-hal yang telah saya lakukan, tetapi saya menyesali yang tidak saya 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Empire Records 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2779227" y="2456939"/>
            <a:ext cx="6633545" cy="143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Mempelajari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import/export data dan operator conditional pada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5812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2119" y="573540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196270" y="1877495"/>
            <a:ext cx="7731762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db_analisis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B3DA1B-325C-48E0-A78E-4BF028C56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288" y="2621217"/>
            <a:ext cx="4959420" cy="135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751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2119" y="573540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196270" y="1877495"/>
            <a:ext cx="7731762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 accounts, customers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transcations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1FD784-6096-4A10-A31A-7B02FBC88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277" y="2945872"/>
            <a:ext cx="6309446" cy="230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8635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2119" y="573540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3115642" y="1613782"/>
            <a:ext cx="7731762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Download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db_analisis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  <a:hlinkClick r:id="rId2"/>
              </a:rPr>
              <a:t>disini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Ekstrak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import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A31FA9-B820-4262-824B-517F82A0D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478" y="3212438"/>
            <a:ext cx="6617040" cy="10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1374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2119" y="573540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824144" y="1501575"/>
            <a:ext cx="8543707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import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Compass :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Koneksikan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compass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Pilih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db_analisis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Pilih collection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add data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9973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2119" y="573540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AA53B5-5E01-4BB2-BAE6-68C427816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002" y="1474111"/>
            <a:ext cx="6203996" cy="386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0883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2119" y="573540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E7DE2F-97CA-4BC6-AB6C-60786298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960" y="1657596"/>
            <a:ext cx="5848080" cy="406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6055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2119" y="573540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4187B2-1BEB-4A93-A996-B0B861C6A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555" y="1682712"/>
            <a:ext cx="4272443" cy="39861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0F63A4-7D1A-4062-8C1F-2A06290DABA3}"/>
              </a:ext>
            </a:extLst>
          </p:cNvPr>
          <p:cNvSpPr txBox="1"/>
          <p:nvPr/>
        </p:nvSpPr>
        <p:spPr>
          <a:xfrm>
            <a:off x="6365237" y="2464415"/>
            <a:ext cx="4841243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itu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mongoshell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apakah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import</a:t>
            </a:r>
          </a:p>
        </p:txBody>
      </p:sp>
    </p:spTree>
    <p:extLst>
      <p:ext uri="{BB962C8B-B14F-4D97-AF65-F5344CB8AC3E}">
        <p14:creationId xmlns:p14="http://schemas.microsoft.com/office/powerpoint/2010/main" val="410034071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22119" y="573540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3156978" y="2532815"/>
            <a:ext cx="5878040" cy="8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semua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collectionnya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8832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72615" y="573540"/>
            <a:ext cx="3179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Export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3156978" y="2532815"/>
            <a:ext cx="587804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Kalian juga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export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 compass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87467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72615" y="573540"/>
            <a:ext cx="3179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Export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5F8438-0556-480D-A3D0-96DFA6354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797" y="1691670"/>
            <a:ext cx="5894406" cy="34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8730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72615" y="573540"/>
            <a:ext cx="3179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Export Database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52D066-A659-46AA-AB1D-5F059FCF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790" y="1931042"/>
            <a:ext cx="4777402" cy="32642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0FF9D4-1DA8-45E3-8275-AD95058551E9}"/>
              </a:ext>
            </a:extLst>
          </p:cNvPr>
          <p:cNvSpPr txBox="1"/>
          <p:nvPr/>
        </p:nvSpPr>
        <p:spPr>
          <a:xfrm>
            <a:off x="6690357" y="1740461"/>
            <a:ext cx="4841243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proses export,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query filter atau full collection</a:t>
            </a:r>
          </a:p>
          <a:p>
            <a:pPr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Namun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diberikan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akses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field mana saja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ingin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kalian export.</a:t>
            </a:r>
          </a:p>
        </p:txBody>
      </p:sp>
    </p:spTree>
    <p:extLst>
      <p:ext uri="{BB962C8B-B14F-4D97-AF65-F5344CB8AC3E}">
        <p14:creationId xmlns:p14="http://schemas.microsoft.com/office/powerpoint/2010/main" val="49612345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719474" y="573540"/>
            <a:ext cx="268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AND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230117" y="2263575"/>
            <a:ext cx="7731762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AND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salah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operator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logika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pemrograman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Kamu juga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menemukannya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9289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719474" y="573540"/>
            <a:ext cx="268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AND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230117" y="2263575"/>
            <a:ext cx="7731762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operator And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diimplementasikan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namun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spesifik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panggil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1288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719474" y="573540"/>
            <a:ext cx="268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AND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230117" y="2263575"/>
            <a:ext cx="7731762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And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dimana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kondisi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saling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terpenuhi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menjalankan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program Bersama.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operator And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diimplementasikan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tanda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(,).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3803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719474" y="573540"/>
            <a:ext cx="268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AND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230117" y="1545223"/>
            <a:ext cx="7731762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Studi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Kasus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algn="ctr">
              <a:lnSpc>
                <a:spcPct val="150000"/>
              </a:lnSpc>
            </a:pPr>
            <a:b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Carilah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transaksi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dimana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seorang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penjualan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(sell)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dijual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processor “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amd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7015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719474" y="573540"/>
            <a:ext cx="268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AND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230117" y="1545223"/>
            <a:ext cx="7731762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mengakses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array-data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$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elemMatch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09C61D-6C43-4544-A479-BCE9EA7B9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097" y="3072997"/>
            <a:ext cx="9754101" cy="2540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918CE8-A553-4A97-AB35-5883523EB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045" y="3526668"/>
            <a:ext cx="5943905" cy="100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0067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846913" y="573540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OR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230117" y="1545223"/>
            <a:ext cx="7731762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OR / $or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operator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perbandingan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dimana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membandingkan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memanggil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$or.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4499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846913" y="573540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OR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230117" y="1545223"/>
            <a:ext cx="7731762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Studi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Kasus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Carilah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customers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masih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aktif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tier ‘Gold’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665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846913" y="573540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OR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6512756" y="1506778"/>
            <a:ext cx="4480364" cy="42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$or: [ kondisi1, kondisi2]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$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elemMatch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mengakses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array dalam collection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kondisi1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terpenuhi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kondisi2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kondisi1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terpenuhi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kondisi2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75C05-F4EC-4C89-89E6-C51ACDFCC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41" y="1634964"/>
            <a:ext cx="4590555" cy="408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9340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846913" y="573540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Operator OR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7193280" y="1869017"/>
            <a:ext cx="4135120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Carilah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customers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“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Asep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Maryadi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 atau “Joshua Parker”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Kondisi1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terpenuhi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kondisi2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439018-3471-46B0-9EA7-9B2AB1033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88" y="1847415"/>
            <a:ext cx="5499383" cy="311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13759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46776" y="577514"/>
            <a:ext cx="3698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(11)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137171" y="1693352"/>
            <a:ext cx="7917654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db_sales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collection ‘sales’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Import data sales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  <a:hlinkClick r:id="rId2"/>
              </a:rPr>
              <a:t>disini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 dan 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Screenshot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proses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pembuatan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pdf (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Hindari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  <a:endParaRPr lang="en-US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447</Words>
  <Application>Microsoft Office PowerPoint</Application>
  <PresentationFormat>Widescreen</PresentationFormat>
  <Paragraphs>70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315</cp:revision>
  <dcterms:created xsi:type="dcterms:W3CDTF">2023-01-04T01:24:47Z</dcterms:created>
  <dcterms:modified xsi:type="dcterms:W3CDTF">2023-01-19T08:13:52Z</dcterms:modified>
</cp:coreProperties>
</file>