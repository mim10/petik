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334" r:id="rId7"/>
    <p:sldId id="349" r:id="rId8"/>
    <p:sldId id="360" r:id="rId9"/>
    <p:sldId id="361" r:id="rId10"/>
    <p:sldId id="350" r:id="rId11"/>
    <p:sldId id="354" r:id="rId12"/>
    <p:sldId id="356" r:id="rId13"/>
    <p:sldId id="357" r:id="rId14"/>
    <p:sldId id="362" r:id="rId15"/>
    <p:sldId id="359" r:id="rId16"/>
    <p:sldId id="364" r:id="rId17"/>
    <p:sldId id="367" r:id="rId18"/>
    <p:sldId id="365" r:id="rId19"/>
    <p:sldId id="366" r:id="rId20"/>
    <p:sldId id="283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11/01/2023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2369420" y="2026914"/>
            <a:ext cx="416956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Model</a:t>
            </a:r>
          </a:p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CRUD Data</a:t>
            </a:r>
          </a:p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Part 2</a:t>
            </a:r>
            <a:endParaRPr lang="en-ID" sz="44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87D4C12-02FF-499C-A6D0-FAB93A6C1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212" y="943455"/>
            <a:ext cx="6402388" cy="48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1926691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"</a:t>
            </a:r>
            <a:r>
              <a:rPr lang="da-DK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Orang pesimis melihat kesulitan dalam setiap peluang. Orang optimis melihat peluang dalam setiap kesulitan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Winston Churchill 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54224" y="573540"/>
            <a:ext cx="4015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CRUD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187918" y="1848077"/>
            <a:ext cx="7748451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belajar Create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 data.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Materi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membahas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tentang Read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Membaca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), Update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Memperbaharui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 dan Delete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7518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90291" y="573540"/>
            <a:ext cx="3943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Read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8B4632-D4F5-4AF5-8EA4-2F3AD8312060}"/>
              </a:ext>
            </a:extLst>
          </p:cNvPr>
          <p:cNvSpPr txBox="1"/>
          <p:nvPr/>
        </p:nvSpPr>
        <p:spPr>
          <a:xfrm>
            <a:off x="2177628" y="1848077"/>
            <a:ext cx="7836740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melihat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“show collections”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1237F8-9D21-4330-BB7B-8E2258D99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508" y="3443750"/>
            <a:ext cx="4713271" cy="127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4018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90291" y="573540"/>
            <a:ext cx="3943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Read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8B4632-D4F5-4AF5-8EA4-2F3AD8312060}"/>
              </a:ext>
            </a:extLst>
          </p:cNvPr>
          <p:cNvSpPr txBox="1"/>
          <p:nvPr/>
        </p:nvSpPr>
        <p:spPr>
          <a:xfrm>
            <a:off x="1097129" y="2007559"/>
            <a:ext cx="4060380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melihat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db.koleksiSaya.find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()”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75F637-16CD-4A68-8ACB-599698559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488" y="1831167"/>
            <a:ext cx="5699514" cy="368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6161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90291" y="573540"/>
            <a:ext cx="3943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Read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8B4632-D4F5-4AF5-8EA4-2F3AD8312060}"/>
              </a:ext>
            </a:extLst>
          </p:cNvPr>
          <p:cNvSpPr txBox="1"/>
          <p:nvPr/>
        </p:nvSpPr>
        <p:spPr>
          <a:xfrm>
            <a:off x="2177628" y="1848077"/>
            <a:ext cx="7836740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melihat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db.koleksiSaya.findOne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()”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6DF7F2-2855-4B28-908E-6D085CC2F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438" y="3399901"/>
            <a:ext cx="4897120" cy="187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6262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90292" y="573540"/>
            <a:ext cx="3943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Read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1739052" y="1729132"/>
            <a:ext cx="8713892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find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findOne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juga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melewati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kriteria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cocok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Shell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hingga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cocok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temuan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tetapi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lagi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diambil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Lihat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pembahasan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lanjut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tentang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3450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891521" y="573540"/>
            <a:ext cx="4341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Update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252544" y="1798954"/>
            <a:ext cx="7619201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ingin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mengubah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postingan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update.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pembaruan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membutuhkan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setidaknya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)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parameter: yang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pertama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kriteria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menemukan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mana yang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diperbarui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, dan yang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kedua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baru. 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88477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891521" y="573540"/>
            <a:ext cx="4341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Update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817597"/>
            <a:ext cx="8104292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Misalkan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memutuskan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mengaktifkan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 (comments) pada posting blog yang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sebelumnya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. Kita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serangkaian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komentar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(comments)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kunci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baru di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Langkah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pertama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memodifikasi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posting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variabel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kunci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"comments"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797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891521" y="573540"/>
            <a:ext cx="4341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Update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746477"/>
            <a:ext cx="8104292" cy="46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tampil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543CCE-64AE-4A10-B9C6-5F05BE2A8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673" y="2435784"/>
            <a:ext cx="7615327" cy="136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4363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891520" y="573540"/>
            <a:ext cx="4341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Update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746477"/>
            <a:ext cx="8104292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proses update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algn="ctr">
              <a:lnSpc>
                <a:spcPct val="150000"/>
              </a:lnSpc>
            </a:pPr>
            <a:endParaRPr lang="en-US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db.koleksiSaya.update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()”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EBB58-06A1-4EEA-8832-2EFF7F52A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589" y="3666442"/>
            <a:ext cx="7156818" cy="184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804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891521" y="573540"/>
            <a:ext cx="4341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Update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46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tampil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8884F1-0C27-49A9-8779-46984ABC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212" y="2268006"/>
            <a:ext cx="4508732" cy="32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1734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85298" y="573540"/>
            <a:ext cx="4153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Delete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817597"/>
            <a:ext cx="8104292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pada database,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method drop()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D7227D-B2B6-4121-ABC8-98EC2B9BC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881" y="3357480"/>
            <a:ext cx="4300237" cy="144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0148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85298" y="573540"/>
            <a:ext cx="4153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Delete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817597"/>
            <a:ext cx="8104292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pada database,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method delete() atau remove ()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8A2D44-9AE4-4987-80C6-AE46EB192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502" y="3220135"/>
            <a:ext cx="5715294" cy="23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1742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85298" y="573540"/>
            <a:ext cx="4153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Delete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parameter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tertentu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data pada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/collection.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Misalnya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5537C-A956-44A5-813F-9EFACAE3C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072" y="3044014"/>
            <a:ext cx="5912154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752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85298" y="573540"/>
            <a:ext cx="4153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Delete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46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method lain yang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kalian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94B62E-DC38-4717-8765-91D069F39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646" y="2324278"/>
            <a:ext cx="6864703" cy="31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66751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71622" y="577514"/>
            <a:ext cx="3648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(7)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1854325" y="1728831"/>
            <a:ext cx="8483346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Carilah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kehidupan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sehari-hari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database kalian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fitur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CRUD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Screenshot/capture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nomor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1-3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PPT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438</Words>
  <Application>Microsoft Office PowerPoint</Application>
  <PresentationFormat>Widescreen</PresentationFormat>
  <Paragraphs>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227</cp:revision>
  <dcterms:created xsi:type="dcterms:W3CDTF">2023-01-04T01:24:47Z</dcterms:created>
  <dcterms:modified xsi:type="dcterms:W3CDTF">2023-01-11T06:49:33Z</dcterms:modified>
</cp:coreProperties>
</file>