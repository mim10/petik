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1"/>
  </p:sldMasterIdLst>
  <p:sldIdLst>
    <p:sldId id="257" r:id="rId2"/>
    <p:sldId id="258" r:id="rId3"/>
    <p:sldId id="272" r:id="rId4"/>
    <p:sldId id="271" r:id="rId5"/>
    <p:sldId id="273" r:id="rId6"/>
    <p:sldId id="267" r:id="rId7"/>
    <p:sldId id="259" r:id="rId8"/>
    <p:sldId id="268" r:id="rId9"/>
    <p:sldId id="269" r:id="rId10"/>
    <p:sldId id="260" r:id="rId11"/>
    <p:sldId id="270" r:id="rId12"/>
    <p:sldId id="263" r:id="rId13"/>
    <p:sldId id="264" r:id="rId14"/>
    <p:sldId id="265" r:id="rId15"/>
    <p:sldId id="266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678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32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97669AF7-7BEB-44E4-9852-375E34362B5B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94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87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07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931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42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07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2/1/2023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04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686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889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2D6E202-B606-4609-B914-27C9371A1F6D}" type="datetime1">
              <a:rPr lang="en-US" smtClean="0"/>
              <a:t>2/1/2023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88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id/redis/" TargetMode="External"/><Relationship Id="rId2" Type="http://schemas.openxmlformats.org/officeDocument/2006/relationships/hyperlink" Target="https://www.matawebsite.com/blog/mengenal-apa-itu-redi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9050" y="2097385"/>
            <a:ext cx="2577383" cy="1399031"/>
          </a:xfrm>
        </p:spPr>
        <p:txBody>
          <a:bodyPr>
            <a:normAutofit/>
          </a:bodyPr>
          <a:lstStyle/>
          <a:p>
            <a:r>
              <a:rPr lang="en-US" sz="8000" dirty="0" err="1"/>
              <a:t>redis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9050" y="3499989"/>
            <a:ext cx="5680165" cy="322519"/>
          </a:xfrm>
        </p:spPr>
        <p:txBody>
          <a:bodyPr>
            <a:normAutofit fontScale="92500"/>
          </a:bodyPr>
          <a:lstStyle/>
          <a:p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Moechammad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Feirdaus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Afriliyan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|| Abdullah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Qa'id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Mu'aadz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73EE7-8F7E-4083-D266-7FFF824CE5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115" t="21193" r="26570" b="21427"/>
          <a:stretch/>
        </p:blipFill>
        <p:spPr>
          <a:xfrm>
            <a:off x="721457" y="1442906"/>
            <a:ext cx="3624040" cy="296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18E94E-F1CC-C540-C630-223563B11C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EB54C-F214-60A1-DD5A-5C7872B68D8E}"/>
              </a:ext>
            </a:extLst>
          </p:cNvPr>
          <p:cNvSpPr txBox="1"/>
          <p:nvPr/>
        </p:nvSpPr>
        <p:spPr>
          <a:xfrm>
            <a:off x="1020339" y="527549"/>
            <a:ext cx="2571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Pembahasan</a:t>
            </a:r>
            <a:endParaRPr lang="en-ID" sz="3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D94A63-1A5F-EA26-554C-5FEDCAA0CCC2}"/>
              </a:ext>
            </a:extLst>
          </p:cNvPr>
          <p:cNvCxnSpPr>
            <a:cxnSpLocks/>
          </p:cNvCxnSpPr>
          <p:nvPr/>
        </p:nvCxnSpPr>
        <p:spPr>
          <a:xfrm>
            <a:off x="1075291" y="1198493"/>
            <a:ext cx="251640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54C4E4-5EA0-FA13-58D3-F071969AF317}"/>
              </a:ext>
            </a:extLst>
          </p:cNvPr>
          <p:cNvSpPr txBox="1"/>
          <p:nvPr/>
        </p:nvSpPr>
        <p:spPr>
          <a:xfrm>
            <a:off x="2365866" y="1670789"/>
            <a:ext cx="16930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01</a:t>
            </a:r>
            <a:endParaRPr lang="en-US" dirty="0"/>
          </a:p>
          <a:p>
            <a:pPr algn="ctr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Redis?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9AD4D-270F-FAD4-71D7-C89FE65D48E4}"/>
              </a:ext>
            </a:extLst>
          </p:cNvPr>
          <p:cNvSpPr txBox="1"/>
          <p:nvPr/>
        </p:nvSpPr>
        <p:spPr>
          <a:xfrm>
            <a:off x="7760327" y="1670789"/>
            <a:ext cx="153920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03</a:t>
            </a:r>
            <a:endParaRPr lang="en-US" dirty="0"/>
          </a:p>
          <a:p>
            <a:pPr algn="ctr"/>
            <a:r>
              <a:rPr lang="en-US" dirty="0" err="1"/>
              <a:t>Fungsi</a:t>
            </a:r>
            <a:r>
              <a:rPr lang="en-US" dirty="0"/>
              <a:t> Redis</a:t>
            </a:r>
            <a:endParaRPr lang="en-ID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D4E465-3B82-ABE9-65C6-DC8F2BC6CEAD}"/>
              </a:ext>
            </a:extLst>
          </p:cNvPr>
          <p:cNvSpPr txBox="1"/>
          <p:nvPr/>
        </p:nvSpPr>
        <p:spPr>
          <a:xfrm>
            <a:off x="4493045" y="1670789"/>
            <a:ext cx="27187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02</a:t>
            </a:r>
            <a:endParaRPr lang="en-US" dirty="0"/>
          </a:p>
          <a:p>
            <a:pPr algn="ctr"/>
            <a:r>
              <a:rPr lang="en-US" dirty="0" err="1"/>
              <a:t>Dukungan</a:t>
            </a:r>
            <a:r>
              <a:rPr lang="en-US" dirty="0"/>
              <a:t> Bahasa Redis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C41691-3FA5-3FEB-C1F2-15B5D8245A3F}"/>
              </a:ext>
            </a:extLst>
          </p:cNvPr>
          <p:cNvSpPr txBox="1"/>
          <p:nvPr/>
        </p:nvSpPr>
        <p:spPr>
          <a:xfrm>
            <a:off x="2161488" y="2877632"/>
            <a:ext cx="2105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04</a:t>
            </a:r>
            <a:endParaRPr lang="en-US" dirty="0"/>
          </a:p>
          <a:p>
            <a:pPr algn="ctr"/>
            <a:r>
              <a:rPr lang="en-US" dirty="0" err="1"/>
              <a:t>Keunggulan</a:t>
            </a:r>
            <a:r>
              <a:rPr lang="en-US" dirty="0"/>
              <a:t> Redis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6240C5-3DA9-9B95-A98B-B61DB892998B}"/>
              </a:ext>
            </a:extLst>
          </p:cNvPr>
          <p:cNvSpPr txBox="1"/>
          <p:nvPr/>
        </p:nvSpPr>
        <p:spPr>
          <a:xfrm>
            <a:off x="7937911" y="2877632"/>
            <a:ext cx="118724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06</a:t>
            </a:r>
            <a:endParaRPr lang="en-US" dirty="0"/>
          </a:p>
          <a:p>
            <a:pPr algn="ctr"/>
            <a:r>
              <a:rPr lang="en-US" dirty="0" err="1"/>
              <a:t>Referensi</a:t>
            </a:r>
            <a:endParaRPr lang="en-I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E4872-583F-8161-A65E-64A785AE7166}"/>
              </a:ext>
            </a:extLst>
          </p:cNvPr>
          <p:cNvSpPr txBox="1"/>
          <p:nvPr/>
        </p:nvSpPr>
        <p:spPr>
          <a:xfrm>
            <a:off x="5016623" y="2877632"/>
            <a:ext cx="167481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05</a:t>
            </a:r>
            <a:endParaRPr lang="en-US" dirty="0"/>
          </a:p>
          <a:p>
            <a:pPr algn="ctr"/>
            <a:r>
              <a:rPr lang="en-US" dirty="0" err="1"/>
              <a:t>Manfaat</a:t>
            </a:r>
            <a:r>
              <a:rPr lang="en-US" dirty="0"/>
              <a:t> Redis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A46370-2F1A-6C4D-2739-738CA5E9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3658448" y="2178104"/>
            <a:ext cx="46680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dirty="0" err="1"/>
              <a:t>Apa</a:t>
            </a:r>
            <a:r>
              <a:rPr lang="en-ID" sz="5400" dirty="0"/>
              <a:t> </a:t>
            </a:r>
            <a:r>
              <a:rPr lang="en-ID" sz="5400" dirty="0" err="1"/>
              <a:t>itu</a:t>
            </a:r>
            <a:r>
              <a:rPr lang="en-ID" sz="5400" dirty="0"/>
              <a:t> Redis?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3870630" y="3208526"/>
            <a:ext cx="42436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55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18E94E-F1CC-C540-C630-223563B11C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EB54C-F214-60A1-DD5A-5C7872B68D8E}"/>
              </a:ext>
            </a:extLst>
          </p:cNvPr>
          <p:cNvSpPr txBox="1"/>
          <p:nvPr/>
        </p:nvSpPr>
        <p:spPr>
          <a:xfrm>
            <a:off x="1020339" y="527549"/>
            <a:ext cx="308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Apa</a:t>
            </a:r>
            <a:r>
              <a:rPr lang="en-ID" sz="3200" dirty="0"/>
              <a:t> </a:t>
            </a:r>
            <a:r>
              <a:rPr lang="en-ID" sz="3200" dirty="0" err="1"/>
              <a:t>itu</a:t>
            </a:r>
            <a:r>
              <a:rPr lang="en-ID" sz="3200" dirty="0"/>
              <a:t> Redis?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0339" y="1602691"/>
            <a:ext cx="99771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Redis/Remote Dictionary Server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stuktur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yang </a:t>
            </a:r>
            <a:r>
              <a:rPr lang="en-ID" dirty="0" err="1"/>
              <a:t>berfungsi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database, </a:t>
            </a:r>
            <a:r>
              <a:rPr lang="en-ID" dirty="0" err="1"/>
              <a:t>pengelolaan</a:t>
            </a:r>
            <a:r>
              <a:rPr lang="en-ID" dirty="0"/>
              <a:t> cache, message broker dan thread.</a:t>
            </a:r>
          </a:p>
          <a:p>
            <a:endParaRPr lang="en-ID" dirty="0"/>
          </a:p>
          <a:p>
            <a:r>
              <a:rPr lang="en-ID" dirty="0" err="1"/>
              <a:t>Pertama</a:t>
            </a:r>
            <a:r>
              <a:rPr lang="en-ID" dirty="0"/>
              <a:t> kali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2009 </a:t>
            </a:r>
            <a:r>
              <a:rPr lang="en-ID" dirty="0" err="1"/>
              <a:t>sebagai</a:t>
            </a:r>
            <a:r>
              <a:rPr lang="en-ID" dirty="0"/>
              <a:t> project open source</a:t>
            </a:r>
          </a:p>
          <a:p>
            <a:endParaRPr lang="en-ID" dirty="0"/>
          </a:p>
          <a:p>
            <a:r>
              <a:rPr lang="en-ID" dirty="0"/>
              <a:t>Redis juga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yang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database yang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datanya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hardisk</a:t>
            </a:r>
            <a:r>
              <a:rPr lang="en-ID" dirty="0"/>
              <a:t>/SSD.</a:t>
            </a:r>
          </a:p>
          <a:p>
            <a:endParaRPr lang="en-ID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D94A63-1A5F-EA26-554C-5FEDCAA0CCC2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256260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948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A46370-2F1A-6C4D-2739-738CA5E9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2235996" y="2186341"/>
            <a:ext cx="7720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dirty="0" err="1"/>
              <a:t>Dukungan</a:t>
            </a:r>
            <a:r>
              <a:rPr lang="en-ID" sz="5400" dirty="0"/>
              <a:t> Bahasa Redis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2290119" y="3208526"/>
            <a:ext cx="75705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58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36815" y="1514263"/>
            <a:ext cx="1228591" cy="258532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PHP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Perl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Go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6E815-824C-E1E7-7105-38CF8925E5CD}"/>
              </a:ext>
            </a:extLst>
          </p:cNvPr>
          <p:cNvSpPr txBox="1"/>
          <p:nvPr/>
        </p:nvSpPr>
        <p:spPr>
          <a:xfrm>
            <a:off x="2777058" y="1514263"/>
            <a:ext cx="203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Ruby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C/C#/C++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Node.js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8F9CD2-D690-ADAB-046D-021671CB75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2CA8BB-3A53-C991-A5FC-D1260E716526}"/>
              </a:ext>
            </a:extLst>
          </p:cNvPr>
          <p:cNvSpPr txBox="1"/>
          <p:nvPr/>
        </p:nvSpPr>
        <p:spPr>
          <a:xfrm>
            <a:off x="1020338" y="527549"/>
            <a:ext cx="4688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Dukungan</a:t>
            </a:r>
            <a:r>
              <a:rPr lang="en-ID" sz="3200" dirty="0"/>
              <a:t> Bahasa Redis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05526F-C6C2-EC48-271A-8D446564A607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447701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924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A46370-2F1A-6C4D-2739-738CA5E9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3870630" y="2178104"/>
            <a:ext cx="4243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dirty="0" err="1"/>
              <a:t>Fungsi</a:t>
            </a:r>
            <a:r>
              <a:rPr lang="en-ID" sz="5400" dirty="0"/>
              <a:t> Redis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3870630" y="3208526"/>
            <a:ext cx="42436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991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67053" y="1586215"/>
            <a:ext cx="97327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Mengelola data geospasial secara realtime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latensi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Menyimpan</a:t>
            </a:r>
            <a:r>
              <a:rPr lang="en-ID" dirty="0"/>
              <a:t> metadata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riwayat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, </a:t>
            </a:r>
            <a:r>
              <a:rPr lang="en-ID" dirty="0" err="1"/>
              <a:t>informasi</a:t>
            </a:r>
            <a:r>
              <a:rPr lang="en-ID" dirty="0"/>
              <a:t>, token </a:t>
            </a:r>
            <a:r>
              <a:rPr lang="en-ID" dirty="0" err="1"/>
              <a:t>otentikasi</a:t>
            </a:r>
            <a:r>
              <a:rPr lang="en-ID" dirty="0"/>
              <a:t> </a:t>
            </a:r>
            <a:r>
              <a:rPr lang="en-ID" dirty="0" err="1"/>
              <a:t>pengguna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Mempercepat</a:t>
            </a:r>
            <a:r>
              <a:rPr lang="en-ID" dirty="0"/>
              <a:t> load </a:t>
            </a:r>
            <a:r>
              <a:rPr lang="en-ID" dirty="0" err="1"/>
              <a:t>gambar</a:t>
            </a:r>
            <a:r>
              <a:rPr lang="en-ID" dirty="0"/>
              <a:t>, file dan </a:t>
            </a:r>
            <a:r>
              <a:rPr lang="en-ID" dirty="0" err="1"/>
              <a:t>halaman</a:t>
            </a:r>
            <a:r>
              <a:rPr lang="en-ID" dirty="0"/>
              <a:t> pada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Pengelolaan</a:t>
            </a:r>
            <a:r>
              <a:rPr lang="en-ID" dirty="0"/>
              <a:t> session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A46370-2F1A-6C4D-2739-738CA5E9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1020339" y="527549"/>
            <a:ext cx="2625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Fungsi</a:t>
            </a:r>
            <a:r>
              <a:rPr lang="en-ID" sz="3200" dirty="0"/>
              <a:t> Redis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242579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72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A46370-2F1A-6C4D-2739-738CA5E9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3086395" y="2227531"/>
            <a:ext cx="60192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dirty="0" err="1"/>
              <a:t>Keunggulan</a:t>
            </a:r>
            <a:r>
              <a:rPr lang="en-ID" sz="5400" dirty="0"/>
              <a:t> Redis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3086395" y="3208526"/>
            <a:ext cx="585165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30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0338" y="1602691"/>
            <a:ext cx="89474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/>
              <a:t>Penyimpanan data di dalam memori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Sederhana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Digunakan</a:t>
            </a: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Struktur</a:t>
            </a:r>
            <a:r>
              <a:rPr lang="en-ID" dirty="0"/>
              <a:t> Data yang </a:t>
            </a:r>
            <a:r>
              <a:rPr lang="en-ID" dirty="0" err="1"/>
              <a:t>Fleksibel</a:t>
            </a: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 err="1"/>
              <a:t>Replikasi</a:t>
            </a:r>
            <a:r>
              <a:rPr lang="en-ID" dirty="0"/>
              <a:t>, </a:t>
            </a:r>
            <a:r>
              <a:rPr lang="en-ID" dirty="0" err="1"/>
              <a:t>Persistensi</a:t>
            </a:r>
            <a:r>
              <a:rPr lang="en-ID" dirty="0"/>
              <a:t> dan Scalable</a:t>
            </a:r>
          </a:p>
          <a:p>
            <a:pPr marL="342900" indent="-342900">
              <a:buFont typeface="+mj-lt"/>
              <a:buAutoNum type="arabicPeriod"/>
            </a:pPr>
            <a:endParaRPr lang="en-ID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C7A890-2AB5-70C5-D888-E3F4141CD8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92EE93-6DD3-181C-73B1-E182F515978A}"/>
              </a:ext>
            </a:extLst>
          </p:cNvPr>
          <p:cNvSpPr txBox="1"/>
          <p:nvPr/>
        </p:nvSpPr>
        <p:spPr>
          <a:xfrm>
            <a:off x="1020338" y="527549"/>
            <a:ext cx="35763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Keunggulan</a:t>
            </a:r>
            <a:r>
              <a:rPr lang="en-ID" sz="3200" dirty="0"/>
              <a:t> Redis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8FD79F-AB88-80E3-C84D-1F12C04EF9AD}"/>
              </a:ext>
            </a:extLst>
          </p:cNvPr>
          <p:cNvCxnSpPr>
            <a:cxnSpLocks/>
          </p:cNvCxnSpPr>
          <p:nvPr/>
        </p:nvCxnSpPr>
        <p:spPr>
          <a:xfrm>
            <a:off x="1083529" y="1198493"/>
            <a:ext cx="342256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04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A46370-2F1A-6C4D-2739-738CA5E9C0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E434EA-BB61-73FC-2F8B-BFFECD4D1536}"/>
              </a:ext>
            </a:extLst>
          </p:cNvPr>
          <p:cNvSpPr txBox="1"/>
          <p:nvPr/>
        </p:nvSpPr>
        <p:spPr>
          <a:xfrm>
            <a:off x="4623450" y="2219293"/>
            <a:ext cx="27775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5400" dirty="0" err="1"/>
              <a:t>Manfaat</a:t>
            </a:r>
            <a:endParaRPr lang="en-ID" sz="5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CF363D-C1D9-2E1B-EBB7-53B7BF5F5109}"/>
              </a:ext>
            </a:extLst>
          </p:cNvPr>
          <p:cNvCxnSpPr>
            <a:cxnSpLocks/>
          </p:cNvCxnSpPr>
          <p:nvPr/>
        </p:nvCxnSpPr>
        <p:spPr>
          <a:xfrm>
            <a:off x="3086395" y="3208526"/>
            <a:ext cx="585165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099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5033" y="1610929"/>
            <a:ext cx="1017842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/>
              <a:t>Performa</a:t>
            </a:r>
          </a:p>
          <a:p>
            <a:endParaRPr lang="en-US" sz="800" b="1" u="sng" dirty="0"/>
          </a:p>
          <a:p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basis data </a:t>
            </a:r>
            <a:r>
              <a:rPr lang="en-ID" dirty="0" err="1"/>
              <a:t>tradisional</a:t>
            </a:r>
            <a:r>
              <a:rPr lang="en-ID" dirty="0"/>
              <a:t>, </a:t>
            </a:r>
            <a:r>
              <a:rPr lang="en-ID" dirty="0" err="1"/>
              <a:t>penyimpanan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perjalanan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disk,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mengurangi</a:t>
            </a:r>
            <a:r>
              <a:rPr lang="en-ID" dirty="0"/>
              <a:t> </a:t>
            </a:r>
            <a:r>
              <a:rPr lang="en-ID" dirty="0" err="1"/>
              <a:t>latensi</a:t>
            </a:r>
            <a:r>
              <a:rPr lang="en-ID" dirty="0"/>
              <a:t> </a:t>
            </a:r>
            <a:r>
              <a:rPr lang="en-ID" dirty="0" err="1"/>
              <a:t>mesin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mikrodetik</a:t>
            </a:r>
            <a:r>
              <a:rPr lang="en-ID" dirty="0"/>
              <a:t>. Karena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penyimpanan</a:t>
            </a:r>
            <a:r>
              <a:rPr lang="en-ID" dirty="0"/>
              <a:t> data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memori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dan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respons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cepat</a:t>
            </a:r>
            <a:r>
              <a:rPr lang="en-ID" dirty="0"/>
              <a:t>. </a:t>
            </a:r>
          </a:p>
          <a:p>
            <a:endParaRPr lang="en-ID" dirty="0"/>
          </a:p>
          <a:p>
            <a:r>
              <a:rPr lang="en-ID" dirty="0" err="1"/>
              <a:t>Hasilnya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performa</a:t>
            </a:r>
            <a:r>
              <a:rPr lang="en-ID" dirty="0"/>
              <a:t> yang sangat </a:t>
            </a:r>
            <a:r>
              <a:rPr lang="en-ID" dirty="0" err="1"/>
              <a:t>cepat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rata-rata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baca</a:t>
            </a:r>
            <a:r>
              <a:rPr lang="en-ID" dirty="0"/>
              <a:t> dan </a:t>
            </a:r>
            <a:r>
              <a:rPr lang="en-ID" dirty="0" err="1"/>
              <a:t>tulis</a:t>
            </a:r>
            <a:r>
              <a:rPr lang="en-ID" dirty="0"/>
              <a:t> yang </a:t>
            </a:r>
            <a:r>
              <a:rPr lang="en-ID" dirty="0" err="1"/>
              <a:t>memakan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kurang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milidetik</a:t>
            </a:r>
            <a:r>
              <a:rPr lang="en-ID" dirty="0"/>
              <a:t> dan </a:t>
            </a:r>
            <a:r>
              <a:rPr lang="en-ID" dirty="0" err="1"/>
              <a:t>dukungan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jutaan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per </a:t>
            </a:r>
            <a:r>
              <a:rPr lang="en-ID" dirty="0" err="1"/>
              <a:t>detik</a:t>
            </a:r>
            <a:r>
              <a:rPr lang="en-ID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74E6B-453F-FD5C-74D2-BFB3999A78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2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1600" y="1609801"/>
            <a:ext cx="7298616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 err="1"/>
              <a:t>Struktur</a:t>
            </a:r>
            <a:r>
              <a:rPr lang="en-US" sz="2000" b="1" u="sng" dirty="0"/>
              <a:t> data </a:t>
            </a:r>
            <a:r>
              <a:rPr lang="en-US" sz="2000" b="1" u="sng" dirty="0" err="1"/>
              <a:t>fleksibel</a:t>
            </a:r>
            <a:endParaRPr lang="en-ID" sz="2000" b="1" u="sng" dirty="0"/>
          </a:p>
          <a:p>
            <a:endParaRPr lang="en-ID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Sorted Sets - Set yang </a:t>
            </a:r>
            <a:r>
              <a:rPr lang="en-ID" dirty="0" err="1"/>
              <a:t>diurutkan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nilai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Hash – </a:t>
            </a:r>
            <a:r>
              <a:rPr lang="en-ID" dirty="0" err="1"/>
              <a:t>struktur</a:t>
            </a:r>
            <a:r>
              <a:rPr lang="en-ID" dirty="0"/>
              <a:t> data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daftar </a:t>
            </a:r>
            <a:r>
              <a:rPr lang="en-ID" dirty="0" err="1"/>
              <a:t>bidang</a:t>
            </a:r>
            <a:r>
              <a:rPr lang="en-ID" dirty="0"/>
              <a:t> dan </a:t>
            </a:r>
            <a:r>
              <a:rPr lang="en-ID" dirty="0" err="1"/>
              <a:t>nilai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Bitmaps – </a:t>
            </a:r>
            <a:r>
              <a:rPr lang="en-ID" dirty="0" err="1"/>
              <a:t>tipe</a:t>
            </a:r>
            <a:r>
              <a:rPr lang="en-ID" dirty="0"/>
              <a:t> data yang </a:t>
            </a:r>
            <a:r>
              <a:rPr lang="en-ID" dirty="0" err="1"/>
              <a:t>menawarkan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bit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4FC7FB-1166-1D1E-3D37-C6D5D9BFFD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02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1601" y="1606264"/>
            <a:ext cx="970406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u="sng" dirty="0" err="1"/>
              <a:t>Sederhana</a:t>
            </a:r>
            <a:r>
              <a:rPr lang="en-ID" sz="2000" b="1" u="sng" dirty="0"/>
              <a:t> dan </a:t>
            </a:r>
            <a:r>
              <a:rPr lang="en-ID" sz="2000" b="1" u="sng" dirty="0" err="1"/>
              <a:t>mudah</a:t>
            </a:r>
            <a:r>
              <a:rPr lang="en-ID" sz="2000" b="1" u="sng" dirty="0"/>
              <a:t> </a:t>
            </a:r>
            <a:r>
              <a:rPr lang="en-ID" sz="2000" b="1" u="sng" dirty="0" err="1"/>
              <a:t>digunakan</a:t>
            </a:r>
            <a:endParaRPr lang="en-ID" sz="2000" b="1" u="sng" dirty="0"/>
          </a:p>
          <a:p>
            <a:endParaRPr lang="en-ID" sz="800" b="1" u="sng" dirty="0"/>
          </a:p>
          <a:p>
            <a:r>
              <a:rPr lang="en-ID" dirty="0"/>
              <a:t>Redis </a:t>
            </a:r>
            <a:r>
              <a:rPr lang="en-ID" dirty="0" err="1"/>
              <a:t>memungkinkan</a:t>
            </a:r>
            <a:r>
              <a:rPr lang="en-ID" dirty="0"/>
              <a:t> Anda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</a:t>
            </a:r>
            <a:r>
              <a:rPr lang="en-ID" dirty="0" err="1"/>
              <a:t>kode</a:t>
            </a:r>
            <a:r>
              <a:rPr lang="en-ID" dirty="0"/>
              <a:t> yang </a:t>
            </a:r>
            <a:r>
              <a:rPr lang="en-ID" dirty="0" err="1"/>
              <a:t>rumit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tradisional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baris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dan </a:t>
            </a:r>
            <a:r>
              <a:rPr lang="en-ID" dirty="0" err="1"/>
              <a:t>sederhana</a:t>
            </a:r>
            <a:r>
              <a:rPr lang="en-ID" dirty="0"/>
              <a:t>. </a:t>
            </a:r>
            <a:r>
              <a:rPr lang="en-ID" dirty="0" err="1"/>
              <a:t>Dengan</a:t>
            </a:r>
            <a:r>
              <a:rPr lang="en-ID" dirty="0"/>
              <a:t> Redis, Anda </a:t>
            </a:r>
            <a:r>
              <a:rPr lang="en-ID" dirty="0" err="1"/>
              <a:t>menulis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baris </a:t>
            </a: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, </a:t>
            </a:r>
            <a:r>
              <a:rPr lang="en-ID" dirty="0" err="1"/>
              <a:t>mengakses</a:t>
            </a:r>
            <a:r>
              <a:rPr lang="en-ID" dirty="0"/>
              <a:t>, dan </a:t>
            </a:r>
            <a:r>
              <a:rPr lang="en-ID" dirty="0" err="1"/>
              <a:t>menggunakan</a:t>
            </a:r>
            <a:r>
              <a:rPr lang="en-ID" dirty="0"/>
              <a:t> data di </a:t>
            </a:r>
            <a:r>
              <a:rPr lang="en-ID" dirty="0" err="1"/>
              <a:t>aplikasi</a:t>
            </a:r>
            <a:r>
              <a:rPr lang="en-ID" dirty="0"/>
              <a:t> Anda.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31AB59-32FD-A84D-D316-3BFACBB725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859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1601" y="1606154"/>
            <a:ext cx="95393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b="1" u="sng" dirty="0" err="1"/>
              <a:t>Sumber</a:t>
            </a:r>
            <a:r>
              <a:rPr lang="en-ID" sz="2000" b="1" u="sng" dirty="0"/>
              <a:t> Terbuka</a:t>
            </a:r>
          </a:p>
          <a:p>
            <a:endParaRPr lang="en-ID" sz="800" b="1" u="sng" dirty="0"/>
          </a:p>
          <a:p>
            <a:r>
              <a:rPr lang="en-ID" dirty="0"/>
              <a:t>Redis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proyek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</a:t>
            </a:r>
            <a:r>
              <a:rPr lang="en-ID" dirty="0" err="1"/>
              <a:t>terbuka</a:t>
            </a:r>
            <a:r>
              <a:rPr lang="en-ID" dirty="0"/>
              <a:t> yang </a:t>
            </a:r>
            <a:r>
              <a:rPr lang="en-ID" dirty="0" err="1"/>
              <a:t>didukung</a:t>
            </a:r>
            <a:r>
              <a:rPr lang="en-ID" dirty="0"/>
              <a:t> oleh </a:t>
            </a:r>
            <a:r>
              <a:rPr lang="en-ID" dirty="0" err="1"/>
              <a:t>komunitas</a:t>
            </a:r>
            <a:r>
              <a:rPr lang="en-ID" dirty="0"/>
              <a:t> yang </a:t>
            </a:r>
            <a:r>
              <a:rPr lang="en-ID" dirty="0" err="1"/>
              <a:t>dinamis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AWS.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penguncian</a:t>
            </a:r>
            <a:r>
              <a:rPr lang="en-ID" dirty="0"/>
              <a:t> oleh vendor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Redis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terbuka</a:t>
            </a:r>
            <a:r>
              <a:rPr lang="en-ID" dirty="0"/>
              <a:t>, </a:t>
            </a:r>
            <a:r>
              <a:rPr lang="en-ID" dirty="0" err="1"/>
              <a:t>mendukung</a:t>
            </a:r>
            <a:r>
              <a:rPr lang="en-ID" dirty="0"/>
              <a:t> format data </a:t>
            </a:r>
            <a:r>
              <a:rPr lang="en-ID" dirty="0" err="1"/>
              <a:t>terbuka</a:t>
            </a:r>
            <a:r>
              <a:rPr lang="en-ID" dirty="0"/>
              <a:t>, dan </a:t>
            </a:r>
            <a:r>
              <a:rPr lang="en-ID" dirty="0" err="1"/>
              <a:t>menampilkan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 set </a:t>
            </a:r>
            <a:r>
              <a:rPr lang="en-ID" dirty="0" err="1"/>
              <a:t>klien</a:t>
            </a:r>
            <a:r>
              <a:rPr lang="en-ID" dirty="0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38CC22-2F1A-4479-B819-A9DFF40CA5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60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4EB54C-F214-60A1-DD5A-5C7872B68D8E}"/>
              </a:ext>
            </a:extLst>
          </p:cNvPr>
          <p:cNvSpPr txBox="1"/>
          <p:nvPr/>
        </p:nvSpPr>
        <p:spPr>
          <a:xfrm>
            <a:off x="888533" y="605480"/>
            <a:ext cx="2019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3200" dirty="0" err="1"/>
              <a:t>Referensi</a:t>
            </a:r>
            <a:endParaRPr lang="en-ID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929EA-34CC-7A6A-77C2-670FEF6E6D96}"/>
              </a:ext>
            </a:extLst>
          </p:cNvPr>
          <p:cNvSpPr txBox="1"/>
          <p:nvPr/>
        </p:nvSpPr>
        <p:spPr>
          <a:xfrm>
            <a:off x="1020339" y="1590364"/>
            <a:ext cx="9491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https://www.matawebsite.com/blog/mengenal-apa-itu-redis</a:t>
            </a:r>
            <a:endParaRPr lang="it-I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https://aws.amazon.com/id/redis/</a:t>
            </a:r>
            <a:r>
              <a:rPr lang="it-IT" dirty="0"/>
              <a:t>  </a:t>
            </a:r>
            <a:endParaRPr lang="en-ID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A7F269-BA45-F73D-18B9-1249CA4F068A}"/>
              </a:ext>
            </a:extLst>
          </p:cNvPr>
          <p:cNvCxnSpPr>
            <a:cxnSpLocks/>
          </p:cNvCxnSpPr>
          <p:nvPr/>
        </p:nvCxnSpPr>
        <p:spPr>
          <a:xfrm>
            <a:off x="929723" y="1190255"/>
            <a:ext cx="183870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03EF6D7-73CA-BFB3-73F6-0A55DE2B49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239" t="20070" r="27179" b="20879"/>
          <a:stretch/>
        </p:blipFill>
        <p:spPr>
          <a:xfrm>
            <a:off x="9376473" y="3927491"/>
            <a:ext cx="1696880" cy="148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00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121</TotalTime>
  <Words>382</Words>
  <Application>Microsoft Office PowerPoint</Application>
  <PresentationFormat>Widescreen</PresentationFormat>
  <Paragraphs>75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Rockwell</vt:lpstr>
      <vt:lpstr>Rockwell Condensed</vt:lpstr>
      <vt:lpstr>Wingdings</vt:lpstr>
      <vt:lpstr>Wood Type</vt:lpstr>
      <vt:lpstr>redis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redis</dc:title>
  <dc:creator>DM-05</dc:creator>
  <cp:lastModifiedBy>DM-09</cp:lastModifiedBy>
  <cp:revision>6</cp:revision>
  <dcterms:created xsi:type="dcterms:W3CDTF">2023-01-30T02:04:54Z</dcterms:created>
  <dcterms:modified xsi:type="dcterms:W3CDTF">2023-02-01T06:42:13Z</dcterms:modified>
</cp:coreProperties>
</file>