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82" r:id="rId6"/>
    <p:sldId id="260" r:id="rId7"/>
    <p:sldId id="273" r:id="rId8"/>
    <p:sldId id="283" r:id="rId9"/>
    <p:sldId id="263" r:id="rId10"/>
    <p:sldId id="274" r:id="rId11"/>
    <p:sldId id="284" r:id="rId12"/>
    <p:sldId id="285" r:id="rId13"/>
    <p:sldId id="286" r:id="rId14"/>
    <p:sldId id="27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73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9E325-5EAA-480A-81BA-0EA5676E48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9C70E-5875-4AF5-BBFC-72EC75A001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1D4AE2-9902-4972-A6A2-AA315F152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29/03/2023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D1ED90-5084-4B19-A00E-9E78ADDD3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E60BF9-A85D-4B50-A393-7137582CD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60163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3AC33-5C12-4F62-96C5-6AE03B92A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20D4F7-A771-43CC-88EA-7F3DDDBA20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8034EE-A72E-431E-A8FF-9DDD4F2E2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29/03/2023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B960C8-0281-4AF3-B9CB-3919E4BF5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10772F-88F1-4B8B-BD1C-37FEC7622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185376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BA791-78C5-4BCE-BC6D-CA58ECAA3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C3CA01-4F78-4D2E-9A35-91155C621B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1CA56B-51E6-4F5C-AA9A-7047999E5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29/03/2023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EBDDC-4521-4C93-A6BB-A6CB1C4CF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4E79AE-2958-45BA-A68C-FAD56CF05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6755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4D696-42E5-4DF9-BC88-FF19A28A6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B48B10-2AAB-4B84-8E4C-91AE82627A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FE5086-44CC-4793-89A0-813112ADA6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585686-4B6E-48CF-A7B5-3503F9926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29/03/2023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E1F9AC-BBC6-4E4F-917A-E9A16A2F6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CC0E98-021B-4296-B14C-89A5F7B49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71953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682BA-90AD-48F8-A91B-76F1BD24F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1E4D24-A6CF-4B80-98AF-67EABDA1C1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BF6DF0-5FC4-4021-B09A-43466AEE10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F5E381-74F1-488F-B79C-E44F065E3D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072AB5-61DD-4ED8-895F-AFD544B64B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5227A3-D7C8-43B8-9478-681620DC2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29/03/2023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517B8A-D93A-47D2-BE52-F41E2C203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54B13D-AA6C-4D63-96EB-335DDA391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48625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6D32E-E775-403B-9893-BD79BC2B2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FC1B4A-A845-40F0-B43A-7A8F23BD2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29/03/2023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0DC5EC-E611-4DF1-9457-2C6D77F1C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7BAD39-91C0-4570-B48E-2E17CB72B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584106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1C170F-D242-47F1-8C0F-663FAA90C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29/03/2023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284264-F580-4C25-A98D-431D0F469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161F6B-E3DB-4FD5-B117-A225BEBE3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689583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115BB-41FE-467D-81BD-30B3128D3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F77B1B-3D3F-40CD-BFB8-3C0942D263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C76F15-C204-4B0B-83E8-C746637525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82CA90-C733-4338-97F7-F43ED9706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29/03/2023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BE43E1-62CA-48E2-AA98-1013AA075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9D8A4F-AC5A-4D60-8C5D-A86A06F7B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34225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88D84-3A14-4332-B1A4-CAF8F43DC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8A2814-ABE7-4738-BC36-38770D393A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19EAD0-B254-4D24-8110-45C2F0DD9D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4DE529-AE79-4751-9243-28776DB05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29/03/2023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3902C8-9A3F-4AAC-9EA2-401245B58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DCCF4E-EE22-4CAD-A6D6-7C22F6060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430405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AA2A6-9479-41C9-8A29-5F708D373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350101-69A2-4487-905A-CDA9B495D2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663450-55C0-4413-9BB9-2383C0790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29/03/2023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89A9B0-D92C-4AD1-9B3E-7B9D87101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355BE9-48D2-48E8-A567-B502CE23F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607592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C9C839-1748-4A5E-AE29-B48BEF3BBF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54C2F0-CB92-486D-AAD8-0257AB024A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E45BEB-067A-4449-A620-D5217A410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29/03/2023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6566CE-C044-4F77-BFA6-76C2E5596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F4232B-A1F3-4083-9151-2F445CF03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936906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BDAA49-688C-430B-AF4C-F7B3AF39C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90F00A-5D40-4557-B057-CFAC280216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B7AE7C-725B-4014-8870-F942C9B93A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4B5220-94FA-4DD9-9ED6-C13B07E3BBB2}" type="datetimeFigureOut">
              <a:rPr lang="en-ID" smtClean="0"/>
              <a:t>29/03/2023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DCDAE6-6E5E-42B7-B666-DF9F59F767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2543CF-4277-413C-A586-5E1669F620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30455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199" y="1309158"/>
            <a:ext cx="5181601" cy="2722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3AAC676-CB9B-4751-B85B-324CE1705B81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C6B078-C6F6-483E-9BAF-2957C86B62B5}"/>
              </a:ext>
            </a:extLst>
          </p:cNvPr>
          <p:cNvSpPr txBox="1"/>
          <p:nvPr/>
        </p:nvSpPr>
        <p:spPr>
          <a:xfrm>
            <a:off x="3154328" y="2985539"/>
            <a:ext cx="588334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b="1" spc="300" dirty="0">
                <a:latin typeface="Poppins Medium" panose="00000600000000000000" pitchFamily="2" charset="0"/>
                <a:ea typeface="Nirmala UI" panose="020B0502040204020203" pitchFamily="34" charset="0"/>
                <a:cs typeface="Poppins Medium" panose="00000600000000000000" pitchFamily="2" charset="0"/>
              </a:rPr>
              <a:t>PENGAYAAN MATERI</a:t>
            </a:r>
            <a:endParaRPr lang="en-ID" sz="4000" b="1" spc="300" dirty="0">
              <a:latin typeface="Poppins Medium" panose="00000600000000000000" pitchFamily="2" charset="0"/>
              <a:ea typeface="Nirmala UI" panose="020B0502040204020203" pitchFamily="34" charset="0"/>
              <a:cs typeface="Poppins Medium" panose="00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539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D831133-7C2B-4E3D-A967-B3A0DB70140F}"/>
              </a:ext>
            </a:extLst>
          </p:cNvPr>
          <p:cNvSpPr txBox="1"/>
          <p:nvPr/>
        </p:nvSpPr>
        <p:spPr>
          <a:xfrm>
            <a:off x="1010920" y="1434673"/>
            <a:ext cx="58047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LINIMASA ANDROID DEVELOPER</a:t>
            </a:r>
            <a:endParaRPr lang="en-ID" sz="2800" b="1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244415" y="1936978"/>
            <a:ext cx="4040465" cy="32762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spc="300" dirty="0"/>
              <a:t>PENGENALAN ANDROID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2000" spc="300" dirty="0"/>
              <a:t>ACTIVITY ANDROID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2000" spc="300" dirty="0"/>
              <a:t>INTENT ANDROID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2000" spc="300" dirty="0"/>
              <a:t>VIEW ANDROID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2000" spc="300" dirty="0"/>
              <a:t>VIEWGROUP ANDROID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2000" spc="300" dirty="0"/>
              <a:t>STYLE &amp; THEME ANDROID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2000" spc="300" dirty="0"/>
              <a:t>RECYCLERVIEW ANDROID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2050" name="Picture 2" descr="Google Developers Indonesia Blog: Android Studio 4.2">
            <a:extLst>
              <a:ext uri="{FF2B5EF4-FFF2-40B4-BE49-F238E27FC236}">
                <a16:creationId xmlns:a16="http://schemas.microsoft.com/office/drawing/2014/main" id="{0599EFBF-C5F1-475E-BD55-F6A2C3873D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1080" y="1577231"/>
            <a:ext cx="3418840" cy="3418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02405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D831133-7C2B-4E3D-A967-B3A0DB70140F}"/>
              </a:ext>
            </a:extLst>
          </p:cNvPr>
          <p:cNvSpPr txBox="1"/>
          <p:nvPr/>
        </p:nvSpPr>
        <p:spPr>
          <a:xfrm>
            <a:off x="3975873" y="2905780"/>
            <a:ext cx="42402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spc="300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INTENT ANDROID</a:t>
            </a:r>
            <a:endParaRPr lang="en-ID" sz="3200" b="1" spc="300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43189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D831133-7C2B-4E3D-A967-B3A0DB70140F}"/>
              </a:ext>
            </a:extLst>
          </p:cNvPr>
          <p:cNvSpPr txBox="1"/>
          <p:nvPr/>
        </p:nvSpPr>
        <p:spPr>
          <a:xfrm>
            <a:off x="2481801" y="2955985"/>
            <a:ext cx="72283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INTENT = NIAT</a:t>
            </a:r>
            <a:endParaRPr lang="en-ID" sz="3200" b="1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133865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D831133-7C2B-4E3D-A967-B3A0DB70140F}"/>
              </a:ext>
            </a:extLst>
          </p:cNvPr>
          <p:cNvSpPr txBox="1"/>
          <p:nvPr/>
        </p:nvSpPr>
        <p:spPr>
          <a:xfrm>
            <a:off x="2481800" y="2598003"/>
            <a:ext cx="72283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APA YANG PERLU DI NIATKAN DIDALAM ACTIVITY ANDROID ?</a:t>
            </a:r>
            <a:endParaRPr lang="en-ID" sz="2400" b="1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7947E6BE-F919-44A0-8299-449E7B8D75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599" y="4333240"/>
            <a:ext cx="3352800" cy="1880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34083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208994" y="2102971"/>
            <a:ext cx="9774012" cy="14296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z="2000" b="1" spc="300" dirty="0"/>
              <a:t>Intent</a:t>
            </a:r>
            <a:r>
              <a:rPr lang="en-ID" sz="2000" spc="300" dirty="0"/>
              <a:t> </a:t>
            </a:r>
            <a:r>
              <a:rPr lang="en-ID" sz="2000" spc="300" dirty="0" err="1"/>
              <a:t>adalah</a:t>
            </a:r>
            <a:r>
              <a:rPr lang="en-ID" sz="2000" spc="300" dirty="0"/>
              <a:t> </a:t>
            </a:r>
            <a:r>
              <a:rPr lang="en-ID" sz="2000" spc="300" dirty="0" err="1"/>
              <a:t>mekanisme</a:t>
            </a:r>
            <a:r>
              <a:rPr lang="en-ID" sz="2000" spc="300" dirty="0"/>
              <a:t> </a:t>
            </a:r>
            <a:r>
              <a:rPr lang="en-ID" sz="2000" spc="300" dirty="0" err="1"/>
              <a:t>untuk</a:t>
            </a:r>
            <a:r>
              <a:rPr lang="en-ID" sz="2000" spc="300" dirty="0"/>
              <a:t> </a:t>
            </a:r>
            <a:r>
              <a:rPr lang="en-ID" sz="2000" spc="300" dirty="0" err="1"/>
              <a:t>melakukan</a:t>
            </a:r>
            <a:r>
              <a:rPr lang="en-ID" sz="2000" spc="300" dirty="0"/>
              <a:t> </a:t>
            </a:r>
            <a:r>
              <a:rPr lang="en-ID" sz="2000" spc="300" dirty="0" err="1"/>
              <a:t>sebuah</a:t>
            </a:r>
            <a:r>
              <a:rPr lang="en-ID" sz="2000" spc="300" dirty="0"/>
              <a:t> action dan </a:t>
            </a:r>
            <a:r>
              <a:rPr lang="en-ID" sz="2000" spc="300" dirty="0" err="1"/>
              <a:t>komunikasi</a:t>
            </a:r>
            <a:r>
              <a:rPr lang="en-ID" sz="2000" spc="300" dirty="0"/>
              <a:t> </a:t>
            </a:r>
            <a:r>
              <a:rPr lang="en-ID" sz="2000" spc="300" dirty="0" err="1"/>
              <a:t>antar</a:t>
            </a:r>
            <a:r>
              <a:rPr lang="en-ID" sz="2000" spc="300" dirty="0"/>
              <a:t> </a:t>
            </a:r>
            <a:r>
              <a:rPr lang="en-ID" sz="2000" spc="300" dirty="0" err="1"/>
              <a:t>komponen</a:t>
            </a:r>
            <a:r>
              <a:rPr lang="en-ID" sz="2000" spc="300" dirty="0"/>
              <a:t> </a:t>
            </a:r>
            <a:r>
              <a:rPr lang="en-ID" sz="2000" spc="300" dirty="0" err="1"/>
              <a:t>aplikasi</a:t>
            </a:r>
            <a:r>
              <a:rPr lang="en-ID" sz="2000" spc="300" dirty="0"/>
              <a:t> </a:t>
            </a:r>
            <a:r>
              <a:rPr lang="en-ID" sz="2000" spc="300" dirty="0" err="1"/>
              <a:t>misal</a:t>
            </a:r>
            <a:r>
              <a:rPr lang="en-ID" sz="2000" spc="300" dirty="0"/>
              <a:t> Activity, Service, dan Broadcast Receiver.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705642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371554" y="1401931"/>
            <a:ext cx="9809526" cy="4250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D" sz="2000" b="1" spc="300" dirty="0"/>
              <a:t>Ada </a:t>
            </a:r>
            <a:r>
              <a:rPr lang="en-ID" sz="2000" b="1" spc="300" dirty="0" err="1"/>
              <a:t>tiga</a:t>
            </a:r>
            <a:r>
              <a:rPr lang="en-ID" sz="2000" b="1" spc="300" dirty="0"/>
              <a:t> </a:t>
            </a:r>
            <a:r>
              <a:rPr lang="en-ID" sz="2000" b="1" spc="300" dirty="0" err="1"/>
              <a:t>penggunaan</a:t>
            </a:r>
            <a:r>
              <a:rPr lang="en-ID" sz="2000" b="1" spc="300" dirty="0"/>
              <a:t> </a:t>
            </a:r>
            <a:r>
              <a:rPr lang="en-ID" sz="2000" b="1" spc="300" dirty="0" err="1"/>
              <a:t>umum</a:t>
            </a:r>
            <a:r>
              <a:rPr lang="en-ID" sz="2000" b="1" spc="300" dirty="0"/>
              <a:t> intent </a:t>
            </a:r>
            <a:r>
              <a:rPr lang="en-ID" sz="2000" b="1" spc="300" dirty="0" err="1"/>
              <a:t>dalam</a:t>
            </a:r>
            <a:r>
              <a:rPr lang="en-ID" sz="2000" b="1" spc="300" dirty="0"/>
              <a:t> </a:t>
            </a:r>
            <a:r>
              <a:rPr lang="en-ID" sz="2000" b="1" spc="300" dirty="0" err="1"/>
              <a:t>aplikasi</a:t>
            </a:r>
            <a:r>
              <a:rPr lang="en-ID" sz="2000" b="1" spc="300" dirty="0"/>
              <a:t> Android </a:t>
            </a:r>
            <a:r>
              <a:rPr lang="en-ID" sz="2000" b="1" spc="300" dirty="0" err="1"/>
              <a:t>yaitu</a:t>
            </a:r>
            <a:r>
              <a:rPr lang="en-ID" sz="2000" b="1" spc="300" dirty="0"/>
              <a:t>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pc="300" dirty="0" err="1"/>
              <a:t>Memindahkan</a:t>
            </a:r>
            <a:r>
              <a:rPr lang="en-ID" spc="300" dirty="0"/>
              <a:t> </a:t>
            </a:r>
            <a:r>
              <a:rPr lang="en-ID" spc="300" dirty="0" err="1"/>
              <a:t>satu</a:t>
            </a:r>
            <a:r>
              <a:rPr lang="en-ID" spc="300" dirty="0"/>
              <a:t> activity </a:t>
            </a:r>
            <a:r>
              <a:rPr lang="en-ID" spc="300" dirty="0" err="1"/>
              <a:t>ke</a:t>
            </a:r>
            <a:r>
              <a:rPr lang="en-ID" spc="300" dirty="0"/>
              <a:t> activity lain </a:t>
            </a:r>
            <a:r>
              <a:rPr lang="en-ID" spc="300" dirty="0" err="1"/>
              <a:t>dengan</a:t>
            </a:r>
            <a:r>
              <a:rPr lang="en-ID" spc="300" dirty="0"/>
              <a:t> </a:t>
            </a:r>
            <a:r>
              <a:rPr lang="en-ID" spc="300" dirty="0" err="1"/>
              <a:t>atau</a:t>
            </a:r>
            <a:r>
              <a:rPr lang="en-ID" spc="300" dirty="0"/>
              <a:t> </a:t>
            </a:r>
            <a:r>
              <a:rPr lang="en-ID" spc="300" dirty="0" err="1"/>
              <a:t>tidak</a:t>
            </a:r>
            <a:r>
              <a:rPr lang="en-ID" spc="300" dirty="0"/>
              <a:t> </a:t>
            </a:r>
            <a:r>
              <a:rPr lang="en-ID" spc="300" dirty="0" err="1"/>
              <a:t>membawa</a:t>
            </a:r>
            <a:r>
              <a:rPr lang="en-ID" spc="300" dirty="0"/>
              <a:t> data.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pc="300" dirty="0" err="1"/>
              <a:t>Menjalankan</a:t>
            </a:r>
            <a:r>
              <a:rPr lang="en-ID" spc="300" dirty="0"/>
              <a:t> background service, </a:t>
            </a:r>
            <a:r>
              <a:rPr lang="en-ID" spc="300" dirty="0" err="1"/>
              <a:t>misalnya</a:t>
            </a:r>
            <a:r>
              <a:rPr lang="en-ID" spc="300" dirty="0"/>
              <a:t> </a:t>
            </a:r>
            <a:r>
              <a:rPr lang="en-ID" spc="300" dirty="0" err="1"/>
              <a:t>melakukan</a:t>
            </a:r>
            <a:r>
              <a:rPr lang="en-ID" spc="300" dirty="0"/>
              <a:t> </a:t>
            </a:r>
            <a:r>
              <a:rPr lang="en-ID" spc="300" dirty="0" err="1"/>
              <a:t>sinkronisasi</a:t>
            </a:r>
            <a:r>
              <a:rPr lang="en-ID" spc="300" dirty="0"/>
              <a:t> </a:t>
            </a:r>
            <a:r>
              <a:rPr lang="en-ID" spc="300" dirty="0" err="1"/>
              <a:t>ke</a:t>
            </a:r>
            <a:r>
              <a:rPr lang="en-ID" spc="300" dirty="0"/>
              <a:t> server dan </a:t>
            </a:r>
            <a:r>
              <a:rPr lang="en-ID" spc="300" dirty="0" err="1"/>
              <a:t>menjalankan</a:t>
            </a:r>
            <a:r>
              <a:rPr lang="en-ID" spc="300" dirty="0"/>
              <a:t> proses </a:t>
            </a:r>
            <a:r>
              <a:rPr lang="en-ID" spc="300" dirty="0" err="1"/>
              <a:t>berulang</a:t>
            </a:r>
            <a:r>
              <a:rPr lang="en-ID" spc="300" dirty="0"/>
              <a:t> (periodic/scheduler task).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pc="300" dirty="0" err="1"/>
              <a:t>Mengirimkan</a:t>
            </a:r>
            <a:r>
              <a:rPr lang="en-ID" spc="300" dirty="0"/>
              <a:t> </a:t>
            </a:r>
            <a:r>
              <a:rPr lang="en-ID" spc="300" dirty="0" err="1"/>
              <a:t>obyek</a:t>
            </a:r>
            <a:r>
              <a:rPr lang="en-ID" spc="300" dirty="0"/>
              <a:t> broadcast </a:t>
            </a:r>
            <a:r>
              <a:rPr lang="en-ID" spc="300" dirty="0" err="1"/>
              <a:t>ke</a:t>
            </a:r>
            <a:r>
              <a:rPr lang="en-ID" spc="300" dirty="0"/>
              <a:t> </a:t>
            </a:r>
            <a:r>
              <a:rPr lang="en-ID" spc="300" dirty="0" err="1"/>
              <a:t>aplikasi</a:t>
            </a:r>
            <a:r>
              <a:rPr lang="en-ID" spc="300" dirty="0"/>
              <a:t> yang </a:t>
            </a:r>
            <a:r>
              <a:rPr lang="en-ID" spc="300" dirty="0" err="1"/>
              <a:t>membutuhkan</a:t>
            </a:r>
            <a:r>
              <a:rPr lang="en-ID" spc="300" dirty="0"/>
              <a:t>. </a:t>
            </a:r>
            <a:r>
              <a:rPr lang="en-ID" spc="300" dirty="0" err="1"/>
              <a:t>Misal</a:t>
            </a:r>
            <a:r>
              <a:rPr lang="en-ID" spc="300" dirty="0"/>
              <a:t>, </a:t>
            </a:r>
            <a:r>
              <a:rPr lang="en-ID" spc="300" dirty="0" err="1"/>
              <a:t>ketika</a:t>
            </a:r>
            <a:r>
              <a:rPr lang="en-ID" spc="300" dirty="0"/>
              <a:t> </a:t>
            </a:r>
            <a:r>
              <a:rPr lang="en-ID" spc="300" dirty="0" err="1"/>
              <a:t>aplikasi</a:t>
            </a:r>
            <a:r>
              <a:rPr lang="en-ID" spc="300" dirty="0"/>
              <a:t> </a:t>
            </a:r>
            <a:r>
              <a:rPr lang="en-ID" spc="300" dirty="0" err="1"/>
              <a:t>membutuhkan</a:t>
            </a:r>
            <a:r>
              <a:rPr lang="en-ID" spc="300" dirty="0"/>
              <a:t> proses </a:t>
            </a:r>
            <a:r>
              <a:rPr lang="en-ID" spc="300" dirty="0" err="1"/>
              <a:t>menjalankan</a:t>
            </a:r>
            <a:r>
              <a:rPr lang="en-ID" spc="300" dirty="0"/>
              <a:t> </a:t>
            </a:r>
            <a:r>
              <a:rPr lang="en-ID" spc="300" dirty="0" err="1"/>
              <a:t>sebuah</a:t>
            </a:r>
            <a:r>
              <a:rPr lang="en-ID" spc="300" dirty="0"/>
              <a:t> background service </a:t>
            </a:r>
            <a:r>
              <a:rPr lang="en-ID" spc="300" dirty="0" err="1"/>
              <a:t>setiap</a:t>
            </a:r>
            <a:r>
              <a:rPr lang="en-ID" spc="300" dirty="0"/>
              <a:t> kali </a:t>
            </a:r>
            <a:r>
              <a:rPr lang="en-ID" spc="300" dirty="0" err="1"/>
              <a:t>aplikasi</a:t>
            </a:r>
            <a:r>
              <a:rPr lang="en-ID" spc="300" dirty="0"/>
              <a:t> </a:t>
            </a:r>
            <a:r>
              <a:rPr lang="en-ID" spc="300" dirty="0" err="1"/>
              <a:t>selesai</a:t>
            </a:r>
            <a:r>
              <a:rPr lang="en-ID" spc="300" dirty="0"/>
              <a:t> </a:t>
            </a:r>
            <a:r>
              <a:rPr lang="en-ID" spc="300" dirty="0" err="1"/>
              <a:t>melakukan</a:t>
            </a:r>
            <a:r>
              <a:rPr lang="en-ID" spc="300" dirty="0"/>
              <a:t> booting. </a:t>
            </a:r>
            <a:r>
              <a:rPr lang="en-ID" spc="300" dirty="0" err="1"/>
              <a:t>Aplikasi</a:t>
            </a:r>
            <a:r>
              <a:rPr lang="en-ID" spc="300" dirty="0"/>
              <a:t> </a:t>
            </a:r>
            <a:r>
              <a:rPr lang="en-ID" spc="300" dirty="0" err="1"/>
              <a:t>harus</a:t>
            </a:r>
            <a:r>
              <a:rPr lang="en-ID" spc="300" dirty="0"/>
              <a:t> </a:t>
            </a:r>
            <a:r>
              <a:rPr lang="en-ID" spc="300" dirty="0" err="1"/>
              <a:t>bisa</a:t>
            </a:r>
            <a:r>
              <a:rPr lang="en-ID" spc="300" dirty="0"/>
              <a:t> </a:t>
            </a:r>
            <a:r>
              <a:rPr lang="en-ID" spc="300" dirty="0" err="1"/>
              <a:t>menerima</a:t>
            </a:r>
            <a:r>
              <a:rPr lang="en-ID" spc="300" dirty="0"/>
              <a:t> </a:t>
            </a:r>
            <a:r>
              <a:rPr lang="en-ID" spc="300" dirty="0" err="1"/>
              <a:t>obyek</a:t>
            </a:r>
            <a:r>
              <a:rPr lang="en-ID" spc="300" dirty="0"/>
              <a:t> broadcast yang </a:t>
            </a:r>
            <a:r>
              <a:rPr lang="en-ID" spc="300" dirty="0" err="1"/>
              <a:t>dikirimkan</a:t>
            </a:r>
            <a:r>
              <a:rPr lang="en-ID" spc="300" dirty="0"/>
              <a:t> oleh </a:t>
            </a:r>
            <a:r>
              <a:rPr lang="en-ID" spc="300" dirty="0" err="1"/>
              <a:t>sistem</a:t>
            </a:r>
            <a:r>
              <a:rPr lang="en-ID" spc="300" dirty="0"/>
              <a:t> Android </a:t>
            </a:r>
            <a:r>
              <a:rPr lang="en-ID" spc="300" dirty="0" err="1"/>
              <a:t>untuk</a:t>
            </a:r>
            <a:r>
              <a:rPr lang="en-ID" spc="300" dirty="0"/>
              <a:t> event booting </a:t>
            </a:r>
            <a:r>
              <a:rPr lang="en-ID" spc="300" dirty="0" err="1"/>
              <a:t>tersebut</a:t>
            </a:r>
            <a:r>
              <a:rPr lang="en-ID" spc="300" dirty="0"/>
              <a:t>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218404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D831133-7C2B-4E3D-A967-B3A0DB70140F}"/>
              </a:ext>
            </a:extLst>
          </p:cNvPr>
          <p:cNvSpPr txBox="1"/>
          <p:nvPr/>
        </p:nvSpPr>
        <p:spPr>
          <a:xfrm>
            <a:off x="2481801" y="2598003"/>
            <a:ext cx="72283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INTENT TERBAGI MENJADI DUA, YAITU EXPLICIT DAN IMPLICIT</a:t>
            </a:r>
            <a:endParaRPr lang="en-ID" sz="2400" b="1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694865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208994" y="1806686"/>
            <a:ext cx="9774012" cy="1891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D" sz="2000" spc="300" dirty="0" err="1"/>
              <a:t>Adalah</a:t>
            </a:r>
            <a:r>
              <a:rPr lang="en-ID" sz="2000" spc="300" dirty="0"/>
              <a:t> </a:t>
            </a:r>
            <a:r>
              <a:rPr lang="en-ID" sz="2000" spc="300" dirty="0" err="1"/>
              <a:t>tipe</a:t>
            </a:r>
            <a:r>
              <a:rPr lang="en-ID" sz="2000" spc="300" dirty="0"/>
              <a:t> Intent yang </a:t>
            </a:r>
            <a:r>
              <a:rPr lang="en-ID" sz="2000" spc="300" dirty="0" err="1"/>
              <a:t>digunakan</a:t>
            </a:r>
            <a:r>
              <a:rPr lang="en-ID" sz="2000" spc="300" dirty="0"/>
              <a:t> </a:t>
            </a:r>
            <a:r>
              <a:rPr lang="en-ID" sz="2000" spc="300" dirty="0" err="1"/>
              <a:t>untuk</a:t>
            </a:r>
            <a:r>
              <a:rPr lang="en-ID" sz="2000" spc="300" dirty="0"/>
              <a:t> </a:t>
            </a:r>
            <a:r>
              <a:rPr lang="en-ID" sz="2000" spc="300" dirty="0" err="1"/>
              <a:t>menjalankan</a:t>
            </a:r>
            <a:r>
              <a:rPr lang="en-ID" sz="2000" spc="300" dirty="0"/>
              <a:t> </a:t>
            </a:r>
            <a:r>
              <a:rPr lang="en-ID" sz="2000" spc="300" dirty="0" err="1"/>
              <a:t>komponen</a:t>
            </a:r>
            <a:r>
              <a:rPr lang="en-ID" sz="2000" spc="300" dirty="0"/>
              <a:t> lain </a:t>
            </a:r>
            <a:r>
              <a:rPr lang="en-ID" sz="2000" spc="300" dirty="0" err="1"/>
              <a:t>dengan</a:t>
            </a:r>
            <a:r>
              <a:rPr lang="en-ID" sz="2000" spc="300" dirty="0"/>
              <a:t> </a:t>
            </a:r>
            <a:r>
              <a:rPr lang="en-ID" sz="2000" spc="300" dirty="0" err="1"/>
              <a:t>tujuan</a:t>
            </a:r>
            <a:r>
              <a:rPr lang="en-ID" sz="2000" spc="300" dirty="0"/>
              <a:t> yang </a:t>
            </a:r>
            <a:r>
              <a:rPr lang="en-ID" sz="2000" spc="300" dirty="0" err="1"/>
              <a:t>sudah</a:t>
            </a:r>
            <a:r>
              <a:rPr lang="en-ID" sz="2000" spc="300" dirty="0"/>
              <a:t> </a:t>
            </a:r>
            <a:r>
              <a:rPr lang="en-ID" sz="2000" spc="300" dirty="0" err="1"/>
              <a:t>jelas</a:t>
            </a:r>
            <a:r>
              <a:rPr lang="en-ID" sz="2000" spc="300" dirty="0"/>
              <a:t> </a:t>
            </a:r>
            <a:r>
              <a:rPr lang="en-ID" sz="2000" spc="300" dirty="0" err="1"/>
              <a:t>atau</a:t>
            </a:r>
            <a:r>
              <a:rPr lang="en-ID" sz="2000" spc="300" dirty="0"/>
              <a:t> </a:t>
            </a:r>
            <a:r>
              <a:rPr lang="en-ID" sz="2000" spc="300" dirty="0" err="1"/>
              <a:t>eksplisit</a:t>
            </a:r>
            <a:r>
              <a:rPr lang="en-ID" sz="2000" spc="300" dirty="0"/>
              <a:t>. </a:t>
            </a:r>
            <a:r>
              <a:rPr lang="en-ID" sz="2000" spc="300" dirty="0" err="1"/>
              <a:t>Umumnya</a:t>
            </a:r>
            <a:r>
              <a:rPr lang="en-ID" sz="2000" spc="300" dirty="0"/>
              <a:t> Intent </a:t>
            </a:r>
            <a:r>
              <a:rPr lang="en-ID" sz="2000" spc="300" dirty="0" err="1"/>
              <a:t>ini</a:t>
            </a:r>
            <a:r>
              <a:rPr lang="en-ID" sz="2000" spc="300" dirty="0"/>
              <a:t> </a:t>
            </a:r>
            <a:r>
              <a:rPr lang="en-ID" sz="2000" spc="300" dirty="0" err="1"/>
              <a:t>digunakan</a:t>
            </a:r>
            <a:r>
              <a:rPr lang="en-ID" sz="2000" spc="300" dirty="0"/>
              <a:t> </a:t>
            </a:r>
            <a:r>
              <a:rPr lang="en-ID" sz="2000" spc="300" dirty="0" err="1"/>
              <a:t>untuk</a:t>
            </a:r>
            <a:r>
              <a:rPr lang="en-ID" sz="2000" spc="300" dirty="0"/>
              <a:t> </a:t>
            </a:r>
            <a:r>
              <a:rPr lang="en-ID" sz="2000" spc="300" dirty="0" err="1"/>
              <a:t>berpindah</a:t>
            </a:r>
            <a:r>
              <a:rPr lang="en-ID" sz="2000" spc="300" dirty="0"/>
              <a:t> </a:t>
            </a:r>
            <a:r>
              <a:rPr lang="en-ID" sz="2000" spc="300" dirty="0" err="1"/>
              <a:t>ke</a:t>
            </a:r>
            <a:r>
              <a:rPr lang="en-ID" sz="2000" spc="300" dirty="0"/>
              <a:t> Activity lain pada </a:t>
            </a:r>
            <a:r>
              <a:rPr lang="en-ID" sz="2000" spc="300" dirty="0" err="1"/>
              <a:t>satu</a:t>
            </a:r>
            <a:r>
              <a:rPr lang="en-ID" sz="2000" spc="300" dirty="0"/>
              <a:t> </a:t>
            </a:r>
            <a:r>
              <a:rPr lang="en-ID" sz="2000" spc="300" dirty="0" err="1"/>
              <a:t>aplikasi</a:t>
            </a:r>
            <a:r>
              <a:rPr lang="en-ID" sz="2000" spc="300" dirty="0"/>
              <a:t>. </a:t>
            </a:r>
            <a:r>
              <a:rPr lang="en-ID" sz="2000" spc="300" dirty="0" err="1"/>
              <a:t>Misalnya</a:t>
            </a:r>
            <a:r>
              <a:rPr lang="en-ID" sz="2000" spc="300" dirty="0"/>
              <a:t> </a:t>
            </a:r>
            <a:r>
              <a:rPr lang="en-ID" sz="2000" spc="300" dirty="0" err="1"/>
              <a:t>dari</a:t>
            </a:r>
            <a:r>
              <a:rPr lang="en-ID" sz="2000" spc="300" dirty="0"/>
              <a:t> </a:t>
            </a:r>
            <a:r>
              <a:rPr lang="en-ID" sz="2000" spc="300" dirty="0" err="1"/>
              <a:t>MainActivity</a:t>
            </a:r>
            <a:r>
              <a:rPr lang="en-ID" sz="2000" spc="300" dirty="0"/>
              <a:t> </a:t>
            </a:r>
            <a:r>
              <a:rPr lang="en-ID" sz="2000" spc="300" dirty="0" err="1"/>
              <a:t>menuju</a:t>
            </a:r>
            <a:r>
              <a:rPr lang="en-ID" sz="2000" spc="300" dirty="0"/>
              <a:t> </a:t>
            </a:r>
            <a:r>
              <a:rPr lang="en-ID" sz="2000" spc="300" dirty="0" err="1"/>
              <a:t>ke</a:t>
            </a:r>
            <a:r>
              <a:rPr lang="en-ID" sz="2000" spc="300" dirty="0"/>
              <a:t> </a:t>
            </a:r>
            <a:r>
              <a:rPr lang="en-ID" sz="2000" spc="300" dirty="0" err="1"/>
              <a:t>DetailActivity</a:t>
            </a:r>
            <a:r>
              <a:rPr lang="en-ID" sz="2000" spc="300" dirty="0"/>
              <a:t>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FEF5B1-9864-455F-8E68-7779974E8870}"/>
              </a:ext>
            </a:extLst>
          </p:cNvPr>
          <p:cNvSpPr txBox="1"/>
          <p:nvPr/>
        </p:nvSpPr>
        <p:spPr>
          <a:xfrm>
            <a:off x="1208994" y="1345021"/>
            <a:ext cx="28328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EKSPLICIT INTENT</a:t>
            </a:r>
            <a:endParaRPr lang="en-ID" sz="2400" b="1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50682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4A997AE-0C36-47DD-832F-0DA3E3E1A2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08" y="1399989"/>
            <a:ext cx="6018232" cy="401215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F53571B-8742-4F31-A9C9-608B57304D6C}"/>
              </a:ext>
            </a:extLst>
          </p:cNvPr>
          <p:cNvSpPr txBox="1"/>
          <p:nvPr/>
        </p:nvSpPr>
        <p:spPr>
          <a:xfrm>
            <a:off x="5730240" y="1601852"/>
            <a:ext cx="5892800" cy="13515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D" sz="1400" spc="300" dirty="0"/>
              <a:t>Explicit intent </a:t>
            </a:r>
            <a:r>
              <a:rPr lang="en-ID" sz="1400" spc="300" dirty="0" err="1"/>
              <a:t>bekerja</a:t>
            </a:r>
            <a:r>
              <a:rPr lang="en-ID" sz="1400" spc="300" dirty="0"/>
              <a:t> </a:t>
            </a:r>
            <a:r>
              <a:rPr lang="en-ID" sz="1400" spc="300" dirty="0" err="1"/>
              <a:t>dengan</a:t>
            </a:r>
            <a:r>
              <a:rPr lang="en-ID" sz="1400" spc="300" dirty="0"/>
              <a:t> </a:t>
            </a:r>
            <a:r>
              <a:rPr lang="en-ID" sz="1400" spc="300" dirty="0" err="1"/>
              <a:t>memanfaatkan</a:t>
            </a:r>
            <a:r>
              <a:rPr lang="en-ID" sz="1400" spc="300" dirty="0"/>
              <a:t> context </a:t>
            </a:r>
            <a:r>
              <a:rPr lang="en-ID" sz="1400" spc="300" dirty="0" err="1"/>
              <a:t>dari</a:t>
            </a:r>
            <a:r>
              <a:rPr lang="en-ID" sz="1400" spc="300" dirty="0"/>
              <a:t> Activity </a:t>
            </a:r>
            <a:r>
              <a:rPr lang="en-ID" sz="1400" spc="300" dirty="0" err="1"/>
              <a:t>asal</a:t>
            </a:r>
            <a:r>
              <a:rPr lang="en-ID" sz="1400" spc="300" dirty="0"/>
              <a:t> dan </a:t>
            </a:r>
            <a:r>
              <a:rPr lang="en-ID" sz="1400" spc="300" dirty="0" err="1"/>
              <a:t>nama</a:t>
            </a:r>
            <a:r>
              <a:rPr lang="en-ID" sz="1400" spc="300" dirty="0"/>
              <a:t> Activity yang </a:t>
            </a:r>
            <a:r>
              <a:rPr lang="en-ID" sz="1400" spc="300" dirty="0" err="1"/>
              <a:t>dituju</a:t>
            </a:r>
            <a:r>
              <a:rPr lang="en-ID" sz="1400" spc="300" dirty="0"/>
              <a:t>. </a:t>
            </a:r>
            <a:r>
              <a:rPr lang="en-ID" sz="1400" spc="300" dirty="0" err="1"/>
              <a:t>Berikut</a:t>
            </a:r>
            <a:r>
              <a:rPr lang="en-ID" sz="1400" spc="300" dirty="0"/>
              <a:t> </a:t>
            </a:r>
            <a:r>
              <a:rPr lang="en-ID" sz="1400" spc="300" dirty="0" err="1"/>
              <a:t>adalah</a:t>
            </a:r>
            <a:r>
              <a:rPr lang="en-ID" sz="1400" spc="300" dirty="0"/>
              <a:t> </a:t>
            </a:r>
            <a:r>
              <a:rPr lang="en-ID" sz="1400" spc="300" dirty="0" err="1"/>
              <a:t>contoh</a:t>
            </a:r>
            <a:r>
              <a:rPr lang="en-ID" sz="1400" spc="300" dirty="0"/>
              <a:t> </a:t>
            </a:r>
            <a:r>
              <a:rPr lang="en-ID" sz="1400" spc="300" dirty="0" err="1"/>
              <a:t>kode</a:t>
            </a:r>
            <a:r>
              <a:rPr lang="en-ID" sz="1400" spc="300" dirty="0"/>
              <a:t> </a:t>
            </a:r>
            <a:r>
              <a:rPr lang="en-ID" sz="1400" spc="300" dirty="0" err="1"/>
              <a:t>dari</a:t>
            </a:r>
            <a:r>
              <a:rPr lang="en-ID" sz="1400" spc="300" dirty="0"/>
              <a:t> </a:t>
            </a:r>
            <a:r>
              <a:rPr lang="en-ID" sz="1400" spc="300" dirty="0" err="1"/>
              <a:t>gambaran</a:t>
            </a:r>
            <a:r>
              <a:rPr lang="en-ID" sz="1400" spc="300" dirty="0"/>
              <a:t> Explicit Intent di </a:t>
            </a:r>
            <a:r>
              <a:rPr lang="en-ID" sz="1400" spc="300" dirty="0" err="1"/>
              <a:t>atas</a:t>
            </a:r>
            <a:r>
              <a:rPr lang="en-ID" sz="1400" spc="300" dirty="0"/>
              <a:t>: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F046BC7-5083-40D6-85F9-44AF80FB53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30240" y="3073406"/>
            <a:ext cx="5747045" cy="133991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872F940-90BF-42EA-8D5B-0603F320C75B}"/>
              </a:ext>
            </a:extLst>
          </p:cNvPr>
          <p:cNvSpPr txBox="1"/>
          <p:nvPr/>
        </p:nvSpPr>
        <p:spPr>
          <a:xfrm>
            <a:off x="5730240" y="4525294"/>
            <a:ext cx="5892800" cy="102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D" sz="1400" spc="300" dirty="0" err="1"/>
              <a:t>Dengan</a:t>
            </a:r>
            <a:r>
              <a:rPr lang="en-ID" sz="1400" spc="300" dirty="0"/>
              <a:t> </a:t>
            </a:r>
            <a:r>
              <a:rPr lang="en-ID" sz="1400" spc="300" dirty="0" err="1"/>
              <a:t>memanggil</a:t>
            </a:r>
            <a:r>
              <a:rPr lang="en-ID" sz="1400" spc="300" dirty="0"/>
              <a:t> </a:t>
            </a:r>
            <a:r>
              <a:rPr lang="en-ID" sz="1400" spc="300" dirty="0" err="1"/>
              <a:t>fungsi</a:t>
            </a:r>
            <a:r>
              <a:rPr lang="en-ID" sz="1400" spc="300" dirty="0"/>
              <a:t> </a:t>
            </a:r>
            <a:r>
              <a:rPr lang="en-ID" sz="1400" spc="300" dirty="0" err="1"/>
              <a:t>startActivity</a:t>
            </a:r>
            <a:r>
              <a:rPr lang="en-ID" sz="1400" spc="300" dirty="0"/>
              <a:t> </a:t>
            </a:r>
            <a:r>
              <a:rPr lang="en-ID" sz="1400" spc="300" dirty="0" err="1"/>
              <a:t>berisi</a:t>
            </a:r>
            <a:r>
              <a:rPr lang="en-ID" sz="1400" spc="300" dirty="0"/>
              <a:t> Intent, </a:t>
            </a:r>
            <a:r>
              <a:rPr lang="en-ID" sz="1400" spc="300" dirty="0" err="1"/>
              <a:t>aplikasi</a:t>
            </a:r>
            <a:r>
              <a:rPr lang="en-ID" sz="1400" spc="300" dirty="0"/>
              <a:t> </a:t>
            </a:r>
            <a:r>
              <a:rPr lang="en-ID" sz="1400" spc="300" dirty="0" err="1"/>
              <a:t>akan</a:t>
            </a:r>
            <a:r>
              <a:rPr lang="en-ID" sz="1400" spc="300" dirty="0"/>
              <a:t> </a:t>
            </a:r>
            <a:r>
              <a:rPr lang="en-ID" sz="1400" spc="300" dirty="0" err="1"/>
              <a:t>langsung</a:t>
            </a:r>
            <a:r>
              <a:rPr lang="en-ID" sz="1400" spc="300" dirty="0"/>
              <a:t> </a:t>
            </a:r>
            <a:r>
              <a:rPr lang="en-ID" sz="1400" spc="300" dirty="0" err="1"/>
              <a:t>membuka</a:t>
            </a:r>
            <a:r>
              <a:rPr lang="en-ID" sz="1400" spc="300" dirty="0"/>
              <a:t> Activity </a:t>
            </a:r>
            <a:r>
              <a:rPr lang="en-ID" sz="1400" spc="300" dirty="0" err="1"/>
              <a:t>tersebut</a:t>
            </a:r>
            <a:r>
              <a:rPr lang="en-ID" sz="1400" spc="300" dirty="0"/>
              <a:t> </a:t>
            </a:r>
            <a:r>
              <a:rPr lang="en-ID" sz="1400" spc="300" dirty="0" err="1"/>
              <a:t>tanpa</a:t>
            </a:r>
            <a:r>
              <a:rPr lang="en-ID" sz="1400" spc="300" dirty="0"/>
              <a:t> </a:t>
            </a:r>
            <a:r>
              <a:rPr lang="en-ID" sz="1400" spc="300" dirty="0" err="1"/>
              <a:t>memberikan</a:t>
            </a:r>
            <a:r>
              <a:rPr lang="en-ID" sz="1400" spc="300" dirty="0"/>
              <a:t> </a:t>
            </a:r>
            <a:r>
              <a:rPr lang="en-ID" sz="1400" spc="300" dirty="0" err="1"/>
              <a:t>opsi</a:t>
            </a:r>
            <a:r>
              <a:rPr lang="en-ID" sz="1400" spc="300" dirty="0"/>
              <a:t> lain.</a:t>
            </a:r>
          </a:p>
        </p:txBody>
      </p:sp>
    </p:spTree>
    <p:extLst>
      <p:ext uri="{BB962C8B-B14F-4D97-AF65-F5344CB8AC3E}">
        <p14:creationId xmlns:p14="http://schemas.microsoft.com/office/powerpoint/2010/main" val="30580708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208994" y="1806686"/>
            <a:ext cx="9774012" cy="41996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D" sz="2000" spc="300" dirty="0" err="1"/>
              <a:t>Adalah</a:t>
            </a:r>
            <a:r>
              <a:rPr lang="en-ID" sz="2000" spc="300" dirty="0"/>
              <a:t> </a:t>
            </a:r>
            <a:r>
              <a:rPr lang="en-ID" sz="2000" spc="300" dirty="0" err="1"/>
              <a:t>tipe</a:t>
            </a:r>
            <a:r>
              <a:rPr lang="en-ID" sz="2000" spc="300" dirty="0"/>
              <a:t> intent yang </a:t>
            </a:r>
            <a:r>
              <a:rPr lang="en-ID" sz="2000" spc="300" dirty="0" err="1"/>
              <a:t>tidak</a:t>
            </a:r>
            <a:r>
              <a:rPr lang="en-ID" sz="2000" spc="300" dirty="0"/>
              <a:t> </a:t>
            </a:r>
            <a:r>
              <a:rPr lang="en-ID" sz="2000" spc="300" dirty="0" err="1"/>
              <a:t>memerlukan</a:t>
            </a:r>
            <a:r>
              <a:rPr lang="en-ID" sz="2000" spc="300" dirty="0"/>
              <a:t> detail </a:t>
            </a:r>
            <a:r>
              <a:rPr lang="en-ID" sz="2000" spc="300" dirty="0" err="1"/>
              <a:t>nama</a:t>
            </a:r>
            <a:r>
              <a:rPr lang="en-ID" sz="2000" spc="300" dirty="0"/>
              <a:t> </a:t>
            </a:r>
            <a:r>
              <a:rPr lang="en-ID" sz="2000" spc="300" dirty="0" err="1"/>
              <a:t>kelas</a:t>
            </a:r>
            <a:r>
              <a:rPr lang="en-ID" sz="2000" spc="300" dirty="0"/>
              <a:t> yang </a:t>
            </a:r>
            <a:r>
              <a:rPr lang="en-ID" sz="2000" spc="300" dirty="0" err="1"/>
              <a:t>ingin</a:t>
            </a:r>
            <a:r>
              <a:rPr lang="en-ID" sz="2000" spc="300" dirty="0"/>
              <a:t> </a:t>
            </a:r>
            <a:r>
              <a:rPr lang="en-ID" sz="2000" spc="300" dirty="0" err="1"/>
              <a:t>diaktifkan</a:t>
            </a:r>
            <a:r>
              <a:rPr lang="en-ID" sz="2000" spc="300" dirty="0"/>
              <a:t>. Model </a:t>
            </a:r>
            <a:r>
              <a:rPr lang="en-ID" sz="2000" spc="300" dirty="0" err="1"/>
              <a:t>ini</a:t>
            </a:r>
            <a:r>
              <a:rPr lang="en-ID" sz="2000" spc="300" dirty="0"/>
              <a:t> </a:t>
            </a:r>
            <a:r>
              <a:rPr lang="en-ID" sz="2000" spc="300" dirty="0" err="1"/>
              <a:t>memungkinkan</a:t>
            </a:r>
            <a:r>
              <a:rPr lang="en-ID" sz="2000" spc="300" dirty="0"/>
              <a:t> </a:t>
            </a:r>
            <a:r>
              <a:rPr lang="en-ID" sz="2000" spc="300" dirty="0" err="1"/>
              <a:t>komponen</a:t>
            </a:r>
            <a:r>
              <a:rPr lang="en-ID" sz="2000" spc="300" dirty="0"/>
              <a:t> </a:t>
            </a:r>
            <a:r>
              <a:rPr lang="en-ID" sz="2000" spc="300" dirty="0" err="1"/>
              <a:t>dari</a:t>
            </a:r>
            <a:r>
              <a:rPr lang="en-ID" sz="2000" spc="300" dirty="0"/>
              <a:t> </a:t>
            </a:r>
            <a:r>
              <a:rPr lang="en-ID" sz="2000" spc="300" dirty="0" err="1"/>
              <a:t>aplikasi</a:t>
            </a:r>
            <a:r>
              <a:rPr lang="en-ID" sz="2000" spc="300" dirty="0"/>
              <a:t> lain </a:t>
            </a:r>
            <a:r>
              <a:rPr lang="en-ID" sz="2000" spc="300" dirty="0" err="1"/>
              <a:t>bisa</a:t>
            </a:r>
            <a:r>
              <a:rPr lang="en-ID" sz="2000" spc="300" dirty="0"/>
              <a:t> </a:t>
            </a:r>
            <a:r>
              <a:rPr lang="en-ID" sz="2000" spc="300" dirty="0" err="1"/>
              <a:t>merespon</a:t>
            </a:r>
            <a:r>
              <a:rPr lang="en-ID" sz="2000" spc="300" dirty="0"/>
              <a:t> request intent yang </a:t>
            </a:r>
            <a:r>
              <a:rPr lang="en-ID" sz="2000" spc="300" dirty="0" err="1"/>
              <a:t>dijalankan</a:t>
            </a:r>
            <a:r>
              <a:rPr lang="en-ID" sz="2000" spc="300" dirty="0"/>
              <a:t>. </a:t>
            </a:r>
            <a:r>
              <a:rPr lang="en-ID" sz="2000" spc="300" dirty="0" err="1"/>
              <a:t>Penggunaan</a:t>
            </a:r>
            <a:r>
              <a:rPr lang="en-ID" sz="2000" spc="300" dirty="0"/>
              <a:t> </a:t>
            </a:r>
            <a:r>
              <a:rPr lang="en-ID" sz="2000" spc="300" dirty="0" err="1"/>
              <a:t>tipe</a:t>
            </a:r>
            <a:r>
              <a:rPr lang="en-ID" sz="2000" spc="300" dirty="0"/>
              <a:t> Intent </a:t>
            </a:r>
            <a:r>
              <a:rPr lang="en-ID" sz="2000" spc="300" dirty="0" err="1"/>
              <a:t>ini</a:t>
            </a:r>
            <a:r>
              <a:rPr lang="en-ID" sz="2000" spc="300" dirty="0"/>
              <a:t> </a:t>
            </a:r>
            <a:r>
              <a:rPr lang="en-ID" sz="2000" spc="300" dirty="0" err="1"/>
              <a:t>umumnya</a:t>
            </a:r>
            <a:r>
              <a:rPr lang="en-ID" sz="2000" spc="300" dirty="0"/>
              <a:t> </a:t>
            </a:r>
            <a:r>
              <a:rPr lang="en-ID" sz="2000" spc="300" dirty="0" err="1"/>
              <a:t>diperuntukan</a:t>
            </a:r>
            <a:r>
              <a:rPr lang="en-ID" sz="2000" spc="300" dirty="0"/>
              <a:t> </a:t>
            </a:r>
            <a:r>
              <a:rPr lang="en-ID" sz="2000" spc="300" dirty="0" err="1"/>
              <a:t>untuk</a:t>
            </a:r>
            <a:r>
              <a:rPr lang="en-ID" sz="2000" spc="300" dirty="0"/>
              <a:t> </a:t>
            </a:r>
            <a:r>
              <a:rPr lang="en-ID" sz="2000" spc="300" dirty="0" err="1"/>
              <a:t>menjalankan</a:t>
            </a:r>
            <a:r>
              <a:rPr lang="en-ID" sz="2000" spc="300" dirty="0"/>
              <a:t> </a:t>
            </a:r>
            <a:r>
              <a:rPr lang="en-ID" sz="2000" spc="300" dirty="0" err="1"/>
              <a:t>fitur</a:t>
            </a:r>
            <a:r>
              <a:rPr lang="en-ID" sz="2000" spc="300" dirty="0"/>
              <a:t>/</a:t>
            </a:r>
            <a:r>
              <a:rPr lang="en-ID" sz="2000" spc="300" dirty="0" err="1"/>
              <a:t>fungsi</a:t>
            </a:r>
            <a:r>
              <a:rPr lang="en-ID" sz="2000" spc="300" dirty="0"/>
              <a:t> </a:t>
            </a:r>
            <a:r>
              <a:rPr lang="en-ID" sz="2000" spc="300" dirty="0" err="1"/>
              <a:t>dari</a:t>
            </a:r>
            <a:r>
              <a:rPr lang="en-ID" sz="2000" spc="300" dirty="0"/>
              <a:t> </a:t>
            </a:r>
            <a:r>
              <a:rPr lang="en-ID" sz="2000" spc="300" dirty="0" err="1"/>
              <a:t>komponen</a:t>
            </a:r>
            <a:r>
              <a:rPr lang="en-ID" sz="2000" spc="300" dirty="0"/>
              <a:t> </a:t>
            </a:r>
            <a:r>
              <a:rPr lang="en-ID" sz="2000" spc="300" dirty="0" err="1"/>
              <a:t>aplikasi</a:t>
            </a:r>
            <a:r>
              <a:rPr lang="en-ID" sz="2000" spc="300" dirty="0"/>
              <a:t> lain. </a:t>
            </a:r>
            <a:r>
              <a:rPr lang="en-ID" sz="2000" spc="300" dirty="0" err="1"/>
              <a:t>Contohnya</a:t>
            </a:r>
            <a:r>
              <a:rPr lang="en-ID" sz="2000" spc="300" dirty="0"/>
              <a:t> </a:t>
            </a:r>
            <a:r>
              <a:rPr lang="en-ID" sz="2000" spc="300" dirty="0" err="1"/>
              <a:t>ketika</a:t>
            </a:r>
            <a:r>
              <a:rPr lang="en-ID" sz="2000" spc="300" dirty="0"/>
              <a:t> </a:t>
            </a:r>
            <a:r>
              <a:rPr lang="en-ID" sz="2000" spc="300" dirty="0" err="1"/>
              <a:t>kita</a:t>
            </a:r>
            <a:r>
              <a:rPr lang="en-ID" sz="2000" spc="300" dirty="0"/>
              <a:t> </a:t>
            </a:r>
            <a:r>
              <a:rPr lang="en-ID" sz="2000" spc="300" dirty="0" err="1"/>
              <a:t>membutuhkan</a:t>
            </a:r>
            <a:r>
              <a:rPr lang="en-ID" sz="2000" spc="300" dirty="0"/>
              <a:t> </a:t>
            </a:r>
            <a:r>
              <a:rPr lang="en-ID" sz="2000" spc="300" dirty="0" err="1"/>
              <a:t>fitur</a:t>
            </a:r>
            <a:r>
              <a:rPr lang="en-ID" sz="2000" spc="300" dirty="0"/>
              <a:t> </a:t>
            </a:r>
            <a:r>
              <a:rPr lang="en-ID" sz="2000" spc="300" dirty="0" err="1"/>
              <a:t>untuk</a:t>
            </a:r>
            <a:r>
              <a:rPr lang="en-ID" sz="2000" spc="300" dirty="0"/>
              <a:t> </a:t>
            </a:r>
            <a:r>
              <a:rPr lang="en-ID" sz="2000" spc="300" dirty="0" err="1"/>
              <a:t>mengambil</a:t>
            </a:r>
            <a:r>
              <a:rPr lang="en-ID" sz="2000" spc="300" dirty="0"/>
              <a:t> </a:t>
            </a:r>
            <a:r>
              <a:rPr lang="en-ID" sz="2000" spc="300" dirty="0" err="1"/>
              <a:t>foto</a:t>
            </a:r>
            <a:r>
              <a:rPr lang="en-ID" sz="2000" spc="300" dirty="0"/>
              <a:t>. </a:t>
            </a:r>
            <a:r>
              <a:rPr lang="en-ID" sz="2000" spc="300" dirty="0" err="1"/>
              <a:t>Daripada</a:t>
            </a:r>
            <a:r>
              <a:rPr lang="en-ID" sz="2000" spc="300" dirty="0"/>
              <a:t> </a:t>
            </a:r>
            <a:r>
              <a:rPr lang="en-ID" sz="2000" spc="300" dirty="0" err="1"/>
              <a:t>membuat</a:t>
            </a:r>
            <a:r>
              <a:rPr lang="en-ID" sz="2000" spc="300" dirty="0"/>
              <a:t> </a:t>
            </a:r>
            <a:r>
              <a:rPr lang="en-ID" sz="2000" spc="300" dirty="0" err="1"/>
              <a:t>sendiri</a:t>
            </a:r>
            <a:r>
              <a:rPr lang="en-ID" sz="2000" spc="300" dirty="0"/>
              <a:t> </a:t>
            </a:r>
            <a:r>
              <a:rPr lang="en-ID" sz="2000" spc="300" dirty="0" err="1"/>
              <a:t>fungsi</a:t>
            </a:r>
            <a:r>
              <a:rPr lang="en-ID" sz="2000" spc="300" dirty="0"/>
              <a:t> </a:t>
            </a:r>
            <a:r>
              <a:rPr lang="en-ID" sz="2000" spc="300" dirty="0" err="1"/>
              <a:t>kamera</a:t>
            </a:r>
            <a:r>
              <a:rPr lang="en-ID" sz="2000" spc="300" dirty="0"/>
              <a:t>, </a:t>
            </a:r>
            <a:r>
              <a:rPr lang="en-ID" sz="2000" spc="300" dirty="0" err="1"/>
              <a:t>lebih</a:t>
            </a:r>
            <a:r>
              <a:rPr lang="en-ID" sz="2000" spc="300" dirty="0"/>
              <a:t> </a:t>
            </a:r>
            <a:r>
              <a:rPr lang="en-ID" sz="2000" spc="300" dirty="0" err="1"/>
              <a:t>baik</a:t>
            </a:r>
            <a:r>
              <a:rPr lang="en-ID" sz="2000" spc="300" dirty="0"/>
              <a:t> </a:t>
            </a:r>
            <a:r>
              <a:rPr lang="en-ID" sz="2000" spc="300" dirty="0" err="1"/>
              <a:t>kita</a:t>
            </a:r>
            <a:r>
              <a:rPr lang="en-ID" sz="2000" spc="300" dirty="0"/>
              <a:t> </a:t>
            </a:r>
            <a:r>
              <a:rPr lang="en-ID" sz="2000" spc="300" dirty="0" err="1"/>
              <a:t>menyerahkan</a:t>
            </a:r>
            <a:r>
              <a:rPr lang="en-ID" sz="2000" spc="300" dirty="0"/>
              <a:t> proses </a:t>
            </a:r>
            <a:r>
              <a:rPr lang="en-ID" sz="2000" spc="300" dirty="0" err="1"/>
              <a:t>tersebut</a:t>
            </a:r>
            <a:r>
              <a:rPr lang="en-ID" sz="2000" spc="300" dirty="0"/>
              <a:t> pada </a:t>
            </a:r>
            <a:r>
              <a:rPr lang="en-ID" sz="2000" spc="300" dirty="0" err="1"/>
              <a:t>aplikasi</a:t>
            </a:r>
            <a:r>
              <a:rPr lang="en-ID" sz="2000" spc="300" dirty="0"/>
              <a:t> </a:t>
            </a:r>
            <a:r>
              <a:rPr lang="en-ID" sz="2000" spc="300" dirty="0" err="1"/>
              <a:t>kamera</a:t>
            </a:r>
            <a:r>
              <a:rPr lang="en-ID" sz="2000" spc="300" dirty="0"/>
              <a:t> </a:t>
            </a:r>
            <a:r>
              <a:rPr lang="en-ID" sz="2000" spc="300" dirty="0" err="1"/>
              <a:t>bawaan</a:t>
            </a:r>
            <a:r>
              <a:rPr lang="en-ID" sz="2000" spc="300" dirty="0"/>
              <a:t> </a:t>
            </a:r>
            <a:r>
              <a:rPr lang="en-ID" sz="2000" spc="300" dirty="0" err="1"/>
              <a:t>dari</a:t>
            </a:r>
            <a:r>
              <a:rPr lang="en-ID" sz="2000" spc="300" dirty="0"/>
              <a:t> </a:t>
            </a:r>
            <a:r>
              <a:rPr lang="en-ID" sz="2000" spc="300" dirty="0" err="1"/>
              <a:t>peranti</a:t>
            </a:r>
            <a:r>
              <a:rPr lang="en-ID" sz="2000" spc="300" dirty="0"/>
              <a:t> </a:t>
            </a:r>
            <a:r>
              <a:rPr lang="en-ID" sz="2000" spc="300" dirty="0" err="1"/>
              <a:t>atau</a:t>
            </a:r>
            <a:r>
              <a:rPr lang="en-ID" sz="2000" spc="300" dirty="0"/>
              <a:t> </a:t>
            </a:r>
            <a:r>
              <a:rPr lang="en-ID" sz="2000" spc="300" dirty="0" err="1"/>
              <a:t>aplikasi</a:t>
            </a:r>
            <a:r>
              <a:rPr lang="en-ID" sz="2000" spc="300" dirty="0"/>
              <a:t> </a:t>
            </a:r>
            <a:r>
              <a:rPr lang="en-ID" sz="2000" spc="300" dirty="0" err="1"/>
              <a:t>kamera</a:t>
            </a:r>
            <a:r>
              <a:rPr lang="en-ID" sz="2000" spc="300" dirty="0"/>
              <a:t> lain yang </a:t>
            </a:r>
            <a:r>
              <a:rPr lang="en-ID" sz="2000" spc="300" dirty="0" err="1"/>
              <a:t>telah</a:t>
            </a:r>
            <a:r>
              <a:rPr lang="en-ID" sz="2000" spc="300" dirty="0"/>
              <a:t> </a:t>
            </a:r>
            <a:r>
              <a:rPr lang="en-ID" sz="2000" spc="300" dirty="0" err="1"/>
              <a:t>terinstal</a:t>
            </a:r>
            <a:r>
              <a:rPr lang="en-ID" sz="2000" spc="300" dirty="0"/>
              <a:t> </a:t>
            </a:r>
            <a:r>
              <a:rPr lang="en-ID" sz="2000" spc="300" dirty="0" err="1"/>
              <a:t>sebelumnya</a:t>
            </a:r>
            <a:r>
              <a:rPr lang="en-ID" sz="2000" spc="300" dirty="0"/>
              <a:t> di </a:t>
            </a:r>
            <a:r>
              <a:rPr lang="en-ID" sz="2000" spc="300" dirty="0" err="1"/>
              <a:t>peranti</a:t>
            </a:r>
            <a:r>
              <a:rPr lang="en-ID" sz="2000" spc="300" dirty="0"/>
              <a:t>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FEF5B1-9864-455F-8E68-7779974E8870}"/>
              </a:ext>
            </a:extLst>
          </p:cNvPr>
          <p:cNvSpPr txBox="1"/>
          <p:nvPr/>
        </p:nvSpPr>
        <p:spPr>
          <a:xfrm>
            <a:off x="1208994" y="1345021"/>
            <a:ext cx="71176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IMPLICIT INTENT (INTENT YANG BELUM JELAS)</a:t>
            </a:r>
            <a:endParaRPr lang="en-ID" sz="2400" b="1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92586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058208" y="1532394"/>
            <a:ext cx="7173006" cy="32762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D" sz="2000" spc="300" dirty="0"/>
              <a:t>Lalu </a:t>
            </a:r>
            <a:r>
              <a:rPr lang="en-ID" sz="2000" spc="300" dirty="0" err="1"/>
              <a:t>mengapa</a:t>
            </a:r>
            <a:r>
              <a:rPr lang="en-ID" sz="2000" spc="300" dirty="0"/>
              <a:t> </a:t>
            </a:r>
            <a:r>
              <a:rPr lang="en-ID" sz="2000" spc="300" dirty="0" err="1"/>
              <a:t>disebut</a:t>
            </a:r>
            <a:r>
              <a:rPr lang="en-ID" sz="2000" spc="300" dirty="0"/>
              <a:t> Implicit Intent? Hal </a:t>
            </a:r>
            <a:r>
              <a:rPr lang="en-ID" sz="2000" spc="300" dirty="0" err="1"/>
              <a:t>ini</a:t>
            </a:r>
            <a:r>
              <a:rPr lang="en-ID" sz="2000" spc="300" dirty="0"/>
              <a:t> </a:t>
            </a:r>
            <a:r>
              <a:rPr lang="en-ID" sz="2000" spc="300" dirty="0" err="1"/>
              <a:t>karena</a:t>
            </a:r>
            <a:r>
              <a:rPr lang="en-ID" sz="2000" spc="300" dirty="0"/>
              <a:t> </a:t>
            </a:r>
            <a:r>
              <a:rPr lang="en-ID" sz="2000" spc="300" dirty="0" err="1"/>
              <a:t>tujuannya</a:t>
            </a:r>
            <a:r>
              <a:rPr lang="en-ID" sz="2000" spc="300" dirty="0"/>
              <a:t> </a:t>
            </a:r>
            <a:r>
              <a:rPr lang="en-ID" sz="2000" spc="300" dirty="0" err="1"/>
              <a:t>masih</a:t>
            </a:r>
            <a:r>
              <a:rPr lang="en-ID" sz="2000" spc="300" dirty="0"/>
              <a:t> </a:t>
            </a:r>
            <a:r>
              <a:rPr lang="en-ID" sz="2000" spc="300" dirty="0" err="1"/>
              <a:t>belum</a:t>
            </a:r>
            <a:r>
              <a:rPr lang="en-ID" sz="2000" spc="300" dirty="0"/>
              <a:t> </a:t>
            </a:r>
            <a:r>
              <a:rPr lang="en-ID" sz="2000" spc="300" dirty="0" err="1"/>
              <a:t>jelas</a:t>
            </a:r>
            <a:r>
              <a:rPr lang="en-ID" sz="2000" spc="300" dirty="0"/>
              <a:t> (implicit), </a:t>
            </a:r>
            <a:r>
              <a:rPr lang="en-ID" sz="2000" spc="300" dirty="0" err="1"/>
              <a:t>misalnya</a:t>
            </a:r>
            <a:r>
              <a:rPr lang="en-ID" sz="2000" spc="300" dirty="0"/>
              <a:t> Anda </a:t>
            </a:r>
            <a:r>
              <a:rPr lang="en-ID" sz="2000" spc="300" dirty="0" err="1"/>
              <a:t>ingin</a:t>
            </a:r>
            <a:r>
              <a:rPr lang="en-ID" sz="2000" spc="300" dirty="0"/>
              <a:t> </a:t>
            </a:r>
            <a:r>
              <a:rPr lang="en-ID" sz="2000" spc="300" dirty="0" err="1"/>
              <a:t>membuka</a:t>
            </a:r>
            <a:r>
              <a:rPr lang="en-ID" sz="2000" spc="300" dirty="0"/>
              <a:t> gallery. </a:t>
            </a:r>
            <a:r>
              <a:rPr lang="en-ID" sz="2000" spc="300" dirty="0" err="1"/>
              <a:t>Maka</a:t>
            </a:r>
            <a:r>
              <a:rPr lang="en-ID" sz="2000" spc="300" dirty="0"/>
              <a:t> </a:t>
            </a:r>
            <a:r>
              <a:rPr lang="en-ID" sz="2000" spc="300" dirty="0" err="1"/>
              <a:t>pilihannya</a:t>
            </a:r>
            <a:r>
              <a:rPr lang="en-ID" sz="2000" spc="300" dirty="0"/>
              <a:t> </a:t>
            </a:r>
            <a:r>
              <a:rPr lang="en-ID" sz="2000" spc="300" dirty="0" err="1"/>
              <a:t>yaitu</a:t>
            </a:r>
            <a:r>
              <a:rPr lang="en-ID" sz="2000" spc="300" dirty="0"/>
              <a:t> Anda </a:t>
            </a:r>
            <a:r>
              <a:rPr lang="en-ID" sz="2000" spc="300" dirty="0" err="1"/>
              <a:t>bisa</a:t>
            </a:r>
            <a:r>
              <a:rPr lang="en-ID" sz="2000" spc="300" dirty="0"/>
              <a:t> </a:t>
            </a:r>
            <a:r>
              <a:rPr lang="en-ID" sz="2000" spc="300" dirty="0" err="1"/>
              <a:t>menggunakan</a:t>
            </a:r>
            <a:r>
              <a:rPr lang="en-ID" sz="2000" spc="300" dirty="0"/>
              <a:t> default gallery </a:t>
            </a:r>
            <a:r>
              <a:rPr lang="en-ID" sz="2000" spc="300" dirty="0" err="1"/>
              <a:t>atau</a:t>
            </a:r>
            <a:r>
              <a:rPr lang="en-ID" sz="2000" spc="300" dirty="0"/>
              <a:t> </a:t>
            </a:r>
            <a:r>
              <a:rPr lang="en-ID" sz="2000" spc="300" dirty="0" err="1"/>
              <a:t>menggunakan</a:t>
            </a:r>
            <a:r>
              <a:rPr lang="en-ID" sz="2000" spc="300" dirty="0"/>
              <a:t> Google Photos. Jika </a:t>
            </a:r>
            <a:r>
              <a:rPr lang="en-ID" sz="2000" spc="300" dirty="0" err="1"/>
              <a:t>ada</a:t>
            </a:r>
            <a:r>
              <a:rPr lang="en-ID" sz="2000" spc="300" dirty="0"/>
              <a:t> </a:t>
            </a:r>
            <a:r>
              <a:rPr lang="en-ID" sz="2000" spc="300" dirty="0" err="1"/>
              <a:t>aplikasi</a:t>
            </a:r>
            <a:r>
              <a:rPr lang="en-ID" sz="2000" spc="300" dirty="0"/>
              <a:t> </a:t>
            </a:r>
            <a:r>
              <a:rPr lang="en-ID" sz="2000" spc="300" dirty="0" err="1"/>
              <a:t>lainnya</a:t>
            </a:r>
            <a:r>
              <a:rPr lang="en-ID" sz="2000" spc="300" dirty="0"/>
              <a:t> yang </a:t>
            </a:r>
            <a:r>
              <a:rPr lang="en-ID" sz="2000" spc="300" dirty="0" err="1"/>
              <a:t>bisa</a:t>
            </a:r>
            <a:r>
              <a:rPr lang="en-ID" sz="2000" spc="300" dirty="0"/>
              <a:t> </a:t>
            </a:r>
            <a:r>
              <a:rPr lang="en-ID" sz="2000" spc="300" dirty="0" err="1"/>
              <a:t>menangani</a:t>
            </a:r>
            <a:r>
              <a:rPr lang="en-ID" sz="2000" spc="300" dirty="0"/>
              <a:t> </a:t>
            </a:r>
            <a:r>
              <a:rPr lang="en-ID" sz="2000" spc="300" dirty="0" err="1"/>
              <a:t>aksi</a:t>
            </a:r>
            <a:r>
              <a:rPr lang="en-ID" sz="2000" spc="300" dirty="0"/>
              <a:t> </a:t>
            </a:r>
            <a:r>
              <a:rPr lang="en-ID" sz="2000" spc="300" dirty="0" err="1"/>
              <a:t>ini</a:t>
            </a:r>
            <a:r>
              <a:rPr lang="en-ID" sz="2000" spc="300" dirty="0"/>
              <a:t>, </a:t>
            </a:r>
            <a:r>
              <a:rPr lang="en-ID" sz="2000" spc="300" dirty="0" err="1"/>
              <a:t>maka</a:t>
            </a:r>
            <a:r>
              <a:rPr lang="en-ID" sz="2000" spc="300" dirty="0"/>
              <a:t> </a:t>
            </a:r>
            <a:r>
              <a:rPr lang="en-ID" sz="2000" spc="300" dirty="0" err="1"/>
              <a:t>aplikasi</a:t>
            </a:r>
            <a:r>
              <a:rPr lang="en-ID" sz="2000" spc="300" dirty="0"/>
              <a:t> </a:t>
            </a:r>
            <a:r>
              <a:rPr lang="en-ID" sz="2000" spc="300" dirty="0" err="1"/>
              <a:t>itu</a:t>
            </a:r>
            <a:r>
              <a:rPr lang="en-ID" sz="2000" spc="300" dirty="0"/>
              <a:t> pun </a:t>
            </a:r>
            <a:r>
              <a:rPr lang="en-ID" sz="2000" spc="300" dirty="0" err="1"/>
              <a:t>akan</a:t>
            </a:r>
            <a:r>
              <a:rPr lang="en-ID" sz="2000" spc="300" dirty="0"/>
              <a:t> </a:t>
            </a:r>
            <a:r>
              <a:rPr lang="en-ID" sz="2000" spc="300" dirty="0" err="1"/>
              <a:t>muncul</a:t>
            </a:r>
            <a:r>
              <a:rPr lang="en-ID" sz="2000" spc="300" dirty="0"/>
              <a:t>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E385197-EBB7-4FA3-B15D-78F8AC919F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5352" y="1298714"/>
            <a:ext cx="2758440" cy="4882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8143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058208" y="1532394"/>
            <a:ext cx="9914592" cy="506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D" sz="2000" spc="300" dirty="0" err="1"/>
              <a:t>Berikut</a:t>
            </a:r>
            <a:r>
              <a:rPr lang="en-ID" sz="2000" spc="300" dirty="0"/>
              <a:t> </a:t>
            </a:r>
            <a:r>
              <a:rPr lang="en-ID" sz="2000" spc="300" dirty="0" err="1"/>
              <a:t>adalah</a:t>
            </a:r>
            <a:r>
              <a:rPr lang="en-ID" sz="2000" spc="300" dirty="0"/>
              <a:t> </a:t>
            </a:r>
            <a:r>
              <a:rPr lang="en-ID" sz="2000" spc="300" dirty="0" err="1"/>
              <a:t>contoh</a:t>
            </a:r>
            <a:r>
              <a:rPr lang="en-ID" sz="2000" spc="300" dirty="0"/>
              <a:t> </a:t>
            </a:r>
            <a:r>
              <a:rPr lang="en-ID" sz="2000" spc="300" dirty="0" err="1"/>
              <a:t>kode</a:t>
            </a:r>
            <a:r>
              <a:rPr lang="en-ID" sz="2000" spc="300" dirty="0"/>
              <a:t> </a:t>
            </a:r>
            <a:r>
              <a:rPr lang="en-ID" sz="2000" spc="300" dirty="0" err="1"/>
              <a:t>dari</a:t>
            </a:r>
            <a:r>
              <a:rPr lang="en-ID" sz="2000" spc="300" dirty="0"/>
              <a:t> </a:t>
            </a:r>
            <a:r>
              <a:rPr lang="en-ID" sz="2000" spc="300" dirty="0" err="1"/>
              <a:t>gambaran</a:t>
            </a:r>
            <a:r>
              <a:rPr lang="en-ID" sz="2000" spc="300" dirty="0"/>
              <a:t> Implicit Intent di </a:t>
            </a:r>
            <a:r>
              <a:rPr lang="en-ID" sz="2000" spc="300" dirty="0" err="1"/>
              <a:t>atas</a:t>
            </a:r>
            <a:r>
              <a:rPr lang="en-ID" sz="2000" spc="300" dirty="0"/>
              <a:t>: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A14FF6-33AC-4547-ACCF-6274C653E1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8208" y="2089338"/>
            <a:ext cx="7831792" cy="4071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3443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D831133-7C2B-4E3D-A967-B3A0DB70140F}"/>
              </a:ext>
            </a:extLst>
          </p:cNvPr>
          <p:cNvSpPr txBox="1"/>
          <p:nvPr/>
        </p:nvSpPr>
        <p:spPr>
          <a:xfrm>
            <a:off x="4408681" y="2939967"/>
            <a:ext cx="33746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spc="300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TERIMAKASIH</a:t>
            </a:r>
            <a:endParaRPr lang="en-ID" sz="3200" b="1" spc="300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507375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383</Words>
  <Application>Microsoft Office PowerPoint</Application>
  <PresentationFormat>Widescreen</PresentationFormat>
  <Paragraphs>27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Nirmala UI</vt:lpstr>
      <vt:lpstr>Poppins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Ahmad Fauzan</dc:creator>
  <cp:lastModifiedBy>Ahmad Fauzan</cp:lastModifiedBy>
  <cp:revision>50</cp:revision>
  <dcterms:created xsi:type="dcterms:W3CDTF">2023-03-27T01:36:44Z</dcterms:created>
  <dcterms:modified xsi:type="dcterms:W3CDTF">2023-03-29T01:47:41Z</dcterms:modified>
</cp:coreProperties>
</file>