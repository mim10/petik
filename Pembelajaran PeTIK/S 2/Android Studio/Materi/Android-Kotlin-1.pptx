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27/03/2023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1309158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6B078-C6F6-483E-9BAF-2957C86B62B5}"/>
              </a:ext>
            </a:extLst>
          </p:cNvPr>
          <p:cNvSpPr txBox="1"/>
          <p:nvPr/>
        </p:nvSpPr>
        <p:spPr>
          <a:xfrm>
            <a:off x="3154328" y="2985539"/>
            <a:ext cx="58833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PENGAYAAN MATERI</a:t>
            </a:r>
            <a:endParaRPr lang="en-ID" sz="4000" b="1" spc="300" dirty="0">
              <a:latin typeface="Poppins Medium" panose="00000600000000000000" pitchFamily="2" charset="0"/>
              <a:ea typeface="Nirmala UI" panose="020B0502040204020203" pitchFamily="34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4040465" cy="3276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PENGENALAN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ACTIVITY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INTENT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VIEWGROUP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STYLE &amp; THEME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RECYCLERVIEW ANDROID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268143" y="2905780"/>
            <a:ext cx="56557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PENGENALAN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362445" y="3038719"/>
            <a:ext cx="7467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APA YANG KAMU KETAHUI TENTANG ANDROID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947E6BE-F919-44A0-8299-449E7B8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38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69291"/>
            <a:ext cx="9774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b="1" spc="300" dirty="0"/>
              <a:t>Android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operasi</a:t>
            </a:r>
            <a:r>
              <a:rPr lang="en-ID" sz="2000" spc="300" dirty="0"/>
              <a:t> yang </a:t>
            </a:r>
            <a:r>
              <a:rPr lang="en-ID" sz="2000" spc="300" dirty="0" err="1"/>
              <a:t>dikeluarkan</a:t>
            </a:r>
            <a:r>
              <a:rPr lang="en-ID" sz="2000" spc="300" dirty="0"/>
              <a:t> oleh Google. Android </a:t>
            </a:r>
            <a:r>
              <a:rPr lang="en-ID" sz="2000" spc="300" dirty="0" err="1"/>
              <a:t>dibuat</a:t>
            </a:r>
            <a:r>
              <a:rPr lang="en-ID" sz="2000" spc="300" dirty="0"/>
              <a:t> </a:t>
            </a:r>
            <a:r>
              <a:rPr lang="en-ID" sz="2000" spc="300" dirty="0" err="1"/>
              <a:t>khusus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smartphone dan tablet. </a:t>
            </a:r>
            <a:r>
              <a:rPr lang="en-ID" sz="2000" spc="300" dirty="0" err="1"/>
              <a:t>Berbagai</a:t>
            </a:r>
            <a:r>
              <a:rPr lang="en-ID" sz="2000" spc="300" dirty="0"/>
              <a:t> </a:t>
            </a:r>
            <a:r>
              <a:rPr lang="en-ID" sz="2000" spc="300" dirty="0" err="1"/>
              <a:t>macam</a:t>
            </a:r>
            <a:r>
              <a:rPr lang="en-ID" sz="2000" spc="300" dirty="0"/>
              <a:t> </a:t>
            </a:r>
            <a:r>
              <a:rPr lang="en-ID" sz="2000" spc="300" dirty="0" err="1"/>
              <a:t>produsen</a:t>
            </a:r>
            <a:r>
              <a:rPr lang="en-ID" sz="2000" spc="300" dirty="0"/>
              <a:t> </a:t>
            </a:r>
            <a:r>
              <a:rPr lang="en-ID" sz="2000" spc="300" dirty="0" err="1"/>
              <a:t>telah</a:t>
            </a:r>
            <a:r>
              <a:rPr lang="en-ID" sz="2000" spc="300" dirty="0"/>
              <a:t> </a:t>
            </a:r>
            <a:r>
              <a:rPr lang="en-ID" sz="2000" spc="300" dirty="0" err="1"/>
              <a:t>menggunakan</a:t>
            </a:r>
            <a:r>
              <a:rPr lang="en-ID" sz="2000" spc="300" dirty="0"/>
              <a:t> Android </a:t>
            </a:r>
            <a:r>
              <a:rPr lang="en-ID" sz="2000" spc="300" dirty="0" err="1"/>
              <a:t>sebagai</a:t>
            </a:r>
            <a:r>
              <a:rPr lang="en-ID" sz="2000" spc="300" dirty="0"/>
              <a:t>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operasi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peranti</a:t>
            </a:r>
            <a:r>
              <a:rPr lang="en-ID" sz="2000" spc="300" dirty="0"/>
              <a:t> (device) yang </a:t>
            </a:r>
            <a:r>
              <a:rPr lang="en-ID" sz="2000" spc="300" dirty="0" err="1"/>
              <a:t>mereka</a:t>
            </a:r>
            <a:r>
              <a:rPr lang="en-ID" sz="2000" spc="300" dirty="0"/>
              <a:t> </a:t>
            </a:r>
            <a:r>
              <a:rPr lang="en-ID" sz="2000" spc="300" dirty="0" err="1"/>
              <a:t>produksi</a:t>
            </a:r>
            <a:r>
              <a:rPr lang="en-ID" sz="2000" spc="300" dirty="0"/>
              <a:t>. Android juga </a:t>
            </a:r>
            <a:r>
              <a:rPr lang="en-ID" sz="2000" spc="300" dirty="0" err="1"/>
              <a:t>mempunyai</a:t>
            </a:r>
            <a:r>
              <a:rPr lang="en-ID" sz="2000" spc="300" dirty="0"/>
              <a:t> store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lebih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2.5 </a:t>
            </a:r>
            <a:r>
              <a:rPr lang="en-ID" sz="2000" spc="300" dirty="0" err="1"/>
              <a:t>miliar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aktif</a:t>
            </a:r>
            <a:r>
              <a:rPr lang="en-ID" sz="2000" spc="300" dirty="0"/>
              <a:t> per </a:t>
            </a:r>
            <a:r>
              <a:rPr lang="en-ID" sz="2000" spc="300" dirty="0" err="1"/>
              <a:t>bulannya</a:t>
            </a:r>
            <a:r>
              <a:rPr lang="en-ID" sz="2000" spc="300" dirty="0"/>
              <a:t>, per Mei 2019.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056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642442" y="2939967"/>
            <a:ext cx="49071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MENGAPA MEMILIH ANDROID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49C38C6-F2BB-458A-A06A-092ABC81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070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763491"/>
            <a:ext cx="9774012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b="1" spc="300" dirty="0"/>
              <a:t>Android </a:t>
            </a:r>
            <a:r>
              <a:rPr lang="en-ID" sz="2000" spc="300" dirty="0" err="1"/>
              <a:t>memanjakan</a:t>
            </a:r>
            <a:r>
              <a:rPr lang="en-ID" sz="2000" spc="300" dirty="0"/>
              <a:t> </a:t>
            </a:r>
            <a:r>
              <a:rPr lang="en-ID" sz="2000" spc="300" dirty="0" err="1"/>
              <a:t>penggunanya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fitur</a:t>
            </a:r>
            <a:r>
              <a:rPr lang="en-ID" sz="2000" spc="300" dirty="0"/>
              <a:t> yang sangat </a:t>
            </a:r>
            <a:r>
              <a:rPr lang="en-ID" sz="2000" spc="300" dirty="0" err="1"/>
              <a:t>canggih</a:t>
            </a:r>
            <a:r>
              <a:rPr lang="en-ID" sz="2000" spc="300" dirty="0"/>
              <a:t> dan </a:t>
            </a:r>
            <a:r>
              <a:rPr lang="en-ID" sz="2000" spc="300" dirty="0" err="1"/>
              <a:t>tampilan</a:t>
            </a:r>
            <a:r>
              <a:rPr lang="en-ID" sz="2000" spc="300" dirty="0"/>
              <a:t> yang </a:t>
            </a:r>
            <a:r>
              <a:rPr lang="en-ID" sz="2000" spc="300" dirty="0" err="1"/>
              <a:t>bagus</a:t>
            </a:r>
            <a:r>
              <a:rPr lang="en-ID" sz="2000" spc="300" dirty="0"/>
              <a:t>. </a:t>
            </a:r>
            <a:r>
              <a:rPr lang="en-ID" sz="2000" spc="300" dirty="0" err="1"/>
              <a:t>Sistem</a:t>
            </a:r>
            <a:r>
              <a:rPr lang="en-ID" sz="2000" spc="300" dirty="0"/>
              <a:t> Android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sebagai</a:t>
            </a:r>
            <a:r>
              <a:rPr lang="en-ID" sz="2000" spc="300" dirty="0"/>
              <a:t> </a:t>
            </a:r>
            <a:r>
              <a:rPr lang="en-ID" sz="2000" spc="300" dirty="0" err="1"/>
              <a:t>alat</a:t>
            </a:r>
            <a:r>
              <a:rPr lang="en-ID" sz="2000" spc="300" dirty="0"/>
              <a:t> multimedia </a:t>
            </a:r>
            <a:r>
              <a:rPr lang="en-ID" sz="2000" spc="300" dirty="0" err="1"/>
              <a:t>seperti</a:t>
            </a:r>
            <a:r>
              <a:rPr lang="en-ID" sz="2000" spc="300" dirty="0"/>
              <a:t> </a:t>
            </a:r>
            <a:r>
              <a:rPr lang="en-ID" sz="2000" spc="300" dirty="0" err="1"/>
              <a:t>pemutar</a:t>
            </a:r>
            <a:r>
              <a:rPr lang="en-ID" sz="2000" spc="300" dirty="0"/>
              <a:t> </a:t>
            </a:r>
            <a:r>
              <a:rPr lang="en-ID" sz="2000" spc="300" dirty="0" err="1"/>
              <a:t>musik</a:t>
            </a:r>
            <a:r>
              <a:rPr lang="en-ID" sz="2000" spc="300" dirty="0"/>
              <a:t> dan video. </a:t>
            </a:r>
            <a:r>
              <a:rPr lang="en-ID" sz="2000" spc="300" dirty="0" err="1"/>
              <a:t>Ia</a:t>
            </a:r>
            <a:r>
              <a:rPr lang="en-ID" sz="2000" spc="300" dirty="0"/>
              <a:t> juga </a:t>
            </a:r>
            <a:r>
              <a:rPr lang="en-ID" sz="2000" spc="300" dirty="0" err="1"/>
              <a:t>memiliki</a:t>
            </a:r>
            <a:r>
              <a:rPr lang="en-ID" sz="2000" spc="300" dirty="0"/>
              <a:t> </a:t>
            </a:r>
            <a:r>
              <a:rPr lang="en-ID" sz="2000" spc="300" dirty="0" err="1"/>
              <a:t>perangkat</a:t>
            </a:r>
            <a:r>
              <a:rPr lang="en-ID" sz="2000" spc="300" dirty="0"/>
              <a:t> </a:t>
            </a:r>
            <a:r>
              <a:rPr lang="en-ID" sz="2000" spc="300" dirty="0" err="1"/>
              <a:t>keras</a:t>
            </a:r>
            <a:r>
              <a:rPr lang="en-ID" sz="2000" spc="300" dirty="0"/>
              <a:t> </a:t>
            </a:r>
            <a:r>
              <a:rPr lang="en-ID" sz="2000" spc="300" dirty="0" err="1"/>
              <a:t>seperti</a:t>
            </a:r>
            <a:r>
              <a:rPr lang="en-ID" sz="2000" spc="300" dirty="0"/>
              <a:t> accelerometer, gyroscope dan sensor </a:t>
            </a:r>
            <a:r>
              <a:rPr lang="en-ID" sz="2000" spc="300" dirty="0" err="1"/>
              <a:t>lainnya</a:t>
            </a:r>
            <a:r>
              <a:rPr lang="en-ID" sz="2000" spc="300" dirty="0"/>
              <a:t>. Di </a:t>
            </a:r>
            <a:r>
              <a:rPr lang="en-ID" sz="2000" spc="300" dirty="0" err="1"/>
              <a:t>samping</a:t>
            </a:r>
            <a:r>
              <a:rPr lang="en-ID" sz="2000" spc="300" dirty="0"/>
              <a:t> </a:t>
            </a:r>
            <a:r>
              <a:rPr lang="en-ID" sz="2000" spc="300" dirty="0" err="1"/>
              <a:t>itu</a:t>
            </a:r>
            <a:r>
              <a:rPr lang="en-ID" sz="2000" spc="300" dirty="0"/>
              <a:t>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beberapa</a:t>
            </a:r>
            <a:r>
              <a:rPr lang="en-ID" sz="2000" spc="300" dirty="0"/>
              <a:t> </a:t>
            </a:r>
            <a:r>
              <a:rPr lang="en-ID" sz="2000" spc="300" dirty="0" err="1"/>
              <a:t>hal</a:t>
            </a:r>
            <a:r>
              <a:rPr lang="en-ID" sz="2000" spc="300" dirty="0"/>
              <a:t> yang </a:t>
            </a:r>
            <a:r>
              <a:rPr lang="en-ID" sz="2000" spc="300" dirty="0" err="1"/>
              <a:t>membuat</a:t>
            </a:r>
            <a:r>
              <a:rPr lang="en-ID" sz="2000" spc="300" dirty="0"/>
              <a:t> Android </a:t>
            </a:r>
            <a:r>
              <a:rPr lang="en-ID" sz="2000" spc="300" dirty="0" err="1"/>
              <a:t>menjadi</a:t>
            </a:r>
            <a:r>
              <a:rPr lang="en-ID" sz="2000" spc="300" dirty="0"/>
              <a:t>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operasi</a:t>
            </a:r>
            <a:r>
              <a:rPr lang="en-ID" sz="2000" spc="300" dirty="0"/>
              <a:t> yang </a:t>
            </a:r>
            <a:r>
              <a:rPr lang="en-ID" sz="2000" spc="300" dirty="0" err="1"/>
              <a:t>memang</a:t>
            </a:r>
            <a:r>
              <a:rPr lang="en-ID" sz="2000" spc="300" dirty="0"/>
              <a:t> </a:t>
            </a:r>
            <a:r>
              <a:rPr lang="en-ID" sz="2000" spc="300" dirty="0" err="1"/>
              <a:t>layak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oleh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dikembangkan</a:t>
            </a:r>
            <a:r>
              <a:rPr lang="en-ID" sz="2000" spc="300" dirty="0"/>
              <a:t> para developer, </a:t>
            </a:r>
            <a:r>
              <a:rPr lang="en-ID" sz="2000" spc="300" dirty="0" err="1"/>
              <a:t>seperti</a:t>
            </a:r>
            <a:r>
              <a:rPr lang="en-ID" sz="2000" spc="300" dirty="0"/>
              <a:t> yang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diuraikan</a:t>
            </a:r>
            <a:r>
              <a:rPr lang="en-ID" sz="2000" spc="300" dirty="0"/>
              <a:t> </a:t>
            </a:r>
            <a:r>
              <a:rPr lang="en-ID" sz="2000" spc="300" dirty="0" err="1"/>
              <a:t>berikut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3139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Android </a:t>
            </a:r>
            <a:r>
              <a:rPr lang="en-ID" sz="2000" spc="300" dirty="0" err="1"/>
              <a:t>menjadi</a:t>
            </a:r>
            <a:r>
              <a:rPr lang="en-ID" sz="2000" spc="300" dirty="0"/>
              <a:t> operation system (OS) </a:t>
            </a:r>
            <a:r>
              <a:rPr lang="en-ID" sz="2000" spc="300" dirty="0" err="1"/>
              <a:t>terlaris</a:t>
            </a:r>
            <a:r>
              <a:rPr lang="en-ID" sz="2000" spc="300" dirty="0"/>
              <a:t> pada tablet dan smartphone. </a:t>
            </a:r>
            <a:r>
              <a:rPr lang="en-ID" sz="2000" spc="300" dirty="0" err="1"/>
              <a:t>Kini</a:t>
            </a:r>
            <a:r>
              <a:rPr lang="en-ID" sz="2000" spc="300" dirty="0"/>
              <a:t> market share Android </a:t>
            </a:r>
            <a:r>
              <a:rPr lang="en-ID" sz="2000" spc="300" dirty="0" err="1"/>
              <a:t>sedikitnya</a:t>
            </a:r>
            <a:r>
              <a:rPr lang="en-ID" sz="2000" spc="300" dirty="0"/>
              <a:t> 70% </a:t>
            </a:r>
            <a:r>
              <a:rPr lang="en-ID" sz="2000" spc="300" dirty="0" err="1"/>
              <a:t>dari</a:t>
            </a:r>
            <a:r>
              <a:rPr lang="en-ID" sz="2000" spc="300" dirty="0"/>
              <a:t> total </a:t>
            </a:r>
            <a:r>
              <a:rPr lang="en-ID" sz="2000" spc="300" dirty="0" err="1"/>
              <a:t>penjualan</a:t>
            </a:r>
            <a:r>
              <a:rPr lang="en-ID" sz="2000" spc="300" dirty="0"/>
              <a:t> smartphone di </a:t>
            </a:r>
            <a:r>
              <a:rPr lang="en-ID" sz="2000" spc="300" dirty="0" err="1"/>
              <a:t>tingkat</a:t>
            </a:r>
            <a:r>
              <a:rPr lang="en-ID" sz="2000" spc="300" dirty="0"/>
              <a:t> global (statista.com). Pada </a:t>
            </a:r>
            <a:r>
              <a:rPr lang="en-ID" sz="2000" spc="300" dirty="0" err="1"/>
              <a:t>tahun</a:t>
            </a:r>
            <a:r>
              <a:rPr lang="en-ID" sz="2000" spc="300" dirty="0"/>
              <a:t> 2016 Android store </a:t>
            </a:r>
            <a:r>
              <a:rPr lang="en-ID" sz="2000" spc="300" dirty="0" err="1"/>
              <a:t>memiliki</a:t>
            </a:r>
            <a:r>
              <a:rPr lang="en-ID" sz="2000" spc="300" dirty="0"/>
              <a:t> </a:t>
            </a:r>
            <a:r>
              <a:rPr lang="en-ID" sz="2000" spc="300" dirty="0" err="1"/>
              <a:t>lebih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2.8 </a:t>
            </a:r>
            <a:r>
              <a:rPr lang="en-ID" sz="2000" spc="300" dirty="0" err="1"/>
              <a:t>juta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. Source code </a:t>
            </a:r>
            <a:r>
              <a:rPr lang="en-ID" sz="2000" spc="300" dirty="0" err="1"/>
              <a:t>dari</a:t>
            </a:r>
            <a:r>
              <a:rPr lang="en-ID" sz="2000" spc="300" dirty="0"/>
              <a:t> Android </a:t>
            </a:r>
            <a:r>
              <a:rPr lang="en-ID" sz="2000" spc="300" dirty="0" err="1"/>
              <a:t>bersifat</a:t>
            </a:r>
            <a:r>
              <a:rPr lang="en-ID" sz="2000" spc="300" dirty="0"/>
              <a:t> open source.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hal</a:t>
            </a:r>
            <a:r>
              <a:rPr lang="en-ID" sz="2000" spc="300" dirty="0"/>
              <a:t> </a:t>
            </a:r>
            <a:r>
              <a:rPr lang="en-ID" sz="2000" spc="300" dirty="0" err="1"/>
              <a:t>menarik</a:t>
            </a:r>
            <a:r>
              <a:rPr lang="en-ID" sz="2000" spc="300" dirty="0"/>
              <a:t> </a:t>
            </a:r>
            <a:r>
              <a:rPr lang="en-ID" sz="2000" spc="300" dirty="0" err="1"/>
              <a:t>bagi</a:t>
            </a:r>
            <a:r>
              <a:rPr lang="en-ID" sz="2000" spc="300" dirty="0"/>
              <a:t> </a:t>
            </a:r>
            <a:r>
              <a:rPr lang="en-ID" sz="2000" spc="300" dirty="0" err="1"/>
              <a:t>komunitas</a:t>
            </a:r>
            <a:r>
              <a:rPr lang="en-ID" sz="2000" spc="300" dirty="0"/>
              <a:t> developer, </a:t>
            </a:r>
            <a:r>
              <a:rPr lang="en-ID" sz="2000" spc="300" dirty="0" err="1"/>
              <a:t>karena</a:t>
            </a:r>
            <a:r>
              <a:rPr lang="en-ID" sz="2000" spc="300" dirty="0"/>
              <a:t> </a:t>
            </a:r>
            <a:r>
              <a:rPr lang="en-ID" sz="2000" spc="300" dirty="0" err="1"/>
              <a:t>lisensi</a:t>
            </a:r>
            <a:r>
              <a:rPr lang="en-ID" sz="2000" spc="300" dirty="0"/>
              <a:t> open source sangat </a:t>
            </a:r>
            <a:r>
              <a:rPr lang="en-ID" sz="2000" spc="300" dirty="0" err="1"/>
              <a:t>mendukung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mengembangkan</a:t>
            </a:r>
            <a:r>
              <a:rPr lang="en-ID" sz="2000" spc="300" dirty="0"/>
              <a:t> </a:t>
            </a:r>
            <a:r>
              <a:rPr lang="en-ID" sz="2000" spc="300" dirty="0" err="1"/>
              <a:t>produknya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aman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5277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SISTEM OPERASI PALING POPULER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6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Aplikasi</a:t>
            </a:r>
            <a:r>
              <a:rPr lang="en-ID" sz="2000" spc="300" dirty="0"/>
              <a:t> Android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didistribusikan</a:t>
            </a:r>
            <a:r>
              <a:rPr lang="en-ID" sz="2000" spc="300" dirty="0"/>
              <a:t> </a:t>
            </a:r>
            <a:r>
              <a:rPr lang="en-ID" sz="2000" spc="300" dirty="0" err="1"/>
              <a:t>menggunakan</a:t>
            </a:r>
            <a:r>
              <a:rPr lang="en-ID" sz="2000" spc="300" dirty="0"/>
              <a:t> web, copy APK, dan store. Android store , </a:t>
            </a:r>
            <a:r>
              <a:rPr lang="en-ID" sz="2000" spc="300" dirty="0" err="1"/>
              <a:t>yaitu</a:t>
            </a:r>
            <a:r>
              <a:rPr lang="en-ID" sz="2000" spc="300" dirty="0"/>
              <a:t> Google Play, </a:t>
            </a:r>
            <a:r>
              <a:rPr lang="en-ID" sz="2000" spc="300" dirty="0" err="1"/>
              <a:t>merupakan</a:t>
            </a:r>
            <a:r>
              <a:rPr lang="en-ID" sz="2000" spc="300" dirty="0"/>
              <a:t> </a:t>
            </a:r>
            <a:r>
              <a:rPr lang="en-ID" sz="2000" spc="300" dirty="0" err="1"/>
              <a:t>cara</a:t>
            </a:r>
            <a:r>
              <a:rPr lang="en-ID" sz="2000" spc="300" dirty="0"/>
              <a:t> </a:t>
            </a:r>
            <a:r>
              <a:rPr lang="en-ID" sz="2000" spc="300" dirty="0" err="1"/>
              <a:t>termudah</a:t>
            </a:r>
            <a:r>
              <a:rPr lang="en-ID" sz="2000" spc="300" dirty="0"/>
              <a:t> </a:t>
            </a:r>
            <a:r>
              <a:rPr lang="en-ID" sz="2000" spc="300" dirty="0" err="1"/>
              <a:t>bagi</a:t>
            </a:r>
            <a:r>
              <a:rPr lang="en-ID" sz="2000" spc="300" dirty="0"/>
              <a:t> para developer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mendistribusikan</a:t>
            </a:r>
            <a:r>
              <a:rPr lang="en-ID" sz="2000" spc="300" dirty="0"/>
              <a:t> </a:t>
            </a:r>
            <a:r>
              <a:rPr lang="en-ID" sz="2000" spc="300" dirty="0" err="1"/>
              <a:t>aplikasinya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pasar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miliaran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1816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STORE APP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44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CECDC56-CEC9-4DA5-BEF9-E4F655BD0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934210"/>
            <a:ext cx="7162800" cy="242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754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/>
              <a:t>Google play </a:t>
            </a:r>
            <a:r>
              <a:rPr lang="en-ID" sz="2000" spc="300" dirty="0" err="1"/>
              <a:t>merupakan</a:t>
            </a:r>
            <a:r>
              <a:rPr lang="en-ID" sz="2000" spc="300" dirty="0"/>
              <a:t> store </a:t>
            </a:r>
            <a:r>
              <a:rPr lang="en-ID" sz="2000" spc="300" dirty="0" err="1"/>
              <a:t>resmi</a:t>
            </a:r>
            <a:r>
              <a:rPr lang="en-ID" sz="2000" spc="300" dirty="0"/>
              <a:t> Android yang </a:t>
            </a:r>
            <a:r>
              <a:rPr lang="en-ID" sz="2000" spc="300" dirty="0" err="1"/>
              <a:t>dikelola</a:t>
            </a:r>
            <a:r>
              <a:rPr lang="en-ID" sz="2000" spc="300" dirty="0"/>
              <a:t> oleh Google.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mencari</a:t>
            </a:r>
            <a:r>
              <a:rPr lang="en-ID" sz="2000" spc="300" dirty="0"/>
              <a:t> dan </a:t>
            </a:r>
            <a:r>
              <a:rPr lang="en-ID" sz="2000" spc="300" dirty="0" err="1"/>
              <a:t>mengunduh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yang </a:t>
            </a:r>
            <a:r>
              <a:rPr lang="en-ID" sz="2000" spc="300" dirty="0" err="1"/>
              <a:t>dikembangkan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menggunakan</a:t>
            </a:r>
            <a:r>
              <a:rPr lang="en-ID" sz="2000" spc="300" dirty="0"/>
              <a:t> Android Software Development Kit. Google Play </a:t>
            </a:r>
            <a:r>
              <a:rPr lang="en-ID" sz="2000" spc="300" dirty="0" err="1"/>
              <a:t>tak</a:t>
            </a:r>
            <a:r>
              <a:rPr lang="en-ID" sz="2000" spc="300" dirty="0"/>
              <a:t> </a:t>
            </a:r>
            <a:r>
              <a:rPr lang="en-ID" sz="2000" spc="300" dirty="0" err="1"/>
              <a:t>hanya</a:t>
            </a:r>
            <a:r>
              <a:rPr lang="en-ID" sz="2000" spc="300" dirty="0"/>
              <a:t> </a:t>
            </a:r>
            <a:r>
              <a:rPr lang="en-ID" sz="2000" spc="300" dirty="0" err="1"/>
              <a:t>menawarkan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. Ada </a:t>
            </a:r>
            <a:r>
              <a:rPr lang="en-ID" sz="2000" spc="300" dirty="0" err="1"/>
              <a:t>beragam</a:t>
            </a:r>
            <a:r>
              <a:rPr lang="en-ID" sz="2000" spc="300" dirty="0"/>
              <a:t> </a:t>
            </a:r>
            <a:r>
              <a:rPr lang="en-ID" sz="2000" spc="300" dirty="0" err="1"/>
              <a:t>konten</a:t>
            </a:r>
            <a:r>
              <a:rPr lang="en-ID" sz="2000" spc="300" dirty="0"/>
              <a:t> </a:t>
            </a:r>
            <a:r>
              <a:rPr lang="en-ID" sz="2000" spc="300" dirty="0" err="1"/>
              <a:t>lainnya</a:t>
            </a:r>
            <a:r>
              <a:rPr lang="en-ID" sz="2000" spc="300" dirty="0"/>
              <a:t> yang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dinikmati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, </a:t>
            </a:r>
            <a:r>
              <a:rPr lang="en-ID" sz="2000" spc="300" dirty="0" err="1"/>
              <a:t>misalnya</a:t>
            </a:r>
            <a:r>
              <a:rPr lang="en-ID" sz="2000" spc="300" dirty="0"/>
              <a:t> media digital, </a:t>
            </a:r>
            <a:r>
              <a:rPr lang="en-ID" sz="2000" spc="300" dirty="0" err="1"/>
              <a:t>musik</a:t>
            </a:r>
            <a:r>
              <a:rPr lang="en-ID" sz="2000" spc="300" dirty="0"/>
              <a:t>, </a:t>
            </a:r>
            <a:r>
              <a:rPr lang="en-ID" sz="2000" spc="300" dirty="0" err="1"/>
              <a:t>buku</a:t>
            </a:r>
            <a:r>
              <a:rPr lang="en-ID" sz="2000" spc="300" dirty="0"/>
              <a:t>, </a:t>
            </a:r>
            <a:r>
              <a:rPr lang="en-ID" sz="2000" spc="300" dirty="0" err="1"/>
              <a:t>majalah</a:t>
            </a:r>
            <a:r>
              <a:rPr lang="en-ID" sz="2000" spc="300" dirty="0"/>
              <a:t>, film dan program </a:t>
            </a:r>
            <a:r>
              <a:rPr lang="en-ID" sz="2000" spc="300" dirty="0" err="1"/>
              <a:t>televisi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7817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692467" y="2801467"/>
            <a:ext cx="6807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APA MANFAAT GOOGLE PLAY UNTUK DEVELOPER ANDROID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AutoShape 2" descr="Android | Google Blog">
            <a:extLst>
              <a:ext uri="{FF2B5EF4-FFF2-40B4-BE49-F238E27FC236}">
                <a16:creationId xmlns:a16="http://schemas.microsoft.com/office/drawing/2014/main" id="{01B223AD-EFFF-440D-B7B2-0C75E9D5B7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EFF4D17D-E116-48E8-80F3-BD0E759C3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4989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933099"/>
            <a:ext cx="9774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/>
              <a:t>Strategi </a:t>
            </a:r>
            <a:r>
              <a:rPr lang="en-ID" sz="2000" spc="300" dirty="0" err="1"/>
              <a:t>monetisasi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yang </a:t>
            </a:r>
            <a:r>
              <a:rPr lang="en-ID" sz="2000" spc="300" dirty="0" err="1"/>
              <a:t>ditawarkan</a:t>
            </a:r>
            <a:r>
              <a:rPr lang="en-ID" sz="2000" spc="300" dirty="0"/>
              <a:t> Google Play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bermacam-macam</a:t>
            </a:r>
            <a:r>
              <a:rPr lang="en-ID" sz="2000" spc="300" dirty="0"/>
              <a:t>. </a:t>
            </a:r>
            <a:r>
              <a:rPr lang="en-ID" sz="2000" spc="300" dirty="0" err="1"/>
              <a:t>Dimulai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app </a:t>
            </a:r>
            <a:r>
              <a:rPr lang="en-ID" sz="2000" spc="300" dirty="0" err="1"/>
              <a:t>berbayar</a:t>
            </a:r>
            <a:r>
              <a:rPr lang="en-ID" sz="2000" spc="300" dirty="0"/>
              <a:t> (paid distribution), </a:t>
            </a:r>
            <a:r>
              <a:rPr lang="en-ID" sz="2000" spc="300" dirty="0" err="1"/>
              <a:t>pembelian</a:t>
            </a:r>
            <a:r>
              <a:rPr lang="en-ID" sz="2000" spc="300" dirty="0"/>
              <a:t> </a:t>
            </a:r>
            <a:r>
              <a:rPr lang="en-ID" sz="2000" spc="300" dirty="0" err="1"/>
              <a:t>dalam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(in-app purchase), </a:t>
            </a:r>
            <a:r>
              <a:rPr lang="en-ID" sz="2000" spc="300" dirty="0" err="1"/>
              <a:t>langganan</a:t>
            </a:r>
            <a:r>
              <a:rPr lang="en-ID" sz="2000" spc="300" dirty="0"/>
              <a:t> (subscriptions), dan </a:t>
            </a:r>
            <a:r>
              <a:rPr lang="en-ID" sz="2000" spc="300" dirty="0" err="1"/>
              <a:t>iklan</a:t>
            </a:r>
            <a:r>
              <a:rPr lang="en-ID" sz="2000" spc="300" dirty="0"/>
              <a:t> (ads). </a:t>
            </a:r>
            <a:r>
              <a:rPr lang="en-ID" sz="2000" spc="300" dirty="0" err="1"/>
              <a:t>Tentunya</a:t>
            </a:r>
            <a:r>
              <a:rPr lang="en-ID" sz="2000" spc="300" dirty="0"/>
              <a:t> developer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mengikuti</a:t>
            </a:r>
            <a:r>
              <a:rPr lang="en-ID" sz="2000" spc="300" dirty="0"/>
              <a:t> </a:t>
            </a:r>
            <a:r>
              <a:rPr lang="en-ID" sz="2000" spc="300" dirty="0" err="1"/>
              <a:t>aturan</a:t>
            </a:r>
            <a:r>
              <a:rPr lang="en-ID" sz="2000" spc="300" dirty="0"/>
              <a:t> yang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memastikan</a:t>
            </a:r>
            <a:r>
              <a:rPr lang="en-ID" sz="2000" spc="300" dirty="0"/>
              <a:t> </a:t>
            </a:r>
            <a:r>
              <a:rPr lang="en-ID" sz="2000" spc="300" dirty="0" err="1"/>
              <a:t>bahwa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mendapatkan</a:t>
            </a:r>
            <a:r>
              <a:rPr lang="en-ID" sz="2000" spc="300" dirty="0"/>
              <a:t> </a:t>
            </a:r>
            <a:r>
              <a:rPr lang="en-ID" sz="2000" spc="300" dirty="0" err="1"/>
              <a:t>pengalaman</a:t>
            </a:r>
            <a:r>
              <a:rPr lang="en-ID" sz="2000" spc="300" dirty="0"/>
              <a:t> (user experience) </a:t>
            </a:r>
            <a:r>
              <a:rPr lang="en-ID" sz="2000" spc="300" dirty="0" err="1"/>
              <a:t>terbaik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903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Android Software Development Kit (SDK) </a:t>
            </a:r>
            <a:r>
              <a:rPr lang="en-ID" sz="2000" spc="300" dirty="0" err="1"/>
              <a:t>merupakan</a:t>
            </a:r>
            <a:r>
              <a:rPr lang="en-ID" sz="2000" spc="300" dirty="0"/>
              <a:t> kit yang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oleh para developer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mengembangkan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berbasis</a:t>
            </a:r>
            <a:r>
              <a:rPr lang="en-ID" sz="2000" spc="300" dirty="0"/>
              <a:t> Android. Di </a:t>
            </a:r>
            <a:r>
              <a:rPr lang="en-ID" sz="2000" spc="300" dirty="0" err="1"/>
              <a:t>dalamnya</a:t>
            </a:r>
            <a:r>
              <a:rPr lang="en-ID" sz="2000" spc="300" dirty="0"/>
              <a:t>, </a:t>
            </a:r>
            <a:r>
              <a:rPr lang="en-ID" sz="2000" spc="300" dirty="0" err="1"/>
              <a:t>terdapat</a:t>
            </a:r>
            <a:r>
              <a:rPr lang="en-ID" sz="2000" spc="300" dirty="0"/>
              <a:t> </a:t>
            </a:r>
            <a:r>
              <a:rPr lang="en-ID" sz="2000" spc="300" dirty="0" err="1"/>
              <a:t>beberapa</a:t>
            </a:r>
            <a:r>
              <a:rPr lang="en-ID" sz="2000" spc="300" dirty="0"/>
              <a:t> tools </a:t>
            </a:r>
            <a:r>
              <a:rPr lang="en-ID" sz="2000" spc="300" dirty="0" err="1"/>
              <a:t>seperti</a:t>
            </a:r>
            <a:r>
              <a:rPr lang="en-ID" sz="2000" spc="300" dirty="0"/>
              <a:t> debugger, software libraries, emulator, </a:t>
            </a:r>
            <a:r>
              <a:rPr lang="en-ID" sz="2000" spc="300" dirty="0" err="1"/>
              <a:t>dokumentasi</a:t>
            </a:r>
            <a:r>
              <a:rPr lang="en-ID" sz="2000" spc="300" dirty="0"/>
              <a:t>, sample code dan tutorial.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972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DEVELOPMENT KIT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476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933099"/>
            <a:ext cx="9774012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/>
              <a:t>Bahasa </a:t>
            </a:r>
            <a:r>
              <a:rPr lang="en-ID" sz="2000" spc="300" dirty="0" err="1"/>
              <a:t>pemrograman</a:t>
            </a:r>
            <a:r>
              <a:rPr lang="en-ID" sz="2000" spc="300" dirty="0"/>
              <a:t> yang </a:t>
            </a:r>
            <a:r>
              <a:rPr lang="en-ID" sz="2000" spc="300" dirty="0" err="1"/>
              <a:t>sering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mengembangkan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Android </a:t>
            </a:r>
            <a:r>
              <a:rPr lang="en-ID" sz="2000" spc="300" dirty="0" err="1"/>
              <a:t>adalah</a:t>
            </a:r>
            <a:r>
              <a:rPr lang="en-ID" sz="2000" spc="300" dirty="0"/>
              <a:t> Java. </a:t>
            </a:r>
            <a:r>
              <a:rPr lang="en-ID" sz="2000" spc="300" dirty="0" err="1"/>
              <a:t>Namun</a:t>
            </a:r>
            <a:r>
              <a:rPr lang="en-ID" sz="2000" spc="300" dirty="0"/>
              <a:t>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beberapa</a:t>
            </a:r>
            <a:r>
              <a:rPr lang="en-ID" sz="2000" spc="300" dirty="0"/>
              <a:t> </a:t>
            </a:r>
            <a:r>
              <a:rPr lang="en-ID" sz="2000" spc="300" dirty="0" err="1"/>
              <a:t>bahasa</a:t>
            </a:r>
            <a:r>
              <a:rPr lang="en-ID" sz="2000" spc="300" dirty="0"/>
              <a:t> </a:t>
            </a:r>
            <a:r>
              <a:rPr lang="en-ID" sz="2000" spc="300" dirty="0" err="1"/>
              <a:t>lainnya</a:t>
            </a:r>
            <a:r>
              <a:rPr lang="en-ID" sz="2000" spc="300" dirty="0"/>
              <a:t> yang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, </a:t>
            </a:r>
            <a:r>
              <a:rPr lang="en-ID" sz="2000" spc="300" dirty="0" err="1"/>
              <a:t>seperti</a:t>
            </a:r>
            <a:r>
              <a:rPr lang="en-ID" sz="2000" spc="300" dirty="0"/>
              <a:t> C++ dan Go. Pada IO 2017 Google juga </a:t>
            </a:r>
            <a:r>
              <a:rPr lang="en-ID" sz="2000" spc="300" dirty="0" err="1"/>
              <a:t>menetapkan</a:t>
            </a:r>
            <a:r>
              <a:rPr lang="en-ID" sz="2000" spc="300" dirty="0"/>
              <a:t> Kotlin </a:t>
            </a:r>
            <a:r>
              <a:rPr lang="en-ID" sz="2000" spc="300" dirty="0" err="1"/>
              <a:t>sebagai</a:t>
            </a:r>
            <a:r>
              <a:rPr lang="en-ID" sz="2000" spc="300" dirty="0"/>
              <a:t> </a:t>
            </a:r>
            <a:r>
              <a:rPr lang="en-ID" sz="2000" spc="300" dirty="0" err="1"/>
              <a:t>tambahan</a:t>
            </a:r>
            <a:r>
              <a:rPr lang="en-ID" sz="2000" spc="300" dirty="0"/>
              <a:t> </a:t>
            </a:r>
            <a:r>
              <a:rPr lang="en-ID" sz="2000" spc="300" dirty="0" err="1"/>
              <a:t>bahasa</a:t>
            </a:r>
            <a:r>
              <a:rPr lang="en-ID" sz="2000" spc="300" dirty="0"/>
              <a:t> </a:t>
            </a:r>
            <a:r>
              <a:rPr lang="en-ID" sz="2000" spc="300" dirty="0" err="1"/>
              <a:t>resmi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1264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2BC93-E647-495B-941F-0AF62D186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20" y="1108018"/>
            <a:ext cx="7279640" cy="5034692"/>
          </a:xfrm>
          <a:prstGeom prst="rect">
            <a:avLst/>
          </a:prstGeom>
        </p:spPr>
      </p:pic>
      <p:pic>
        <p:nvPicPr>
          <p:cNvPr id="11266" name="Picture 2" descr="Android PNG Gambar | PNG Arts">
            <a:extLst>
              <a:ext uri="{FF2B5EF4-FFF2-40B4-BE49-F238E27FC236}">
                <a16:creationId xmlns:a16="http://schemas.microsoft.com/office/drawing/2014/main" id="{70731508-0529-4AE4-AC28-5D6E5860E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164" y="1406582"/>
            <a:ext cx="4059498" cy="405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265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471</Words>
  <Application>Microsoft Office PowerPoint</Application>
  <PresentationFormat>Widescreen</PresentationFormat>
  <Paragraphs>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Nirmala UI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16</cp:revision>
  <dcterms:created xsi:type="dcterms:W3CDTF">2023-03-27T01:36:44Z</dcterms:created>
  <dcterms:modified xsi:type="dcterms:W3CDTF">2023-03-27T02:12:42Z</dcterms:modified>
</cp:coreProperties>
</file>