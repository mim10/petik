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3" r:id="rId7"/>
    <p:sldId id="274" r:id="rId8"/>
    <p:sldId id="261" r:id="rId9"/>
    <p:sldId id="262" r:id="rId10"/>
    <p:sldId id="275" r:id="rId11"/>
    <p:sldId id="263" r:id="rId12"/>
    <p:sldId id="264" r:id="rId13"/>
    <p:sldId id="277" r:id="rId14"/>
    <p:sldId id="276" r:id="rId15"/>
    <p:sldId id="278" r:id="rId16"/>
    <p:sldId id="280" r:id="rId17"/>
    <p:sldId id="279" r:id="rId18"/>
    <p:sldId id="281" r:id="rId19"/>
    <p:sldId id="27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E325-5EAA-480A-81BA-0EA5676E4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9C70E-5875-4AF5-BBFC-72EC75A001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D4AE2-9902-4972-A6A2-AA315F152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28/03/2023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1ED90-5084-4B19-A00E-9E78ADDD3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60BF9-A85D-4B50-A393-7137582CD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60163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3AC33-5C12-4F62-96C5-6AE03B92A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0D4F7-A771-43CC-88EA-7F3DDDBA2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034EE-A72E-431E-A8FF-9DDD4F2E2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28/03/2023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960C8-0281-4AF3-B9CB-3919E4BF5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0772F-88F1-4B8B-BD1C-37FEC7622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18537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BA791-78C5-4BCE-BC6D-CA58ECAA3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3CA01-4F78-4D2E-9A35-91155C621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CA56B-51E6-4F5C-AA9A-7047999E5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28/03/2023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EBDDC-4521-4C93-A6BB-A6CB1C4CF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E79AE-2958-45BA-A68C-FAD56CF05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6755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4D696-42E5-4DF9-BC88-FF19A28A6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48B10-2AAB-4B84-8E4C-91AE82627A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FE5086-44CC-4793-89A0-813112ADA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585686-4B6E-48CF-A7B5-3503F9926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28/03/2023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1F9AC-BBC6-4E4F-917A-E9A16A2F6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CC0E98-021B-4296-B14C-89A5F7B4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1953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682BA-90AD-48F8-A91B-76F1BD24F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E4D24-A6CF-4B80-98AF-67EABDA1C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F6DF0-5FC4-4021-B09A-43466AEE1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F5E381-74F1-488F-B79C-E44F065E3D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072AB5-61DD-4ED8-895F-AFD544B64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5227A3-D7C8-43B8-9478-681620DC2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28/03/2023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517B8A-D93A-47D2-BE52-F41E2C203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54B13D-AA6C-4D63-96EB-335DDA39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4862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6D32E-E775-403B-9893-BD79BC2B2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FC1B4A-A845-40F0-B43A-7A8F23BD2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28/03/2023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0DC5EC-E611-4DF1-9457-2C6D77F1C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7BAD39-91C0-4570-B48E-2E17CB72B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8410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1C170F-D242-47F1-8C0F-663FAA90C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28/03/2023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284264-F580-4C25-A98D-431D0F469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61F6B-E3DB-4FD5-B117-A225BEBE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8958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115BB-41FE-467D-81BD-30B3128D3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77B1B-3D3F-40CD-BFB8-3C0942D26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76F15-C204-4B0B-83E8-C74663752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2CA90-C733-4338-97F7-F43ED9706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28/03/2023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E43E1-62CA-48E2-AA98-1013AA075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D8A4F-AC5A-4D60-8C5D-A86A06F7B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34225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88D84-3A14-4332-B1A4-CAF8F43DC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8A2814-ABE7-4738-BC36-38770D393A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9EAD0-B254-4D24-8110-45C2F0DD9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DE529-AE79-4751-9243-28776DB0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28/03/2023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902C8-9A3F-4AAC-9EA2-401245B58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CF4E-EE22-4CAD-A6D6-7C22F6060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3040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AA2A6-9479-41C9-8A29-5F708D373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350101-69A2-4487-905A-CDA9B495D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63450-55C0-4413-9BB9-2383C0790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28/03/2023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9A9B0-D92C-4AD1-9B3E-7B9D87101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55BE9-48D2-48E8-A567-B502CE23F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0759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C9C839-1748-4A5E-AE29-B48BEF3BBF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54C2F0-CB92-486D-AAD8-0257AB024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45BEB-067A-4449-A620-D5217A410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28/03/2023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566CE-C044-4F77-BFA6-76C2E5596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4232B-A1F3-4083-9151-2F445CF0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3690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BDAA49-688C-430B-AF4C-F7B3AF39C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0F00A-5D40-4557-B057-CFAC28021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7AE7C-725B-4014-8870-F942C9B93A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4B5220-94FA-4DD9-9ED6-C13B07E3BBB2}" type="datetimeFigureOut">
              <a:rPr lang="en-ID" smtClean="0"/>
              <a:t>28/03/2023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CDAE6-6E5E-42B7-B666-DF9F59F767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543CF-4277-413C-A586-5E1669F62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3045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199" y="1309158"/>
            <a:ext cx="5181601" cy="2722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AAC676-CB9B-4751-B85B-324CE1705B81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C6B078-C6F6-483E-9BAF-2957C86B62B5}"/>
              </a:ext>
            </a:extLst>
          </p:cNvPr>
          <p:cNvSpPr txBox="1"/>
          <p:nvPr/>
        </p:nvSpPr>
        <p:spPr>
          <a:xfrm>
            <a:off x="3154328" y="2985539"/>
            <a:ext cx="58833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PENGAYAAN MATERI</a:t>
            </a:r>
            <a:endParaRPr lang="en-ID" sz="4000" b="1" spc="300" dirty="0">
              <a:latin typeface="Poppins Medium" panose="00000600000000000000" pitchFamily="2" charset="0"/>
              <a:ea typeface="Nirmala UI" panose="020B0502040204020203" pitchFamily="34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3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1010920" y="1434673"/>
            <a:ext cx="5804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LINIMASA ANDROID DEVELOPER</a:t>
            </a:r>
            <a:endParaRPr lang="en-ID" sz="28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44415" y="1936978"/>
            <a:ext cx="4040465" cy="32762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spc="300" dirty="0"/>
              <a:t>PENGENALAN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ACTIVITY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INTENT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VIEW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VIEWGROUP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STYLE &amp; THEME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RECYCLERVIEW ANDROID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50" name="Picture 2" descr="Google Developers Indonesia Blog: Android Studio 4.2">
            <a:extLst>
              <a:ext uri="{FF2B5EF4-FFF2-40B4-BE49-F238E27FC236}">
                <a16:creationId xmlns:a16="http://schemas.microsoft.com/office/drawing/2014/main" id="{0599EFBF-C5F1-475E-BD55-F6A2C3873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1080" y="1577231"/>
            <a:ext cx="3418840" cy="341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0240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3771489" y="2905780"/>
            <a:ext cx="4649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ACTIVITY ANDROID</a:t>
            </a:r>
            <a:endParaRPr lang="en-ID" sz="3200" b="1" spc="3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43189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2481800" y="2598003"/>
            <a:ext cx="72283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APA YANG KAMU PIKIRKAN SAAT MENDENGAR KATA “ACTIVITY” ?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7947E6BE-F919-44A0-8299-449E7B8D7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599" y="4333240"/>
            <a:ext cx="3352800" cy="1880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3386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69291"/>
            <a:ext cx="9774012" cy="2814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2000" b="1" spc="300" dirty="0"/>
              <a:t>Activity</a:t>
            </a:r>
            <a:r>
              <a:rPr lang="en-ID" sz="2000" spc="300" dirty="0"/>
              <a:t>  </a:t>
            </a:r>
            <a:r>
              <a:rPr lang="en-ID" sz="2000" spc="300" dirty="0" err="1"/>
              <a:t>merupakan</a:t>
            </a:r>
            <a:r>
              <a:rPr lang="en-ID" sz="2000" spc="300" dirty="0"/>
              <a:t> salah </a:t>
            </a:r>
            <a:r>
              <a:rPr lang="en-ID" sz="2000" spc="300" dirty="0" err="1"/>
              <a:t>satu</a:t>
            </a:r>
            <a:r>
              <a:rPr lang="en-ID" sz="2000" spc="300" dirty="0"/>
              <a:t> </a:t>
            </a:r>
            <a:r>
              <a:rPr lang="en-ID" sz="2000" spc="300" dirty="0" err="1"/>
              <a:t>komponen</a:t>
            </a:r>
            <a:r>
              <a:rPr lang="en-ID" sz="2000" spc="300" dirty="0"/>
              <a:t> </a:t>
            </a:r>
            <a:r>
              <a:rPr lang="en-ID" sz="2000" spc="300" dirty="0" err="1"/>
              <a:t>penting</a:t>
            </a:r>
            <a:r>
              <a:rPr lang="en-ID" sz="2000" spc="300" dirty="0"/>
              <a:t> Android yang </a:t>
            </a:r>
            <a:r>
              <a:rPr lang="en-ID" sz="2000" spc="300" dirty="0" err="1"/>
              <a:t>berfungsi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menampilkan</a:t>
            </a:r>
            <a:r>
              <a:rPr lang="en-ID" sz="2000" spc="300" dirty="0"/>
              <a:t> user interface </a:t>
            </a:r>
            <a:r>
              <a:rPr lang="en-ID" sz="2000" spc="300" dirty="0" err="1"/>
              <a:t>ke</a:t>
            </a:r>
            <a:r>
              <a:rPr lang="en-ID" sz="2000" spc="300" dirty="0"/>
              <a:t> </a:t>
            </a:r>
            <a:r>
              <a:rPr lang="en-ID" sz="2000" spc="300" dirty="0" err="1"/>
              <a:t>layar</a:t>
            </a:r>
            <a:r>
              <a:rPr lang="en-ID" sz="2000" spc="300" dirty="0"/>
              <a:t> </a:t>
            </a:r>
            <a:r>
              <a:rPr lang="en-ID" sz="2000" spc="300" dirty="0" err="1"/>
              <a:t>pengguna</a:t>
            </a:r>
            <a:r>
              <a:rPr lang="en-ID" sz="2000" spc="300" dirty="0"/>
              <a:t>. </a:t>
            </a:r>
            <a:r>
              <a:rPr lang="en-ID" sz="2000" spc="300" dirty="0" err="1"/>
              <a:t>Ini</a:t>
            </a:r>
            <a:r>
              <a:rPr lang="en-ID" sz="2000" spc="300" dirty="0"/>
              <a:t> </a:t>
            </a:r>
            <a:r>
              <a:rPr lang="en-ID" sz="2000" spc="300" dirty="0" err="1"/>
              <a:t>seperti</a:t>
            </a:r>
            <a:r>
              <a:rPr lang="en-ID" sz="2000" spc="300" dirty="0"/>
              <a:t> pada </a:t>
            </a:r>
            <a:r>
              <a:rPr lang="en-ID" sz="2000" spc="300" dirty="0" err="1"/>
              <a:t>saat</a:t>
            </a:r>
            <a:r>
              <a:rPr lang="en-ID" sz="2000" spc="300" dirty="0"/>
              <a:t> Anda </a:t>
            </a:r>
            <a:r>
              <a:rPr lang="en-ID" sz="2000" spc="300" dirty="0" err="1"/>
              <a:t>melihat</a:t>
            </a:r>
            <a:r>
              <a:rPr lang="en-ID" sz="2000" spc="300" dirty="0"/>
              <a:t> daftar </a:t>
            </a:r>
            <a:r>
              <a:rPr lang="en-ID" sz="2000" spc="300" dirty="0" err="1"/>
              <a:t>percakapan</a:t>
            </a:r>
            <a:r>
              <a:rPr lang="en-ID" sz="2000" spc="300" dirty="0"/>
              <a:t> pada </a:t>
            </a:r>
            <a:r>
              <a:rPr lang="en-ID" sz="2000" spc="300" dirty="0" err="1"/>
              <a:t>aplikasi</a:t>
            </a:r>
            <a:r>
              <a:rPr lang="en-ID" sz="2000" spc="300" dirty="0"/>
              <a:t> chat </a:t>
            </a:r>
            <a:r>
              <a:rPr lang="en-ID" sz="2000" spc="300" dirty="0" err="1"/>
              <a:t>atau</a:t>
            </a:r>
            <a:r>
              <a:rPr lang="en-ID" sz="2000" spc="300" dirty="0"/>
              <a:t> daftar email pada </a:t>
            </a:r>
            <a:r>
              <a:rPr lang="en-ID" sz="2000" spc="300" dirty="0" err="1"/>
              <a:t>aplikasi</a:t>
            </a:r>
            <a:r>
              <a:rPr lang="en-ID" sz="2000" spc="300" dirty="0"/>
              <a:t> Gmail di </a:t>
            </a:r>
            <a:r>
              <a:rPr lang="en-ID" sz="2000" spc="300" dirty="0" err="1"/>
              <a:t>ponsel</a:t>
            </a:r>
            <a:r>
              <a:rPr lang="en-ID" sz="2000" spc="300" dirty="0"/>
              <a:t> Android Anda. Di </a:t>
            </a:r>
            <a:r>
              <a:rPr lang="en-ID" sz="2000" spc="300" dirty="0" err="1"/>
              <a:t>dalamnya</a:t>
            </a:r>
            <a:r>
              <a:rPr lang="en-ID" sz="2000" spc="300" dirty="0"/>
              <a:t> Anda </a:t>
            </a:r>
            <a:r>
              <a:rPr lang="en-ID" sz="2000" spc="300" dirty="0" err="1"/>
              <a:t>dapat</a:t>
            </a:r>
            <a:r>
              <a:rPr lang="en-ID" sz="2000" spc="300" dirty="0"/>
              <a:t> </a:t>
            </a:r>
            <a:r>
              <a:rPr lang="en-ID" sz="2000" spc="300" dirty="0" err="1"/>
              <a:t>berinteraksi</a:t>
            </a:r>
            <a:r>
              <a:rPr lang="en-ID" sz="2000" spc="300" dirty="0"/>
              <a:t> </a:t>
            </a:r>
            <a:r>
              <a:rPr lang="en-ID" sz="2000" spc="300" dirty="0" err="1"/>
              <a:t>dengan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 Anda, </a:t>
            </a:r>
            <a:r>
              <a:rPr lang="en-ID" sz="2000" spc="300" dirty="0" err="1"/>
              <a:t>baik</a:t>
            </a:r>
            <a:r>
              <a:rPr lang="en-ID" sz="2000" spc="300" dirty="0"/>
              <a:t> </a:t>
            </a:r>
            <a:r>
              <a:rPr lang="en-ID" sz="2000" spc="300" dirty="0" err="1"/>
              <a:t>dengan</a:t>
            </a:r>
            <a:r>
              <a:rPr lang="en-ID" sz="2000" spc="300" dirty="0"/>
              <a:t> </a:t>
            </a:r>
            <a:r>
              <a:rPr lang="en-ID" sz="2000" spc="300" dirty="0" err="1"/>
              <a:t>menekan</a:t>
            </a:r>
            <a:r>
              <a:rPr lang="en-ID" sz="2000" spc="300" dirty="0"/>
              <a:t> </a:t>
            </a:r>
            <a:r>
              <a:rPr lang="en-ID" sz="2000" spc="300" dirty="0" err="1"/>
              <a:t>tombol</a:t>
            </a:r>
            <a:r>
              <a:rPr lang="en-ID" sz="2000" spc="300" dirty="0"/>
              <a:t> </a:t>
            </a:r>
            <a:r>
              <a:rPr lang="en-ID" sz="2000" spc="300" dirty="0" err="1"/>
              <a:t>atau</a:t>
            </a:r>
            <a:r>
              <a:rPr lang="en-ID" sz="2000" spc="300" dirty="0"/>
              <a:t> </a:t>
            </a:r>
            <a:r>
              <a:rPr lang="en-ID" sz="2000" spc="300" dirty="0" err="1"/>
              <a:t>menampilkan</a:t>
            </a:r>
            <a:r>
              <a:rPr lang="en-ID" sz="2000" spc="300" dirty="0"/>
              <a:t> list.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70564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69291"/>
            <a:ext cx="9774012" cy="2814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2000" spc="300" dirty="0" err="1"/>
              <a:t>Seperti</a:t>
            </a:r>
            <a:r>
              <a:rPr lang="en-ID" sz="2000" spc="300" dirty="0"/>
              <a:t> </a:t>
            </a:r>
            <a:r>
              <a:rPr lang="en-ID" sz="2000" spc="300" dirty="0" err="1"/>
              <a:t>ketika</a:t>
            </a:r>
            <a:r>
              <a:rPr lang="en-ID" sz="2000" spc="300" dirty="0"/>
              <a:t> Anda </a:t>
            </a:r>
            <a:r>
              <a:rPr lang="en-ID" sz="2000" spc="300" dirty="0" err="1"/>
              <a:t>membuat</a:t>
            </a:r>
            <a:r>
              <a:rPr lang="en-ID" sz="2000" spc="300" dirty="0"/>
              <a:t> project </a:t>
            </a:r>
            <a:r>
              <a:rPr lang="en-ID" sz="2000" spc="300" dirty="0" err="1"/>
              <a:t>baru</a:t>
            </a:r>
            <a:r>
              <a:rPr lang="en-ID" sz="2000" spc="300" dirty="0"/>
              <a:t> di Android Studio, </a:t>
            </a:r>
            <a:r>
              <a:rPr lang="en-ID" sz="2000" spc="300" dirty="0" err="1"/>
              <a:t>biasanya</a:t>
            </a:r>
            <a:r>
              <a:rPr lang="en-ID" sz="2000" spc="300" dirty="0"/>
              <a:t> </a:t>
            </a:r>
            <a:r>
              <a:rPr lang="en-ID" sz="2000" spc="300" dirty="0" err="1"/>
              <a:t>akan</a:t>
            </a:r>
            <a:r>
              <a:rPr lang="en-ID" sz="2000" spc="300" dirty="0"/>
              <a:t> </a:t>
            </a:r>
            <a:r>
              <a:rPr lang="en-ID" sz="2000" spc="300" dirty="0" err="1"/>
              <a:t>ada</a:t>
            </a:r>
            <a:r>
              <a:rPr lang="en-ID" sz="2000" spc="300" dirty="0"/>
              <a:t> </a:t>
            </a:r>
            <a:r>
              <a:rPr lang="en-ID" sz="2000" spc="300" dirty="0" err="1"/>
              <a:t>dua</a:t>
            </a:r>
            <a:r>
              <a:rPr lang="en-ID" sz="2000" spc="300" dirty="0"/>
              <a:t> </a:t>
            </a:r>
            <a:r>
              <a:rPr lang="en-ID" sz="2000" spc="300" dirty="0" err="1"/>
              <a:t>berkas</a:t>
            </a:r>
            <a:r>
              <a:rPr lang="en-ID" sz="2000" spc="300" dirty="0"/>
              <a:t> yang </a:t>
            </a:r>
            <a:r>
              <a:rPr lang="en-ID" sz="2000" spc="300" dirty="0" err="1"/>
              <a:t>sudah</a:t>
            </a:r>
            <a:r>
              <a:rPr lang="en-ID" sz="2000" spc="300" dirty="0"/>
              <a:t> </a:t>
            </a:r>
            <a:r>
              <a:rPr lang="en-ID" sz="2000" spc="300" dirty="0" err="1"/>
              <a:t>tercipta</a:t>
            </a:r>
            <a:r>
              <a:rPr lang="en-ID" sz="2000" spc="300" dirty="0"/>
              <a:t>, </a:t>
            </a:r>
            <a:r>
              <a:rPr lang="en-ID" sz="2000" spc="300" dirty="0" err="1"/>
              <a:t>yaitu</a:t>
            </a:r>
            <a:r>
              <a:rPr lang="en-ID" sz="2000" spc="300" dirty="0"/>
              <a:t> </a:t>
            </a:r>
            <a:r>
              <a:rPr lang="en-ID" sz="2000" spc="300" dirty="0" err="1"/>
              <a:t>MainActivity</a:t>
            </a:r>
            <a:r>
              <a:rPr lang="en-ID" sz="2000" spc="300" dirty="0"/>
              <a:t> dan activity_main.xml. </a:t>
            </a:r>
            <a:r>
              <a:rPr lang="en-ID" sz="2000" spc="300" dirty="0" err="1"/>
              <a:t>MainActivity</a:t>
            </a:r>
            <a:r>
              <a:rPr lang="en-ID" sz="2000" spc="300" dirty="0"/>
              <a:t> </a:t>
            </a:r>
            <a:r>
              <a:rPr lang="en-ID" sz="2000" spc="300" dirty="0" err="1"/>
              <a:t>ini</a:t>
            </a:r>
            <a:r>
              <a:rPr lang="en-ID" sz="2000" spc="300" dirty="0"/>
              <a:t> </a:t>
            </a:r>
            <a:r>
              <a:rPr lang="en-ID" sz="2000" spc="300" dirty="0" err="1"/>
              <a:t>disebut</a:t>
            </a:r>
            <a:r>
              <a:rPr lang="en-ID" sz="2000" spc="300" dirty="0"/>
              <a:t> </a:t>
            </a:r>
            <a:r>
              <a:rPr lang="en-ID" sz="2000" spc="300" dirty="0" err="1"/>
              <a:t>sebagai</a:t>
            </a:r>
            <a:r>
              <a:rPr lang="en-ID" sz="2000" spc="300" dirty="0"/>
              <a:t> class Activity </a:t>
            </a:r>
            <a:r>
              <a:rPr lang="en-ID" sz="2000" spc="300" dirty="0" err="1"/>
              <a:t>karena</a:t>
            </a:r>
            <a:r>
              <a:rPr lang="en-ID" sz="2000" spc="300" dirty="0"/>
              <a:t> </a:t>
            </a:r>
            <a:r>
              <a:rPr lang="en-ID" sz="2000" spc="300" dirty="0" err="1"/>
              <a:t>mewarisi</a:t>
            </a:r>
            <a:r>
              <a:rPr lang="en-ID" sz="2000" spc="300" dirty="0"/>
              <a:t> (extends) superclass Activity. </a:t>
            </a:r>
            <a:r>
              <a:rPr lang="en-ID" sz="2000" spc="300" dirty="0" err="1"/>
              <a:t>Tugasnya</a:t>
            </a:r>
            <a:r>
              <a:rPr lang="en-ID" sz="2000" spc="300" dirty="0"/>
              <a:t> </a:t>
            </a:r>
            <a:r>
              <a:rPr lang="en-ID" sz="2000" spc="300" dirty="0" err="1"/>
              <a:t>yaitu</a:t>
            </a:r>
            <a:r>
              <a:rPr lang="en-ID" sz="2000" spc="300" dirty="0"/>
              <a:t> </a:t>
            </a:r>
            <a:r>
              <a:rPr lang="en-ID" sz="2000" spc="300" dirty="0" err="1"/>
              <a:t>menampilkan</a:t>
            </a:r>
            <a:r>
              <a:rPr lang="en-ID" sz="2000" spc="300" dirty="0"/>
              <a:t> layout activity_main.xml dan </a:t>
            </a:r>
            <a:r>
              <a:rPr lang="en-ID" sz="2000" spc="300" dirty="0" err="1"/>
              <a:t>mengelola</a:t>
            </a:r>
            <a:r>
              <a:rPr lang="en-ID" sz="2000" spc="300" dirty="0"/>
              <a:t> </a:t>
            </a:r>
            <a:r>
              <a:rPr lang="en-ID" sz="2000" spc="300" dirty="0" err="1"/>
              <a:t>interaksi</a:t>
            </a:r>
            <a:r>
              <a:rPr lang="en-ID" sz="2000" spc="300" dirty="0"/>
              <a:t> yang </a:t>
            </a:r>
            <a:r>
              <a:rPr lang="en-ID" sz="2000" spc="300" dirty="0" err="1"/>
              <a:t>ada</a:t>
            </a:r>
            <a:r>
              <a:rPr lang="en-ID" sz="2000" spc="300" dirty="0"/>
              <a:t> di </a:t>
            </a:r>
            <a:r>
              <a:rPr lang="en-ID" sz="2000" spc="300" dirty="0" err="1"/>
              <a:t>dalamnya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21840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69291"/>
            <a:ext cx="9774012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2000" spc="300" dirty="0" err="1"/>
              <a:t>Umumnya</a:t>
            </a:r>
            <a:r>
              <a:rPr lang="en-ID" sz="2000" spc="300" dirty="0"/>
              <a:t> </a:t>
            </a:r>
            <a:r>
              <a:rPr lang="en-ID" sz="2000" spc="300" dirty="0" err="1"/>
              <a:t>dalam</a:t>
            </a:r>
            <a:r>
              <a:rPr lang="en-ID" sz="2000" spc="300" dirty="0"/>
              <a:t> </a:t>
            </a:r>
            <a:r>
              <a:rPr lang="en-ID" sz="2000" spc="300" dirty="0" err="1"/>
              <a:t>sebuah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 </a:t>
            </a:r>
            <a:r>
              <a:rPr lang="en-ID" sz="2000" spc="300" dirty="0" err="1"/>
              <a:t>terdapat</a:t>
            </a:r>
            <a:r>
              <a:rPr lang="en-ID" sz="2000" spc="300" dirty="0"/>
              <a:t> </a:t>
            </a:r>
            <a:r>
              <a:rPr lang="en-ID" sz="2000" spc="300" dirty="0" err="1"/>
              <a:t>lebih</a:t>
            </a:r>
            <a:r>
              <a:rPr lang="en-ID" sz="2000" spc="300" dirty="0"/>
              <a:t> </a:t>
            </a:r>
            <a:r>
              <a:rPr lang="en-ID" sz="2000" spc="300" dirty="0" err="1"/>
              <a:t>dari</a:t>
            </a:r>
            <a:r>
              <a:rPr lang="en-ID" sz="2000" spc="300" dirty="0"/>
              <a:t> </a:t>
            </a:r>
            <a:r>
              <a:rPr lang="en-ID" sz="2000" spc="300" dirty="0" err="1"/>
              <a:t>satu</a:t>
            </a:r>
            <a:r>
              <a:rPr lang="en-ID" sz="2000" spc="300" dirty="0"/>
              <a:t> Activity yang </a:t>
            </a:r>
            <a:r>
              <a:rPr lang="en-ID" sz="2000" spc="300" dirty="0" err="1"/>
              <a:t>saling</a:t>
            </a:r>
            <a:r>
              <a:rPr lang="en-ID" sz="2000" spc="300" dirty="0"/>
              <a:t> </a:t>
            </a:r>
            <a:r>
              <a:rPr lang="en-ID" sz="2000" spc="300" dirty="0" err="1"/>
              <a:t>terhubung</a:t>
            </a:r>
            <a:r>
              <a:rPr lang="en-ID" sz="2000" spc="300" dirty="0"/>
              <a:t> </a:t>
            </a:r>
            <a:r>
              <a:rPr lang="en-ID" sz="2000" spc="300" dirty="0" err="1"/>
              <a:t>dengan</a:t>
            </a:r>
            <a:r>
              <a:rPr lang="en-ID" sz="2000" spc="300" dirty="0"/>
              <a:t> </a:t>
            </a:r>
            <a:r>
              <a:rPr lang="en-ID" sz="2000" spc="300" dirty="0" err="1"/>
              <a:t>tugas</a:t>
            </a:r>
            <a:r>
              <a:rPr lang="en-ID" sz="2000" spc="300" dirty="0"/>
              <a:t> yang </a:t>
            </a:r>
            <a:r>
              <a:rPr lang="en-ID" sz="2000" spc="300" dirty="0" err="1"/>
              <a:t>berbeda-beda</a:t>
            </a:r>
            <a:r>
              <a:rPr lang="en-ID" sz="2000" spc="300" dirty="0"/>
              <a:t>. Yang </a:t>
            </a:r>
            <a:r>
              <a:rPr lang="en-ID" sz="2000" spc="300" dirty="0" err="1"/>
              <a:t>perlu</a:t>
            </a:r>
            <a:r>
              <a:rPr lang="en-ID" sz="2000" spc="300" dirty="0"/>
              <a:t> </a:t>
            </a:r>
            <a:r>
              <a:rPr lang="en-ID" sz="2000" spc="300" dirty="0" err="1"/>
              <a:t>diperhatikan</a:t>
            </a:r>
            <a:r>
              <a:rPr lang="en-ID" sz="2000" spc="300" dirty="0"/>
              <a:t> </a:t>
            </a:r>
            <a:r>
              <a:rPr lang="en-ID" sz="2000" spc="300" dirty="0" err="1"/>
              <a:t>yaitu</a:t>
            </a:r>
            <a:r>
              <a:rPr lang="en-ID" sz="2000" spc="300" dirty="0"/>
              <a:t> </a:t>
            </a:r>
            <a:r>
              <a:rPr lang="en-ID" sz="2000" spc="300" dirty="0" err="1"/>
              <a:t>setiap</a:t>
            </a:r>
            <a:r>
              <a:rPr lang="en-ID" sz="2000" spc="300" dirty="0"/>
              <a:t> Activity </a:t>
            </a:r>
            <a:r>
              <a:rPr lang="en-ID" sz="2000" spc="300" dirty="0" err="1"/>
              <a:t>harus</a:t>
            </a:r>
            <a:r>
              <a:rPr lang="en-ID" sz="2000" spc="300" dirty="0"/>
              <a:t> </a:t>
            </a:r>
            <a:r>
              <a:rPr lang="en-ID" sz="2000" spc="300" dirty="0" err="1"/>
              <a:t>terdaftar</a:t>
            </a:r>
            <a:r>
              <a:rPr lang="en-ID" sz="2000" spc="300" dirty="0"/>
              <a:t> di AndroidManifest.xml.  </a:t>
            </a:r>
            <a:r>
              <a:rPr lang="en-ID" sz="2000" spc="300" dirty="0" err="1"/>
              <a:t>Secara</a:t>
            </a:r>
            <a:r>
              <a:rPr lang="en-ID" sz="2000" spc="300" dirty="0"/>
              <a:t> default, </a:t>
            </a:r>
            <a:r>
              <a:rPr lang="en-ID" sz="2000" spc="300" dirty="0" err="1"/>
              <a:t>ia</a:t>
            </a:r>
            <a:r>
              <a:rPr lang="en-ID" sz="2000" spc="300" dirty="0"/>
              <a:t> </a:t>
            </a:r>
            <a:r>
              <a:rPr lang="en-ID" sz="2000" spc="300" dirty="0" err="1"/>
              <a:t>akan</a:t>
            </a:r>
            <a:r>
              <a:rPr lang="en-ID" sz="2000" spc="300" dirty="0"/>
              <a:t> </a:t>
            </a:r>
            <a:r>
              <a:rPr lang="en-ID" sz="2000" spc="300" dirty="0" err="1"/>
              <a:t>didaftarkan</a:t>
            </a:r>
            <a:r>
              <a:rPr lang="en-ID" sz="2000" spc="300" dirty="0"/>
              <a:t> </a:t>
            </a:r>
            <a:r>
              <a:rPr lang="en-ID" sz="2000" spc="300" dirty="0" err="1"/>
              <a:t>jika</a:t>
            </a:r>
            <a:r>
              <a:rPr lang="en-ID" sz="2000" spc="300" dirty="0"/>
              <a:t> Anda </a:t>
            </a:r>
            <a:r>
              <a:rPr lang="en-ID" sz="2000" spc="300" dirty="0" err="1"/>
              <a:t>membuat</a:t>
            </a:r>
            <a:r>
              <a:rPr lang="en-ID" sz="2000" spc="300" dirty="0"/>
              <a:t> Activity </a:t>
            </a:r>
            <a:r>
              <a:rPr lang="en-ID" sz="2000" spc="300" dirty="0" err="1"/>
              <a:t>baru</a:t>
            </a:r>
            <a:r>
              <a:rPr lang="en-ID" sz="2000" spc="300" dirty="0"/>
              <a:t> </a:t>
            </a:r>
            <a:r>
              <a:rPr lang="en-ID" sz="2000" spc="300" dirty="0" err="1"/>
              <a:t>dengan</a:t>
            </a:r>
            <a:r>
              <a:rPr lang="en-ID" sz="2000" spc="300" dirty="0"/>
              <a:t> </a:t>
            </a:r>
            <a:r>
              <a:rPr lang="en-ID" sz="2000" spc="300" dirty="0" err="1"/>
              <a:t>cara</a:t>
            </a:r>
            <a:r>
              <a:rPr lang="en-ID" sz="2000" spc="300" dirty="0"/>
              <a:t> </a:t>
            </a:r>
            <a:r>
              <a:rPr lang="en-ID" sz="2000" spc="300" dirty="0" err="1"/>
              <a:t>otomatis</a:t>
            </a:r>
            <a:r>
              <a:rPr lang="en-ID" sz="2000" spc="300" dirty="0"/>
              <a:t>. </a:t>
            </a:r>
            <a:r>
              <a:rPr lang="en-ID" sz="2000" spc="300" dirty="0" err="1"/>
              <a:t>Caranya</a:t>
            </a:r>
            <a:r>
              <a:rPr lang="en-ID" sz="2000" spc="300" dirty="0"/>
              <a:t> </a:t>
            </a:r>
            <a:r>
              <a:rPr lang="en-ID" sz="2000" spc="300" dirty="0" err="1"/>
              <a:t>yaitu</a:t>
            </a:r>
            <a:r>
              <a:rPr lang="en-ID" sz="2000" spc="300" dirty="0"/>
              <a:t> </a:t>
            </a:r>
            <a:r>
              <a:rPr lang="en-ID" sz="2000" spc="300" dirty="0" err="1"/>
              <a:t>klik</a:t>
            </a:r>
            <a:r>
              <a:rPr lang="en-ID" sz="2000" spc="300" dirty="0"/>
              <a:t> </a:t>
            </a:r>
            <a:r>
              <a:rPr lang="en-ID" sz="2000" spc="300" dirty="0" err="1"/>
              <a:t>kanan</a:t>
            </a:r>
            <a:r>
              <a:rPr lang="en-ID" sz="2000" spc="300" dirty="0"/>
              <a:t> pada </a:t>
            </a:r>
            <a:r>
              <a:rPr lang="en-ID" sz="2000" spc="300" dirty="0" err="1"/>
              <a:t>nama</a:t>
            </a:r>
            <a:r>
              <a:rPr lang="en-ID" sz="2000" spc="300" dirty="0"/>
              <a:t> package → New → Activity → </a:t>
            </a:r>
            <a:r>
              <a:rPr lang="en-ID" sz="2000" spc="300" dirty="0" err="1"/>
              <a:t>pilih</a:t>
            </a:r>
            <a:r>
              <a:rPr lang="en-ID" sz="2000" spc="300" dirty="0"/>
              <a:t> template Activity yang </a:t>
            </a:r>
            <a:r>
              <a:rPr lang="en-ID" sz="2000" spc="300" dirty="0" err="1"/>
              <a:t>tersedia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58070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2141460" y="2558967"/>
            <a:ext cx="79090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HAL APA YANG BISA KALIAN SIMPULKAN DARI GAMBAR BERIKUT INI ?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549C38C6-F2BB-458A-A06A-092ABC818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599" y="4333240"/>
            <a:ext cx="3352800" cy="1880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4070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9836AA4-C0B5-462D-A25A-4406BEAA5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7297" y="668031"/>
            <a:ext cx="4637405" cy="5521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3139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2141461" y="2782669"/>
            <a:ext cx="79090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LIFECYCLE</a:t>
            </a:r>
            <a:endParaRPr lang="en-ID" sz="36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34957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06686"/>
            <a:ext cx="9774012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/>
              <a:t>Developer yang </a:t>
            </a:r>
            <a:r>
              <a:rPr lang="en-ID" sz="2000" spc="300" dirty="0" err="1"/>
              <a:t>baik</a:t>
            </a:r>
            <a:r>
              <a:rPr lang="en-ID" sz="2000" spc="300" dirty="0"/>
              <a:t> </a:t>
            </a:r>
            <a:r>
              <a:rPr lang="en-ID" sz="2000" spc="300" dirty="0" err="1"/>
              <a:t>harus</a:t>
            </a:r>
            <a:r>
              <a:rPr lang="en-ID" sz="2000" spc="300" dirty="0"/>
              <a:t> </a:t>
            </a:r>
            <a:r>
              <a:rPr lang="en-ID" sz="2000" spc="300" dirty="0" err="1"/>
              <a:t>mengetahui</a:t>
            </a:r>
            <a:r>
              <a:rPr lang="en-ID" sz="2000" spc="300" dirty="0"/>
              <a:t> </a:t>
            </a:r>
            <a:r>
              <a:rPr lang="en-ID" sz="2000" spc="300" dirty="0" err="1"/>
              <a:t>secara</a:t>
            </a:r>
            <a:r>
              <a:rPr lang="en-ID" sz="2000" spc="300" dirty="0"/>
              <a:t> detail </a:t>
            </a:r>
            <a:r>
              <a:rPr lang="en-ID" sz="2000" spc="300" dirty="0" err="1"/>
              <a:t>tentang</a:t>
            </a:r>
            <a:r>
              <a:rPr lang="en-ID" sz="2000" spc="300" dirty="0"/>
              <a:t> life cycle </a:t>
            </a:r>
            <a:r>
              <a:rPr lang="en-ID" sz="2000" spc="300" dirty="0" err="1"/>
              <a:t>sebuah</a:t>
            </a:r>
            <a:r>
              <a:rPr lang="en-ID" sz="2000" spc="300" dirty="0"/>
              <a:t> Activity. </a:t>
            </a:r>
            <a:r>
              <a:rPr lang="en-ID" sz="2000" spc="300" dirty="0" err="1"/>
              <a:t>Terutama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melakukan</a:t>
            </a:r>
            <a:r>
              <a:rPr lang="en-ID" sz="2000" spc="300" dirty="0"/>
              <a:t> </a:t>
            </a:r>
            <a:r>
              <a:rPr lang="en-ID" sz="2000" spc="300" dirty="0" err="1"/>
              <a:t>aksi</a:t>
            </a:r>
            <a:r>
              <a:rPr lang="en-ID" sz="2000" spc="300" dirty="0"/>
              <a:t> yang </a:t>
            </a:r>
            <a:r>
              <a:rPr lang="en-ID" sz="2000" spc="300" dirty="0" err="1"/>
              <a:t>tepat</a:t>
            </a:r>
            <a:r>
              <a:rPr lang="en-ID" sz="2000" spc="300" dirty="0"/>
              <a:t>, </a:t>
            </a:r>
            <a:r>
              <a:rPr lang="en-ID" sz="2000" spc="300" dirty="0" err="1"/>
              <a:t>saat</a:t>
            </a:r>
            <a:r>
              <a:rPr lang="en-ID" sz="2000" spc="300" dirty="0"/>
              <a:t> </a:t>
            </a:r>
            <a:r>
              <a:rPr lang="en-ID" sz="2000" spc="300" dirty="0" err="1"/>
              <a:t>terjadi</a:t>
            </a:r>
            <a:r>
              <a:rPr lang="en-ID" sz="2000" spc="300" dirty="0"/>
              <a:t> </a:t>
            </a:r>
            <a:r>
              <a:rPr lang="en-ID" sz="2000" spc="300" dirty="0" err="1"/>
              <a:t>perubahan</a:t>
            </a:r>
            <a:r>
              <a:rPr lang="en-ID" sz="2000" spc="300" dirty="0"/>
              <a:t> state Activity. </a:t>
            </a:r>
            <a:r>
              <a:rPr lang="en-ID" sz="2000" spc="300" dirty="0" err="1"/>
              <a:t>Callback</a:t>
            </a:r>
            <a:r>
              <a:rPr lang="en-ID" sz="2000" spc="300" dirty="0"/>
              <a:t> methods yang </a:t>
            </a:r>
            <a:r>
              <a:rPr lang="en-ID" sz="2000" spc="300" dirty="0" err="1"/>
              <a:t>ada</a:t>
            </a:r>
            <a:r>
              <a:rPr lang="en-ID" sz="2000" spc="300" dirty="0"/>
              <a:t> </a:t>
            </a:r>
            <a:r>
              <a:rPr lang="en-ID" sz="2000" spc="300" dirty="0" err="1"/>
              <a:t>dapat</a:t>
            </a:r>
            <a:r>
              <a:rPr lang="en-ID" sz="2000" spc="300" dirty="0"/>
              <a:t> </a:t>
            </a:r>
            <a:r>
              <a:rPr lang="en-ID" sz="2000" spc="300" dirty="0" err="1"/>
              <a:t>digunakan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melakukan</a:t>
            </a:r>
            <a:r>
              <a:rPr lang="en-ID" sz="2000" spc="300" dirty="0"/>
              <a:t> </a:t>
            </a:r>
            <a:r>
              <a:rPr lang="en-ID" sz="2000" spc="300" dirty="0" err="1"/>
              <a:t>beragam</a:t>
            </a:r>
            <a:r>
              <a:rPr lang="en-ID" sz="2000" spc="300" dirty="0"/>
              <a:t> proses </a:t>
            </a:r>
            <a:r>
              <a:rPr lang="en-ID" sz="2000" spc="300" dirty="0" err="1"/>
              <a:t>terkait</a:t>
            </a:r>
            <a:r>
              <a:rPr lang="en-ID" sz="2000" spc="300" dirty="0"/>
              <a:t> state </a:t>
            </a:r>
            <a:r>
              <a:rPr lang="en-ID" sz="2000" spc="300" dirty="0" err="1"/>
              <a:t>dari</a:t>
            </a:r>
            <a:r>
              <a:rPr lang="en-ID" sz="2000" spc="300" dirty="0"/>
              <a:t> Activity. </a:t>
            </a:r>
            <a:r>
              <a:rPr lang="en-ID" sz="2000" spc="300" dirty="0" err="1"/>
              <a:t>Misalnya</a:t>
            </a:r>
            <a:r>
              <a:rPr lang="en-ID" sz="2000" spc="300" dirty="0"/>
              <a:t> </a:t>
            </a:r>
            <a:r>
              <a:rPr lang="en-ID" sz="2000" spc="300" dirty="0" err="1"/>
              <a:t>melakukan</a:t>
            </a:r>
            <a:r>
              <a:rPr lang="en-ID" sz="2000" spc="300" dirty="0"/>
              <a:t> </a:t>
            </a:r>
            <a:r>
              <a:rPr lang="en-ID" sz="2000" spc="300" dirty="0" err="1"/>
              <a:t>semua</a:t>
            </a:r>
            <a:r>
              <a:rPr lang="en-ID" sz="2000" spc="300" dirty="0"/>
              <a:t> </a:t>
            </a:r>
            <a:r>
              <a:rPr lang="en-ID" sz="2000" spc="300" dirty="0" err="1"/>
              <a:t>inisialisasi</a:t>
            </a:r>
            <a:r>
              <a:rPr lang="en-ID" sz="2000" spc="300" dirty="0"/>
              <a:t> </a:t>
            </a:r>
            <a:r>
              <a:rPr lang="en-ID" sz="2000" spc="300" dirty="0" err="1"/>
              <a:t>komponen</a:t>
            </a:r>
            <a:r>
              <a:rPr lang="en-ID" sz="2000" spc="300" dirty="0"/>
              <a:t> di </a:t>
            </a:r>
            <a:r>
              <a:rPr lang="en-ID" sz="2000" spc="300" dirty="0" err="1"/>
              <a:t>onCreate</a:t>
            </a:r>
            <a:r>
              <a:rPr lang="en-ID" sz="2000" spc="300" dirty="0"/>
              <a:t>(), </a:t>
            </a:r>
            <a:r>
              <a:rPr lang="en-ID" sz="2000" spc="300" dirty="0" err="1"/>
              <a:t>melakukan</a:t>
            </a:r>
            <a:r>
              <a:rPr lang="en-ID" sz="2000" spc="300" dirty="0"/>
              <a:t> disconnect </a:t>
            </a:r>
            <a:r>
              <a:rPr lang="en-ID" sz="2000" spc="300" dirty="0" err="1"/>
              <a:t>terhadap</a:t>
            </a:r>
            <a:r>
              <a:rPr lang="en-ID" sz="2000" spc="300" dirty="0"/>
              <a:t> </a:t>
            </a:r>
            <a:r>
              <a:rPr lang="en-ID" sz="2000" spc="300" dirty="0" err="1"/>
              <a:t>koneksi</a:t>
            </a:r>
            <a:r>
              <a:rPr lang="en-ID" sz="2000" spc="300" dirty="0"/>
              <a:t> </a:t>
            </a:r>
            <a:r>
              <a:rPr lang="en-ID" sz="2000" spc="300" dirty="0" err="1"/>
              <a:t>ke</a:t>
            </a:r>
            <a:r>
              <a:rPr lang="en-ID" sz="2000" spc="300" dirty="0"/>
              <a:t> server pada </a:t>
            </a:r>
            <a:r>
              <a:rPr lang="en-ID" sz="2000" spc="300" dirty="0" err="1"/>
              <a:t>onStop</a:t>
            </a:r>
            <a:r>
              <a:rPr lang="en-ID" sz="2000" spc="300" dirty="0"/>
              <a:t>() </a:t>
            </a:r>
            <a:r>
              <a:rPr lang="en-ID" sz="2000" spc="300" dirty="0" err="1"/>
              <a:t>atau</a:t>
            </a:r>
            <a:r>
              <a:rPr lang="en-ID" sz="2000" spc="300" dirty="0"/>
              <a:t> </a:t>
            </a:r>
            <a:r>
              <a:rPr lang="en-ID" sz="2000" spc="300" dirty="0" err="1"/>
              <a:t>onDestroy</a:t>
            </a:r>
            <a:r>
              <a:rPr lang="en-ID" sz="2000" spc="300" dirty="0"/>
              <a:t>() dan lain </a:t>
            </a:r>
            <a:r>
              <a:rPr lang="en-ID" sz="2000" spc="300" dirty="0" err="1"/>
              <a:t>sebagainya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EF5B1-9864-455F-8E68-7779974E8870}"/>
              </a:ext>
            </a:extLst>
          </p:cNvPr>
          <p:cNvSpPr txBox="1"/>
          <p:nvPr/>
        </p:nvSpPr>
        <p:spPr>
          <a:xfrm>
            <a:off x="1208994" y="1345021"/>
            <a:ext cx="31005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LIFECYCLE ACTIVITY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068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06686"/>
            <a:ext cx="9774012" cy="4199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/>
              <a:t>Anda </a:t>
            </a:r>
            <a:r>
              <a:rPr lang="en-ID" sz="2000" spc="300" dirty="0" err="1"/>
              <a:t>harus</a:t>
            </a:r>
            <a:r>
              <a:rPr lang="en-ID" sz="2000" spc="300" dirty="0"/>
              <a:t> </a:t>
            </a:r>
            <a:r>
              <a:rPr lang="en-ID" sz="2000" spc="300" dirty="0" err="1"/>
              <a:t>menerapkan</a:t>
            </a:r>
            <a:r>
              <a:rPr lang="en-ID" sz="2000" spc="300" dirty="0"/>
              <a:t> </a:t>
            </a:r>
            <a:r>
              <a:rPr lang="en-ID" sz="2000" spc="300" dirty="0" err="1"/>
              <a:t>callback</a:t>
            </a:r>
            <a:r>
              <a:rPr lang="en-ID" sz="2000" spc="300" dirty="0"/>
              <a:t> </a:t>
            </a:r>
            <a:r>
              <a:rPr lang="en-ID" sz="2000" spc="300" dirty="0" err="1"/>
              <a:t>ini</a:t>
            </a:r>
            <a:r>
              <a:rPr lang="en-ID" sz="2000" spc="300" dirty="0"/>
              <a:t>, yang </a:t>
            </a:r>
            <a:r>
              <a:rPr lang="en-ID" sz="2000" spc="300" dirty="0" err="1"/>
              <a:t>diaktifkan</a:t>
            </a:r>
            <a:r>
              <a:rPr lang="en-ID" sz="2000" spc="300" dirty="0"/>
              <a:t> </a:t>
            </a:r>
            <a:r>
              <a:rPr lang="en-ID" sz="2000" spc="300" dirty="0" err="1"/>
              <a:t>saat</a:t>
            </a:r>
            <a:r>
              <a:rPr lang="en-ID" sz="2000" spc="300" dirty="0"/>
              <a:t> </a:t>
            </a:r>
            <a:r>
              <a:rPr lang="en-ID" sz="2000" spc="300" dirty="0" err="1"/>
              <a:t>sistem</a:t>
            </a:r>
            <a:r>
              <a:rPr lang="en-ID" sz="2000" spc="300" dirty="0"/>
              <a:t> </a:t>
            </a:r>
            <a:r>
              <a:rPr lang="en-ID" sz="2000" spc="300" dirty="0" err="1"/>
              <a:t>membuat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 Anda. </a:t>
            </a:r>
            <a:r>
              <a:rPr lang="en-ID" sz="2000" spc="300" dirty="0" err="1"/>
              <a:t>Implementasi</a:t>
            </a:r>
            <a:r>
              <a:rPr lang="en-ID" sz="2000" spc="300" dirty="0"/>
              <a:t> Anda </a:t>
            </a:r>
            <a:r>
              <a:rPr lang="en-ID" sz="2000" spc="300" dirty="0" err="1"/>
              <a:t>harus</a:t>
            </a:r>
            <a:r>
              <a:rPr lang="en-ID" sz="2000" spc="300" dirty="0"/>
              <a:t> </a:t>
            </a:r>
            <a:r>
              <a:rPr lang="en-ID" sz="2000" spc="300" dirty="0" err="1"/>
              <a:t>menginisialisasi</a:t>
            </a:r>
            <a:r>
              <a:rPr lang="en-ID" sz="2000" spc="300" dirty="0"/>
              <a:t> </a:t>
            </a:r>
            <a:r>
              <a:rPr lang="en-ID" sz="2000" spc="300" dirty="0" err="1"/>
              <a:t>komponen</a:t>
            </a:r>
            <a:r>
              <a:rPr lang="en-ID" sz="2000" spc="300" dirty="0"/>
              <a:t> </a:t>
            </a:r>
            <a:r>
              <a:rPr lang="en-ID" sz="2000" spc="300" dirty="0" err="1"/>
              <a:t>penting</a:t>
            </a:r>
            <a:r>
              <a:rPr lang="en-ID" sz="2000" spc="300" dirty="0"/>
              <a:t> </a:t>
            </a:r>
            <a:r>
              <a:rPr lang="en-ID" sz="2000" spc="300" dirty="0" err="1"/>
              <a:t>dari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 Anda: </a:t>
            </a:r>
            <a:r>
              <a:rPr lang="en-ID" sz="2000" spc="300" dirty="0" err="1"/>
              <a:t>Misalnya</a:t>
            </a:r>
            <a:r>
              <a:rPr lang="en-ID" sz="2000" spc="300" dirty="0"/>
              <a:t>, </a:t>
            </a:r>
            <a:r>
              <a:rPr lang="en-ID" sz="2000" spc="300" dirty="0" err="1"/>
              <a:t>aplikasi</a:t>
            </a:r>
            <a:r>
              <a:rPr lang="en-ID" sz="2000" spc="300" dirty="0"/>
              <a:t> </a:t>
            </a:r>
            <a:r>
              <a:rPr lang="en-ID" sz="2000" spc="300" dirty="0" err="1"/>
              <a:t>harus</a:t>
            </a:r>
            <a:r>
              <a:rPr lang="en-ID" sz="2000" spc="300" dirty="0"/>
              <a:t> </a:t>
            </a:r>
            <a:r>
              <a:rPr lang="en-ID" sz="2000" spc="300" dirty="0" err="1"/>
              <a:t>membuat</a:t>
            </a:r>
            <a:r>
              <a:rPr lang="en-ID" sz="2000" spc="300" dirty="0"/>
              <a:t> </a:t>
            </a:r>
            <a:r>
              <a:rPr lang="en-ID" sz="2000" spc="300" dirty="0" err="1"/>
              <a:t>tampilan</a:t>
            </a:r>
            <a:r>
              <a:rPr lang="en-ID" sz="2000" spc="300" dirty="0"/>
              <a:t> dan </a:t>
            </a:r>
            <a:r>
              <a:rPr lang="en-ID" sz="2000" spc="300" dirty="0" err="1"/>
              <a:t>menautkan</a:t>
            </a:r>
            <a:r>
              <a:rPr lang="en-ID" sz="2000" spc="300" dirty="0"/>
              <a:t> data </a:t>
            </a:r>
            <a:r>
              <a:rPr lang="en-ID" sz="2000" spc="300" dirty="0" err="1"/>
              <a:t>ke</a:t>
            </a:r>
            <a:r>
              <a:rPr lang="en-ID" sz="2000" spc="300" dirty="0"/>
              <a:t> daftar di </a:t>
            </a:r>
            <a:r>
              <a:rPr lang="en-ID" sz="2000" spc="300" dirty="0" err="1"/>
              <a:t>sini</a:t>
            </a:r>
            <a:r>
              <a:rPr lang="en-ID" sz="2000" spc="300" dirty="0"/>
              <a:t>. </a:t>
            </a:r>
            <a:br>
              <a:rPr lang="en-ID" sz="2000" spc="300" dirty="0"/>
            </a:br>
            <a:br>
              <a:rPr lang="en-ID" sz="2000" spc="300" dirty="0"/>
            </a:br>
            <a:r>
              <a:rPr lang="en-ID" sz="2000" spc="300" dirty="0"/>
              <a:t>Yang </a:t>
            </a:r>
            <a:r>
              <a:rPr lang="en-ID" sz="2000" spc="300" dirty="0" err="1"/>
              <a:t>terpenting</a:t>
            </a:r>
            <a:r>
              <a:rPr lang="en-ID" sz="2000" spc="300" dirty="0"/>
              <a:t>, </a:t>
            </a:r>
            <a:r>
              <a:rPr lang="en-ID" sz="2000" spc="300" dirty="0" err="1"/>
              <a:t>ini</a:t>
            </a:r>
            <a:r>
              <a:rPr lang="en-ID" sz="2000" spc="300" dirty="0"/>
              <a:t> </a:t>
            </a:r>
            <a:r>
              <a:rPr lang="en-ID" sz="2000" spc="300" dirty="0" err="1"/>
              <a:t>adalah</a:t>
            </a:r>
            <a:r>
              <a:rPr lang="en-ID" sz="2000" spc="300" dirty="0"/>
              <a:t> </a:t>
            </a:r>
            <a:r>
              <a:rPr lang="en-ID" sz="2000" spc="300" dirty="0" err="1"/>
              <a:t>tempat</a:t>
            </a:r>
            <a:r>
              <a:rPr lang="en-ID" sz="2000" spc="300" dirty="0"/>
              <a:t> Anda </a:t>
            </a:r>
            <a:r>
              <a:rPr lang="en-ID" sz="2000" spc="300" dirty="0" err="1"/>
              <a:t>harus</a:t>
            </a:r>
            <a:r>
              <a:rPr lang="en-ID" sz="2000" spc="300" dirty="0"/>
              <a:t> </a:t>
            </a:r>
            <a:r>
              <a:rPr lang="en-ID" sz="2000" spc="300" dirty="0" err="1"/>
              <a:t>memanggil</a:t>
            </a:r>
            <a:r>
              <a:rPr lang="en-ID" sz="2000" spc="300" dirty="0"/>
              <a:t> </a:t>
            </a:r>
            <a:r>
              <a:rPr lang="en-ID" sz="2000" spc="300" dirty="0" err="1"/>
              <a:t>setContentView</a:t>
            </a:r>
            <a:r>
              <a:rPr lang="en-ID" sz="2000" spc="300" dirty="0"/>
              <a:t>()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menentukan</a:t>
            </a:r>
            <a:r>
              <a:rPr lang="en-ID" sz="2000" spc="300" dirty="0"/>
              <a:t> tata </a:t>
            </a:r>
            <a:r>
              <a:rPr lang="en-ID" sz="2000" spc="300" dirty="0" err="1"/>
              <a:t>letak</a:t>
            </a:r>
            <a:r>
              <a:rPr lang="en-ID" sz="2000" spc="300" dirty="0"/>
              <a:t> </a:t>
            </a:r>
            <a:r>
              <a:rPr lang="en-ID" sz="2000" spc="300" dirty="0" err="1"/>
              <a:t>antarmuka</a:t>
            </a:r>
            <a:r>
              <a:rPr lang="en-ID" sz="2000" spc="300" dirty="0"/>
              <a:t> </a:t>
            </a:r>
            <a:r>
              <a:rPr lang="en-ID" sz="2000" spc="300" dirty="0" err="1"/>
              <a:t>pengguna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. Setelah </a:t>
            </a:r>
            <a:r>
              <a:rPr lang="en-ID" sz="2000" spc="300" dirty="0" err="1"/>
              <a:t>onCreate</a:t>
            </a:r>
            <a:r>
              <a:rPr lang="en-ID" sz="2000" spc="300" dirty="0"/>
              <a:t>() </a:t>
            </a:r>
            <a:r>
              <a:rPr lang="en-ID" sz="2000" spc="300" dirty="0" err="1"/>
              <a:t>selesai</a:t>
            </a:r>
            <a:r>
              <a:rPr lang="en-ID" sz="2000" spc="300" dirty="0"/>
              <a:t>, </a:t>
            </a:r>
            <a:r>
              <a:rPr lang="en-ID" sz="2000" spc="300" dirty="0" err="1"/>
              <a:t>callback</a:t>
            </a:r>
            <a:r>
              <a:rPr lang="en-ID" sz="2000" spc="300" dirty="0"/>
              <a:t> </a:t>
            </a:r>
            <a:r>
              <a:rPr lang="en-ID" sz="2000" spc="300" dirty="0" err="1"/>
              <a:t>berikutnya</a:t>
            </a:r>
            <a:r>
              <a:rPr lang="en-ID" sz="2000" spc="300" dirty="0"/>
              <a:t> </a:t>
            </a:r>
            <a:r>
              <a:rPr lang="en-ID" sz="2000" spc="300" dirty="0" err="1"/>
              <a:t>selalu</a:t>
            </a:r>
            <a:r>
              <a:rPr lang="en-ID" sz="2000" spc="300" dirty="0"/>
              <a:t> </a:t>
            </a:r>
            <a:r>
              <a:rPr lang="en-ID" sz="2000" spc="300" dirty="0" err="1"/>
              <a:t>onStart</a:t>
            </a:r>
            <a:r>
              <a:rPr lang="en-ID" sz="2000" spc="300" dirty="0"/>
              <a:t>().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EF5B1-9864-455F-8E68-7779974E8870}"/>
              </a:ext>
            </a:extLst>
          </p:cNvPr>
          <p:cNvSpPr txBox="1"/>
          <p:nvPr/>
        </p:nvSpPr>
        <p:spPr>
          <a:xfrm>
            <a:off x="1208994" y="1345021"/>
            <a:ext cx="2007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ONCREATE()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442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06686"/>
            <a:ext cx="9774012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 err="1"/>
              <a:t>Saat</a:t>
            </a:r>
            <a:r>
              <a:rPr lang="en-ID" sz="2000" spc="300" dirty="0"/>
              <a:t> </a:t>
            </a:r>
            <a:r>
              <a:rPr lang="en-ID" sz="2000" spc="300" dirty="0" err="1"/>
              <a:t>onCreate</a:t>
            </a:r>
            <a:r>
              <a:rPr lang="en-ID" sz="2000" spc="300" dirty="0"/>
              <a:t>() </a:t>
            </a:r>
            <a:r>
              <a:rPr lang="en-ID" sz="2000" spc="300" dirty="0" err="1"/>
              <a:t>keluar</a:t>
            </a:r>
            <a:r>
              <a:rPr lang="en-ID" sz="2000" spc="300" dirty="0"/>
              <a:t>, </a:t>
            </a:r>
            <a:r>
              <a:rPr lang="en-ID" sz="2000" spc="300" dirty="0" err="1"/>
              <a:t>aktivitas</a:t>
            </a:r>
            <a:r>
              <a:rPr lang="en-ID" sz="2000" spc="300" dirty="0"/>
              <a:t> </a:t>
            </a:r>
            <a:r>
              <a:rPr lang="en-ID" sz="2000" spc="300" dirty="0" err="1"/>
              <a:t>memasuki</a:t>
            </a:r>
            <a:r>
              <a:rPr lang="en-ID" sz="2000" spc="300" dirty="0"/>
              <a:t> status </a:t>
            </a:r>
            <a:r>
              <a:rPr lang="en-ID" sz="2000" spc="300" dirty="0" err="1"/>
              <a:t>Dimulai</a:t>
            </a:r>
            <a:r>
              <a:rPr lang="en-ID" sz="2000" spc="300" dirty="0"/>
              <a:t>, dan </a:t>
            </a:r>
            <a:r>
              <a:rPr lang="en-ID" sz="2000" spc="300" dirty="0" err="1"/>
              <a:t>aktivitas</a:t>
            </a:r>
            <a:r>
              <a:rPr lang="en-ID" sz="2000" spc="300" dirty="0"/>
              <a:t> </a:t>
            </a:r>
            <a:r>
              <a:rPr lang="en-ID" sz="2000" spc="300" dirty="0" err="1"/>
              <a:t>menjadi</a:t>
            </a:r>
            <a:r>
              <a:rPr lang="en-ID" sz="2000" spc="300" dirty="0"/>
              <a:t> </a:t>
            </a:r>
            <a:r>
              <a:rPr lang="en-ID" sz="2000" spc="300" dirty="0" err="1"/>
              <a:t>terlihat</a:t>
            </a:r>
            <a:r>
              <a:rPr lang="en-ID" sz="2000" spc="300" dirty="0"/>
              <a:t> oleh </a:t>
            </a:r>
            <a:r>
              <a:rPr lang="en-ID" sz="2000" spc="300" dirty="0" err="1"/>
              <a:t>pengguna</a:t>
            </a:r>
            <a:r>
              <a:rPr lang="en-ID" sz="2000" spc="300" dirty="0"/>
              <a:t>. </a:t>
            </a:r>
            <a:r>
              <a:rPr lang="en-ID" sz="2000" spc="300" dirty="0" err="1"/>
              <a:t>Callback</a:t>
            </a:r>
            <a:r>
              <a:rPr lang="en-ID" sz="2000" spc="300" dirty="0"/>
              <a:t> </a:t>
            </a:r>
            <a:r>
              <a:rPr lang="en-ID" sz="2000" spc="300" dirty="0" err="1"/>
              <a:t>ini</a:t>
            </a:r>
            <a:r>
              <a:rPr lang="en-ID" sz="2000" spc="300" dirty="0"/>
              <a:t> </a:t>
            </a:r>
            <a:r>
              <a:rPr lang="en-ID" sz="2000" spc="300" dirty="0" err="1"/>
              <a:t>merupakan</a:t>
            </a:r>
            <a:r>
              <a:rPr lang="en-ID" sz="2000" spc="300" dirty="0"/>
              <a:t> </a:t>
            </a:r>
            <a:r>
              <a:rPr lang="en-ID" sz="2000" spc="300" dirty="0" err="1"/>
              <a:t>persiapan</a:t>
            </a:r>
            <a:r>
              <a:rPr lang="en-ID" sz="2000" spc="300" dirty="0"/>
              <a:t> </a:t>
            </a:r>
            <a:r>
              <a:rPr lang="en-ID" sz="2000" spc="300" dirty="0" err="1"/>
              <a:t>akhir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dikirim</a:t>
            </a:r>
            <a:r>
              <a:rPr lang="en-ID" sz="2000" spc="300" dirty="0"/>
              <a:t> </a:t>
            </a:r>
            <a:r>
              <a:rPr lang="en-ID" sz="2000" spc="300" dirty="0" err="1"/>
              <a:t>ke</a:t>
            </a:r>
            <a:r>
              <a:rPr lang="en-ID" sz="2000" spc="300" dirty="0"/>
              <a:t> </a:t>
            </a:r>
            <a:r>
              <a:rPr lang="en-ID" sz="2000" spc="300" dirty="0" err="1"/>
              <a:t>latar</a:t>
            </a:r>
            <a:r>
              <a:rPr lang="en-ID" sz="2000" spc="300" dirty="0"/>
              <a:t> </a:t>
            </a:r>
            <a:r>
              <a:rPr lang="en-ID" sz="2000" spc="300" dirty="0" err="1"/>
              <a:t>depan</a:t>
            </a:r>
            <a:r>
              <a:rPr lang="en-ID" sz="2000" spc="300" dirty="0"/>
              <a:t> dan </a:t>
            </a:r>
            <a:r>
              <a:rPr lang="en-ID" sz="2000" spc="300" dirty="0" err="1"/>
              <a:t>menjadi</a:t>
            </a:r>
            <a:r>
              <a:rPr lang="en-ID" sz="2000" spc="300" dirty="0"/>
              <a:t> </a:t>
            </a:r>
            <a:r>
              <a:rPr lang="en-ID" sz="2000" spc="300" dirty="0" err="1"/>
              <a:t>interaktif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EF5B1-9864-455F-8E68-7779974E8870}"/>
              </a:ext>
            </a:extLst>
          </p:cNvPr>
          <p:cNvSpPr txBox="1"/>
          <p:nvPr/>
        </p:nvSpPr>
        <p:spPr>
          <a:xfrm>
            <a:off x="1208994" y="1345021"/>
            <a:ext cx="18421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ONSTART()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853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06686"/>
            <a:ext cx="9774012" cy="3737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 err="1"/>
              <a:t>Sistem</a:t>
            </a:r>
            <a:r>
              <a:rPr lang="en-ID" sz="2000" spc="300" dirty="0"/>
              <a:t> </a:t>
            </a:r>
            <a:r>
              <a:rPr lang="en-ID" sz="2000" spc="300" dirty="0" err="1"/>
              <a:t>memanggil</a:t>
            </a:r>
            <a:r>
              <a:rPr lang="en-ID" sz="2000" spc="300" dirty="0"/>
              <a:t> </a:t>
            </a:r>
            <a:r>
              <a:rPr lang="en-ID" sz="2000" spc="300" dirty="0" err="1"/>
              <a:t>onPause</a:t>
            </a:r>
            <a:r>
              <a:rPr lang="en-ID" sz="2000" spc="300" dirty="0"/>
              <a:t>() </a:t>
            </a:r>
            <a:r>
              <a:rPr lang="en-ID" sz="2000" spc="300" dirty="0" err="1"/>
              <a:t>saat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 </a:t>
            </a:r>
            <a:r>
              <a:rPr lang="en-ID" sz="2000" spc="300" dirty="0" err="1"/>
              <a:t>kehilangan</a:t>
            </a:r>
            <a:r>
              <a:rPr lang="en-ID" sz="2000" spc="300" dirty="0"/>
              <a:t> </a:t>
            </a:r>
            <a:r>
              <a:rPr lang="en-ID" sz="2000" spc="300" dirty="0" err="1"/>
              <a:t>fokus</a:t>
            </a:r>
            <a:r>
              <a:rPr lang="en-ID" sz="2000" spc="300" dirty="0"/>
              <a:t> dan </a:t>
            </a:r>
            <a:r>
              <a:rPr lang="en-ID" sz="2000" spc="300" dirty="0" err="1"/>
              <a:t>memasuki</a:t>
            </a:r>
            <a:r>
              <a:rPr lang="en-ID" sz="2000" spc="300" dirty="0"/>
              <a:t> status </a:t>
            </a:r>
            <a:r>
              <a:rPr lang="en-ID" sz="2000" spc="300" dirty="0" err="1"/>
              <a:t>Dijeda</a:t>
            </a:r>
            <a:r>
              <a:rPr lang="en-ID" sz="2000" spc="300" dirty="0"/>
              <a:t>. Status </a:t>
            </a:r>
            <a:r>
              <a:rPr lang="en-ID" sz="2000" spc="300" dirty="0" err="1"/>
              <a:t>ini</a:t>
            </a:r>
            <a:r>
              <a:rPr lang="en-ID" sz="2000" spc="300" dirty="0"/>
              <a:t> </a:t>
            </a:r>
            <a:r>
              <a:rPr lang="en-ID" sz="2000" spc="300" dirty="0" err="1"/>
              <a:t>terjadi</a:t>
            </a:r>
            <a:r>
              <a:rPr lang="en-ID" sz="2000" spc="300" dirty="0"/>
              <a:t> </a:t>
            </a:r>
            <a:r>
              <a:rPr lang="en-ID" sz="2000" spc="300" dirty="0" err="1"/>
              <a:t>ketika</a:t>
            </a:r>
            <a:r>
              <a:rPr lang="en-ID" sz="2000" spc="300" dirty="0"/>
              <a:t>, </a:t>
            </a:r>
            <a:r>
              <a:rPr lang="en-ID" sz="2000" spc="300" dirty="0" err="1"/>
              <a:t>misalnya</a:t>
            </a:r>
            <a:r>
              <a:rPr lang="en-ID" sz="2000" spc="300" dirty="0"/>
              <a:t>, </a:t>
            </a:r>
            <a:r>
              <a:rPr lang="en-ID" sz="2000" spc="300" dirty="0" err="1"/>
              <a:t>pengguna</a:t>
            </a:r>
            <a:r>
              <a:rPr lang="en-ID" sz="2000" spc="300" dirty="0"/>
              <a:t> </a:t>
            </a:r>
            <a:r>
              <a:rPr lang="en-ID" sz="2000" spc="300" dirty="0" err="1"/>
              <a:t>mengetuk</a:t>
            </a:r>
            <a:r>
              <a:rPr lang="en-ID" sz="2000" spc="300" dirty="0"/>
              <a:t> </a:t>
            </a:r>
            <a:r>
              <a:rPr lang="en-ID" sz="2000" spc="300" dirty="0" err="1"/>
              <a:t>tombol</a:t>
            </a:r>
            <a:r>
              <a:rPr lang="en-ID" sz="2000" spc="300" dirty="0"/>
              <a:t> Kembali </a:t>
            </a:r>
            <a:r>
              <a:rPr lang="en-ID" sz="2000" spc="300" dirty="0" err="1"/>
              <a:t>atau</a:t>
            </a:r>
            <a:r>
              <a:rPr lang="en-ID" sz="2000" spc="300" dirty="0"/>
              <a:t> </a:t>
            </a:r>
            <a:r>
              <a:rPr lang="en-ID" sz="2000" spc="300" dirty="0" err="1"/>
              <a:t>Terbaru</a:t>
            </a:r>
            <a:r>
              <a:rPr lang="en-ID" sz="2000" spc="300" dirty="0"/>
              <a:t>. </a:t>
            </a:r>
            <a:r>
              <a:rPr lang="en-ID" sz="2000" spc="300" dirty="0" err="1"/>
              <a:t>Saat</a:t>
            </a:r>
            <a:r>
              <a:rPr lang="en-ID" sz="2000" spc="300" dirty="0"/>
              <a:t> </a:t>
            </a:r>
            <a:r>
              <a:rPr lang="en-ID" sz="2000" spc="300" dirty="0" err="1"/>
              <a:t>sistem</a:t>
            </a:r>
            <a:r>
              <a:rPr lang="en-ID" sz="2000" spc="300" dirty="0"/>
              <a:t> </a:t>
            </a:r>
            <a:r>
              <a:rPr lang="en-ID" sz="2000" spc="300" dirty="0" err="1"/>
              <a:t>memanggil</a:t>
            </a:r>
            <a:r>
              <a:rPr lang="en-ID" sz="2000" spc="300" dirty="0"/>
              <a:t> </a:t>
            </a:r>
            <a:r>
              <a:rPr lang="en-ID" sz="2000" spc="300" dirty="0" err="1"/>
              <a:t>onPause</a:t>
            </a:r>
            <a:r>
              <a:rPr lang="en-ID" sz="2000" spc="300" dirty="0"/>
              <a:t>()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 Anda, </a:t>
            </a:r>
            <a:r>
              <a:rPr lang="en-ID" sz="2000" spc="300" dirty="0" err="1"/>
              <a:t>secara</a:t>
            </a:r>
            <a:r>
              <a:rPr lang="en-ID" sz="2000" spc="300" dirty="0"/>
              <a:t> </a:t>
            </a:r>
            <a:r>
              <a:rPr lang="en-ID" sz="2000" spc="300" dirty="0" err="1"/>
              <a:t>teknis</a:t>
            </a:r>
            <a:r>
              <a:rPr lang="en-ID" sz="2000" spc="300" dirty="0"/>
              <a:t> </a:t>
            </a:r>
            <a:r>
              <a:rPr lang="en-ID" sz="2000" spc="300" dirty="0" err="1"/>
              <a:t>berarti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 Anda </a:t>
            </a:r>
            <a:r>
              <a:rPr lang="en-ID" sz="2000" spc="300" dirty="0" err="1"/>
              <a:t>masih</a:t>
            </a:r>
            <a:r>
              <a:rPr lang="en-ID" sz="2000" spc="300" dirty="0"/>
              <a:t> </a:t>
            </a:r>
            <a:r>
              <a:rPr lang="en-ID" sz="2000" spc="300" dirty="0" err="1"/>
              <a:t>terlihat</a:t>
            </a:r>
            <a:r>
              <a:rPr lang="en-ID" sz="2000" spc="300" dirty="0"/>
              <a:t> </a:t>
            </a:r>
            <a:r>
              <a:rPr lang="en-ID" sz="2000" spc="300" dirty="0" err="1"/>
              <a:t>sebagian</a:t>
            </a:r>
            <a:r>
              <a:rPr lang="en-ID" sz="2000" spc="300" dirty="0"/>
              <a:t>, </a:t>
            </a:r>
            <a:r>
              <a:rPr lang="en-ID" sz="2000" spc="300" dirty="0" err="1"/>
              <a:t>tetapi</a:t>
            </a:r>
            <a:r>
              <a:rPr lang="en-ID" sz="2000" spc="300" dirty="0"/>
              <a:t> yang paling </a:t>
            </a:r>
            <a:r>
              <a:rPr lang="en-ID" sz="2000" spc="300" dirty="0" err="1"/>
              <a:t>sering</a:t>
            </a:r>
            <a:r>
              <a:rPr lang="en-ID" sz="2000" spc="300" dirty="0"/>
              <a:t> </a:t>
            </a:r>
            <a:r>
              <a:rPr lang="en-ID" sz="2000" spc="300" dirty="0" err="1"/>
              <a:t>adalah</a:t>
            </a:r>
            <a:r>
              <a:rPr lang="en-ID" sz="2000" spc="300" dirty="0"/>
              <a:t> </a:t>
            </a:r>
            <a:r>
              <a:rPr lang="en-ID" sz="2000" spc="300" dirty="0" err="1"/>
              <a:t>indikasi</a:t>
            </a:r>
            <a:r>
              <a:rPr lang="en-ID" sz="2000" spc="300" dirty="0"/>
              <a:t> </a:t>
            </a:r>
            <a:r>
              <a:rPr lang="en-ID" sz="2000" spc="300" dirty="0" err="1"/>
              <a:t>bahwa</a:t>
            </a:r>
            <a:r>
              <a:rPr lang="en-ID" sz="2000" spc="300" dirty="0"/>
              <a:t> </a:t>
            </a:r>
            <a:r>
              <a:rPr lang="en-ID" sz="2000" spc="300" dirty="0" err="1"/>
              <a:t>pengguna</a:t>
            </a:r>
            <a:r>
              <a:rPr lang="en-ID" sz="2000" spc="300" dirty="0"/>
              <a:t> </a:t>
            </a:r>
            <a:r>
              <a:rPr lang="en-ID" sz="2000" spc="300" dirty="0" err="1"/>
              <a:t>meninggalkan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, dan </a:t>
            </a:r>
            <a:r>
              <a:rPr lang="en-ID" sz="2000" spc="300" dirty="0" err="1"/>
              <a:t>aktivitas</a:t>
            </a:r>
            <a:r>
              <a:rPr lang="en-ID" sz="2000" spc="300" dirty="0"/>
              <a:t> </a:t>
            </a:r>
            <a:r>
              <a:rPr lang="en-ID" sz="2000" spc="300" dirty="0" err="1"/>
              <a:t>tersebut</a:t>
            </a:r>
            <a:r>
              <a:rPr lang="en-ID" sz="2000" spc="300" dirty="0"/>
              <a:t> </a:t>
            </a:r>
            <a:r>
              <a:rPr lang="en-ID" sz="2000" spc="300" dirty="0" err="1"/>
              <a:t>akan</a:t>
            </a:r>
            <a:r>
              <a:rPr lang="en-ID" sz="2000" spc="300" dirty="0"/>
              <a:t> </a:t>
            </a:r>
            <a:r>
              <a:rPr lang="en-ID" sz="2000" spc="300" dirty="0" err="1"/>
              <a:t>segera</a:t>
            </a:r>
            <a:r>
              <a:rPr lang="en-ID" sz="2000" spc="300" dirty="0"/>
              <a:t> </a:t>
            </a:r>
            <a:r>
              <a:rPr lang="en-ID" sz="2000" spc="300" dirty="0" err="1"/>
              <a:t>memasuki</a:t>
            </a:r>
            <a:r>
              <a:rPr lang="en-ID" sz="2000" spc="300" dirty="0"/>
              <a:t> status </a:t>
            </a:r>
            <a:r>
              <a:rPr lang="en-ID" sz="2000" spc="300" dirty="0" err="1"/>
              <a:t>Berhenti</a:t>
            </a:r>
            <a:r>
              <a:rPr lang="en-ID" sz="2000" spc="300" dirty="0"/>
              <a:t> </a:t>
            </a:r>
            <a:r>
              <a:rPr lang="en-ID" sz="2000" spc="300" dirty="0" err="1"/>
              <a:t>atau</a:t>
            </a:r>
            <a:r>
              <a:rPr lang="en-ID" sz="2000" spc="300" dirty="0"/>
              <a:t> </a:t>
            </a:r>
            <a:r>
              <a:rPr lang="en-ID" sz="2000" spc="300" dirty="0" err="1"/>
              <a:t>Dilanjutkan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EF5B1-9864-455F-8E68-7779974E8870}"/>
              </a:ext>
            </a:extLst>
          </p:cNvPr>
          <p:cNvSpPr txBox="1"/>
          <p:nvPr/>
        </p:nvSpPr>
        <p:spPr>
          <a:xfrm>
            <a:off x="1208994" y="1345021"/>
            <a:ext cx="1854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ONPAUSE()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415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06686"/>
            <a:ext cx="9774012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 err="1"/>
              <a:t>Sistem</a:t>
            </a:r>
            <a:r>
              <a:rPr lang="en-ID" sz="2000" spc="300" dirty="0"/>
              <a:t> </a:t>
            </a:r>
            <a:r>
              <a:rPr lang="en-ID" sz="2000" spc="300" dirty="0" err="1"/>
              <a:t>memanggil</a:t>
            </a:r>
            <a:r>
              <a:rPr lang="en-ID" sz="2000" spc="300" dirty="0"/>
              <a:t> </a:t>
            </a:r>
            <a:r>
              <a:rPr lang="en-ID" sz="2000" spc="300" dirty="0" err="1"/>
              <a:t>callback</a:t>
            </a:r>
            <a:r>
              <a:rPr lang="en-ID" sz="2000" spc="300" dirty="0"/>
              <a:t> </a:t>
            </a:r>
            <a:r>
              <a:rPr lang="en-ID" sz="2000" spc="300" dirty="0" err="1"/>
              <a:t>ini</a:t>
            </a:r>
            <a:r>
              <a:rPr lang="en-ID" sz="2000" spc="300" dirty="0"/>
              <a:t> </a:t>
            </a:r>
            <a:r>
              <a:rPr lang="en-ID" sz="2000" spc="300" dirty="0" err="1"/>
              <a:t>sebelum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 </a:t>
            </a:r>
            <a:r>
              <a:rPr lang="en-ID" sz="2000" spc="300" dirty="0" err="1"/>
              <a:t>mulai</a:t>
            </a:r>
            <a:r>
              <a:rPr lang="en-ID" sz="2000" spc="300" dirty="0"/>
              <a:t> </a:t>
            </a:r>
            <a:r>
              <a:rPr lang="en-ID" sz="2000" spc="300" dirty="0" err="1"/>
              <a:t>berinteraksi</a:t>
            </a:r>
            <a:r>
              <a:rPr lang="en-ID" sz="2000" spc="300" dirty="0"/>
              <a:t> </a:t>
            </a:r>
            <a:r>
              <a:rPr lang="en-ID" sz="2000" spc="300" dirty="0" err="1"/>
              <a:t>dengan</a:t>
            </a:r>
            <a:r>
              <a:rPr lang="en-ID" sz="2000" spc="300" dirty="0"/>
              <a:t> </a:t>
            </a:r>
            <a:r>
              <a:rPr lang="en-ID" sz="2000" spc="300" dirty="0" err="1"/>
              <a:t>pengguna</a:t>
            </a:r>
            <a:r>
              <a:rPr lang="en-ID" sz="2000" spc="300" dirty="0"/>
              <a:t>. Pada </a:t>
            </a:r>
            <a:r>
              <a:rPr lang="en-ID" sz="2000" spc="300" dirty="0" err="1"/>
              <a:t>tahap</a:t>
            </a:r>
            <a:r>
              <a:rPr lang="en-ID" sz="2000" spc="300" dirty="0"/>
              <a:t> </a:t>
            </a:r>
            <a:r>
              <a:rPr lang="en-ID" sz="2000" spc="300" dirty="0" err="1"/>
              <a:t>ini</a:t>
            </a:r>
            <a:r>
              <a:rPr lang="en-ID" sz="2000" spc="300" dirty="0"/>
              <a:t>, </a:t>
            </a:r>
            <a:r>
              <a:rPr lang="en-ID" sz="2000" spc="300" dirty="0" err="1"/>
              <a:t>aktivitas</a:t>
            </a:r>
            <a:r>
              <a:rPr lang="en-ID" sz="2000" spc="300" dirty="0"/>
              <a:t> </a:t>
            </a:r>
            <a:r>
              <a:rPr lang="en-ID" sz="2000" spc="300" dirty="0" err="1"/>
              <a:t>berada</a:t>
            </a:r>
            <a:r>
              <a:rPr lang="en-ID" sz="2000" spc="300" dirty="0"/>
              <a:t> di </a:t>
            </a:r>
            <a:r>
              <a:rPr lang="en-ID" sz="2000" spc="300" dirty="0" err="1"/>
              <a:t>bagian</a:t>
            </a:r>
            <a:r>
              <a:rPr lang="en-ID" sz="2000" spc="300" dirty="0"/>
              <a:t> </a:t>
            </a:r>
            <a:r>
              <a:rPr lang="en-ID" sz="2000" spc="300" dirty="0" err="1"/>
              <a:t>atas</a:t>
            </a:r>
            <a:r>
              <a:rPr lang="en-ID" sz="2000" spc="300" dirty="0"/>
              <a:t> </a:t>
            </a:r>
            <a:r>
              <a:rPr lang="en-ID" sz="2000" spc="300" dirty="0" err="1"/>
              <a:t>tumpukan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, dan </a:t>
            </a:r>
            <a:r>
              <a:rPr lang="en-ID" sz="2000" spc="300" dirty="0" err="1"/>
              <a:t>mencatat</a:t>
            </a:r>
            <a:r>
              <a:rPr lang="en-ID" sz="2000" spc="300" dirty="0"/>
              <a:t> </a:t>
            </a:r>
            <a:r>
              <a:rPr lang="en-ID" sz="2000" spc="300" dirty="0" err="1"/>
              <a:t>semua</a:t>
            </a:r>
            <a:r>
              <a:rPr lang="en-ID" sz="2000" spc="300" dirty="0"/>
              <a:t> input </a:t>
            </a:r>
            <a:r>
              <a:rPr lang="en-ID" sz="2000" spc="300" dirty="0" err="1"/>
              <a:t>pengguna</a:t>
            </a:r>
            <a:r>
              <a:rPr lang="en-ID" sz="2000" spc="300" dirty="0"/>
              <a:t>. Sebagian </a:t>
            </a:r>
            <a:r>
              <a:rPr lang="en-ID" sz="2000" spc="300" dirty="0" err="1"/>
              <a:t>besar</a:t>
            </a:r>
            <a:r>
              <a:rPr lang="en-ID" sz="2000" spc="300" dirty="0"/>
              <a:t> </a:t>
            </a:r>
            <a:r>
              <a:rPr lang="en-ID" sz="2000" spc="300" dirty="0" err="1"/>
              <a:t>fungsi</a:t>
            </a:r>
            <a:r>
              <a:rPr lang="en-ID" sz="2000" spc="300" dirty="0"/>
              <a:t> inti </a:t>
            </a:r>
            <a:r>
              <a:rPr lang="en-ID" sz="2000" spc="300" dirty="0" err="1"/>
              <a:t>aplikasi</a:t>
            </a:r>
            <a:r>
              <a:rPr lang="en-ID" sz="2000" spc="300" dirty="0"/>
              <a:t> </a:t>
            </a:r>
            <a:r>
              <a:rPr lang="en-ID" sz="2000" spc="300" dirty="0" err="1"/>
              <a:t>diimplementasikan</a:t>
            </a:r>
            <a:r>
              <a:rPr lang="en-ID" sz="2000" spc="300" dirty="0"/>
              <a:t> </a:t>
            </a:r>
            <a:r>
              <a:rPr lang="en-ID" sz="2000" spc="300" dirty="0" err="1"/>
              <a:t>dalam</a:t>
            </a:r>
            <a:r>
              <a:rPr lang="en-ID" sz="2000" spc="300" dirty="0"/>
              <a:t> </a:t>
            </a:r>
            <a:r>
              <a:rPr lang="en-ID" sz="2000" spc="300" dirty="0" err="1"/>
              <a:t>metode</a:t>
            </a:r>
            <a:r>
              <a:rPr lang="en-ID" sz="2000" spc="300" dirty="0"/>
              <a:t> </a:t>
            </a:r>
            <a:r>
              <a:rPr lang="en-ID" sz="2000" spc="300" dirty="0" err="1"/>
              <a:t>onResume</a:t>
            </a:r>
            <a:r>
              <a:rPr lang="en-ID" sz="2000" spc="300" dirty="0"/>
              <a:t>().</a:t>
            </a:r>
          </a:p>
          <a:p>
            <a:pPr>
              <a:lnSpc>
                <a:spcPct val="150000"/>
              </a:lnSpc>
            </a:pPr>
            <a:endParaRPr lang="en-ID" sz="2000" spc="300" dirty="0"/>
          </a:p>
          <a:p>
            <a:pPr>
              <a:lnSpc>
                <a:spcPct val="150000"/>
              </a:lnSpc>
            </a:pPr>
            <a:r>
              <a:rPr lang="en-ID" sz="2000" spc="300" dirty="0" err="1"/>
              <a:t>Callback</a:t>
            </a:r>
            <a:r>
              <a:rPr lang="en-ID" sz="2000" spc="300" dirty="0"/>
              <a:t> </a:t>
            </a:r>
            <a:r>
              <a:rPr lang="en-ID" sz="2000" spc="300" dirty="0" err="1"/>
              <a:t>onPause</a:t>
            </a:r>
            <a:r>
              <a:rPr lang="en-ID" sz="2000" spc="300" dirty="0"/>
              <a:t>() </a:t>
            </a:r>
            <a:r>
              <a:rPr lang="en-ID" sz="2000" spc="300" dirty="0" err="1"/>
              <a:t>selalu</a:t>
            </a:r>
            <a:r>
              <a:rPr lang="en-ID" sz="2000" spc="300" dirty="0"/>
              <a:t> </a:t>
            </a:r>
            <a:r>
              <a:rPr lang="en-ID" sz="2000" spc="300" dirty="0" err="1"/>
              <a:t>mengikuti</a:t>
            </a:r>
            <a:r>
              <a:rPr lang="en-ID" sz="2000" spc="300" dirty="0"/>
              <a:t> </a:t>
            </a:r>
            <a:r>
              <a:rPr lang="en-ID" sz="2000" spc="300" dirty="0" err="1"/>
              <a:t>onResume</a:t>
            </a:r>
            <a:r>
              <a:rPr lang="en-ID" sz="2000" spc="300" dirty="0"/>
              <a:t>().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EF5B1-9864-455F-8E68-7779974E8870}"/>
              </a:ext>
            </a:extLst>
          </p:cNvPr>
          <p:cNvSpPr txBox="1"/>
          <p:nvPr/>
        </p:nvSpPr>
        <p:spPr>
          <a:xfrm>
            <a:off x="1208994" y="1345021"/>
            <a:ext cx="21082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ONRESUME()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180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06686"/>
            <a:ext cx="9774012" cy="4199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 err="1"/>
              <a:t>Sistem</a:t>
            </a:r>
            <a:r>
              <a:rPr lang="en-ID" sz="2000" spc="300" dirty="0"/>
              <a:t> </a:t>
            </a:r>
            <a:r>
              <a:rPr lang="en-ID" sz="2000" spc="300" dirty="0" err="1"/>
              <a:t>memanggil</a:t>
            </a:r>
            <a:r>
              <a:rPr lang="en-ID" sz="2000" spc="300" dirty="0"/>
              <a:t> </a:t>
            </a:r>
            <a:r>
              <a:rPr lang="en-ID" sz="2000" spc="300" dirty="0" err="1"/>
              <a:t>onStop</a:t>
            </a:r>
            <a:r>
              <a:rPr lang="en-ID" sz="2000" spc="300" dirty="0"/>
              <a:t>() </a:t>
            </a:r>
            <a:r>
              <a:rPr lang="en-ID" sz="2000" spc="300" dirty="0" err="1"/>
              <a:t>saat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 </a:t>
            </a:r>
            <a:r>
              <a:rPr lang="en-ID" sz="2000" spc="300" dirty="0" err="1"/>
              <a:t>tidak</a:t>
            </a:r>
            <a:r>
              <a:rPr lang="en-ID" sz="2000" spc="300" dirty="0"/>
              <a:t> </a:t>
            </a:r>
            <a:r>
              <a:rPr lang="en-ID" sz="2000" spc="300" dirty="0" err="1"/>
              <a:t>lagi</a:t>
            </a:r>
            <a:r>
              <a:rPr lang="en-ID" sz="2000" spc="300" dirty="0"/>
              <a:t> </a:t>
            </a:r>
            <a:r>
              <a:rPr lang="en-ID" sz="2000" spc="300" dirty="0" err="1"/>
              <a:t>terlihat</a:t>
            </a:r>
            <a:r>
              <a:rPr lang="en-ID" sz="2000" spc="300" dirty="0"/>
              <a:t> oleh </a:t>
            </a:r>
            <a:r>
              <a:rPr lang="en-ID" sz="2000" spc="300" dirty="0" err="1"/>
              <a:t>pengguna</a:t>
            </a:r>
            <a:r>
              <a:rPr lang="en-ID" sz="2000" spc="300" dirty="0"/>
              <a:t>. Hal </a:t>
            </a:r>
            <a:r>
              <a:rPr lang="en-ID" sz="2000" spc="300" dirty="0" err="1"/>
              <a:t>ini</a:t>
            </a:r>
            <a:r>
              <a:rPr lang="en-ID" sz="2000" spc="300" dirty="0"/>
              <a:t> </a:t>
            </a:r>
            <a:r>
              <a:rPr lang="en-ID" sz="2000" spc="300" dirty="0" err="1"/>
              <a:t>dapat</a:t>
            </a:r>
            <a:r>
              <a:rPr lang="en-ID" sz="2000" spc="300" dirty="0"/>
              <a:t> </a:t>
            </a:r>
            <a:r>
              <a:rPr lang="en-ID" sz="2000" spc="300" dirty="0" err="1"/>
              <a:t>terjadi</a:t>
            </a:r>
            <a:r>
              <a:rPr lang="en-ID" sz="2000" spc="300" dirty="0"/>
              <a:t> </a:t>
            </a:r>
            <a:r>
              <a:rPr lang="en-ID" sz="2000" spc="300" dirty="0" err="1"/>
              <a:t>karena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 </a:t>
            </a:r>
            <a:r>
              <a:rPr lang="en-ID" sz="2000" spc="300" dirty="0" err="1"/>
              <a:t>diakhiri</a:t>
            </a:r>
            <a:r>
              <a:rPr lang="en-ID" sz="2000" spc="300" dirty="0"/>
              <a:t>, </a:t>
            </a:r>
            <a:r>
              <a:rPr lang="en-ID" sz="2000" spc="300" dirty="0" err="1"/>
              <a:t>aktivitas</a:t>
            </a:r>
            <a:r>
              <a:rPr lang="en-ID" sz="2000" spc="300" dirty="0"/>
              <a:t> </a:t>
            </a:r>
            <a:r>
              <a:rPr lang="en-ID" sz="2000" spc="300" dirty="0" err="1"/>
              <a:t>baru</a:t>
            </a:r>
            <a:r>
              <a:rPr lang="en-ID" sz="2000" spc="300" dirty="0"/>
              <a:t> </a:t>
            </a:r>
            <a:r>
              <a:rPr lang="en-ID" sz="2000" spc="300" dirty="0" err="1"/>
              <a:t>dimulai</a:t>
            </a:r>
            <a:r>
              <a:rPr lang="en-ID" sz="2000" spc="300" dirty="0"/>
              <a:t>, </a:t>
            </a:r>
            <a:r>
              <a:rPr lang="en-ID" sz="2000" spc="300" dirty="0" err="1"/>
              <a:t>atau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 yang </a:t>
            </a:r>
            <a:r>
              <a:rPr lang="en-ID" sz="2000" spc="300" dirty="0" err="1"/>
              <a:t>ada</a:t>
            </a:r>
            <a:r>
              <a:rPr lang="en-ID" sz="2000" spc="300" dirty="0"/>
              <a:t> </a:t>
            </a:r>
            <a:r>
              <a:rPr lang="en-ID" sz="2000" spc="300" dirty="0" err="1"/>
              <a:t>memasuki</a:t>
            </a:r>
            <a:r>
              <a:rPr lang="en-ID" sz="2000" spc="300" dirty="0"/>
              <a:t> status </a:t>
            </a:r>
            <a:r>
              <a:rPr lang="en-ID" sz="2000" spc="300" dirty="0" err="1"/>
              <a:t>Dilanjutkan</a:t>
            </a:r>
            <a:r>
              <a:rPr lang="en-ID" sz="2000" spc="300" dirty="0"/>
              <a:t> dan </a:t>
            </a:r>
            <a:r>
              <a:rPr lang="en-ID" sz="2000" spc="300" dirty="0" err="1"/>
              <a:t>menutupi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 yang </a:t>
            </a:r>
            <a:r>
              <a:rPr lang="en-ID" sz="2000" spc="300" dirty="0" err="1"/>
              <a:t>dihentikan</a:t>
            </a:r>
            <a:r>
              <a:rPr lang="en-ID" sz="2000" spc="300" dirty="0"/>
              <a:t>. </a:t>
            </a:r>
            <a:r>
              <a:rPr lang="en-ID" sz="2000" spc="300" dirty="0" err="1"/>
              <a:t>Dalam</a:t>
            </a:r>
            <a:r>
              <a:rPr lang="en-ID" sz="2000" spc="300" dirty="0"/>
              <a:t> </a:t>
            </a:r>
            <a:r>
              <a:rPr lang="en-ID" sz="2000" spc="300" dirty="0" err="1"/>
              <a:t>semua</a:t>
            </a:r>
            <a:r>
              <a:rPr lang="en-ID" sz="2000" spc="300" dirty="0"/>
              <a:t> </a:t>
            </a:r>
            <a:r>
              <a:rPr lang="en-ID" sz="2000" spc="300" dirty="0" err="1"/>
              <a:t>kasus</a:t>
            </a:r>
            <a:r>
              <a:rPr lang="en-ID" sz="2000" spc="300" dirty="0"/>
              <a:t> </a:t>
            </a:r>
            <a:r>
              <a:rPr lang="en-ID" sz="2000" spc="300" dirty="0" err="1"/>
              <a:t>ini</a:t>
            </a:r>
            <a:r>
              <a:rPr lang="en-ID" sz="2000" spc="300" dirty="0"/>
              <a:t>, </a:t>
            </a:r>
            <a:r>
              <a:rPr lang="en-ID" sz="2000" spc="300" dirty="0" err="1"/>
              <a:t>aktivitas</a:t>
            </a:r>
            <a:r>
              <a:rPr lang="en-ID" sz="2000" spc="300" dirty="0"/>
              <a:t> yang </a:t>
            </a:r>
            <a:r>
              <a:rPr lang="en-ID" sz="2000" spc="300" dirty="0" err="1"/>
              <a:t>dihentikan</a:t>
            </a:r>
            <a:r>
              <a:rPr lang="en-ID" sz="2000" spc="300" dirty="0"/>
              <a:t> </a:t>
            </a:r>
            <a:r>
              <a:rPr lang="en-ID" sz="2000" spc="300" dirty="0" err="1"/>
              <a:t>tidak</a:t>
            </a:r>
            <a:r>
              <a:rPr lang="en-ID" sz="2000" spc="300" dirty="0"/>
              <a:t> </a:t>
            </a:r>
            <a:r>
              <a:rPr lang="en-ID" sz="2000" spc="300" dirty="0" err="1"/>
              <a:t>lagi</a:t>
            </a:r>
            <a:r>
              <a:rPr lang="en-ID" sz="2000" spc="300" dirty="0"/>
              <a:t> </a:t>
            </a:r>
            <a:r>
              <a:rPr lang="en-ID" sz="2000" spc="300" dirty="0" err="1"/>
              <a:t>terlihat</a:t>
            </a:r>
            <a:r>
              <a:rPr lang="en-ID" sz="2000" spc="300" dirty="0"/>
              <a:t> </a:t>
            </a:r>
            <a:r>
              <a:rPr lang="en-ID" sz="2000" spc="300" dirty="0" err="1"/>
              <a:t>sama</a:t>
            </a:r>
            <a:r>
              <a:rPr lang="en-ID" sz="2000" spc="300" dirty="0"/>
              <a:t> </a:t>
            </a:r>
            <a:r>
              <a:rPr lang="en-ID" sz="2000" spc="300" dirty="0" err="1"/>
              <a:t>sekali</a:t>
            </a:r>
            <a:r>
              <a:rPr lang="en-ID" sz="2000" spc="300" dirty="0"/>
              <a:t>.</a:t>
            </a:r>
          </a:p>
          <a:p>
            <a:pPr>
              <a:lnSpc>
                <a:spcPct val="150000"/>
              </a:lnSpc>
            </a:pPr>
            <a:endParaRPr lang="en-ID" sz="2000" spc="300" dirty="0"/>
          </a:p>
          <a:p>
            <a:pPr>
              <a:lnSpc>
                <a:spcPct val="150000"/>
              </a:lnSpc>
            </a:pPr>
            <a:r>
              <a:rPr lang="en-ID" sz="2000" spc="300" dirty="0" err="1"/>
              <a:t>Callback</a:t>
            </a:r>
            <a:r>
              <a:rPr lang="en-ID" sz="2000" spc="300" dirty="0"/>
              <a:t> </a:t>
            </a:r>
            <a:r>
              <a:rPr lang="en-ID" sz="2000" spc="300" dirty="0" err="1"/>
              <a:t>berikutnya</a:t>
            </a:r>
            <a:r>
              <a:rPr lang="en-ID" sz="2000" spc="300" dirty="0"/>
              <a:t> yang </a:t>
            </a:r>
            <a:r>
              <a:rPr lang="en-ID" sz="2000" spc="300" dirty="0" err="1"/>
              <a:t>dipanggil</a:t>
            </a:r>
            <a:r>
              <a:rPr lang="en-ID" sz="2000" spc="300" dirty="0"/>
              <a:t> oleh </a:t>
            </a:r>
            <a:r>
              <a:rPr lang="en-ID" sz="2000" spc="300" dirty="0" err="1"/>
              <a:t>sistem</a:t>
            </a:r>
            <a:r>
              <a:rPr lang="en-ID" sz="2000" spc="300" dirty="0"/>
              <a:t> </a:t>
            </a:r>
            <a:r>
              <a:rPr lang="en-ID" sz="2000" spc="300" dirty="0" err="1"/>
              <a:t>adalah</a:t>
            </a:r>
            <a:r>
              <a:rPr lang="en-ID" sz="2000" spc="300" dirty="0"/>
              <a:t> </a:t>
            </a:r>
            <a:r>
              <a:rPr lang="en-ID" sz="2000" spc="300" dirty="0" err="1"/>
              <a:t>onRestart</a:t>
            </a:r>
            <a:r>
              <a:rPr lang="en-ID" sz="2000" spc="300" dirty="0"/>
              <a:t>(), </a:t>
            </a:r>
            <a:r>
              <a:rPr lang="en-ID" sz="2000" spc="300" dirty="0" err="1"/>
              <a:t>jika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 </a:t>
            </a:r>
            <a:r>
              <a:rPr lang="en-ID" sz="2000" spc="300" dirty="0" err="1"/>
              <a:t>akan</a:t>
            </a:r>
            <a:r>
              <a:rPr lang="en-ID" sz="2000" spc="300" dirty="0"/>
              <a:t> </a:t>
            </a:r>
            <a:r>
              <a:rPr lang="en-ID" sz="2000" spc="300" dirty="0" err="1"/>
              <a:t>kembali</a:t>
            </a:r>
            <a:r>
              <a:rPr lang="en-ID" sz="2000" spc="300" dirty="0"/>
              <a:t> </a:t>
            </a:r>
            <a:r>
              <a:rPr lang="en-ID" sz="2000" spc="300" dirty="0" err="1"/>
              <a:t>berinteraksi</a:t>
            </a:r>
            <a:r>
              <a:rPr lang="en-ID" sz="2000" spc="300" dirty="0"/>
              <a:t> </a:t>
            </a:r>
            <a:r>
              <a:rPr lang="en-ID" sz="2000" spc="300" dirty="0" err="1"/>
              <a:t>dengan</a:t>
            </a:r>
            <a:r>
              <a:rPr lang="en-ID" sz="2000" spc="300" dirty="0"/>
              <a:t> </a:t>
            </a:r>
            <a:r>
              <a:rPr lang="en-ID" sz="2000" spc="300" dirty="0" err="1"/>
              <a:t>pengguna</a:t>
            </a:r>
            <a:r>
              <a:rPr lang="en-ID" sz="2000" spc="300" dirty="0"/>
              <a:t>, </a:t>
            </a:r>
            <a:r>
              <a:rPr lang="en-ID" sz="2000" spc="300" dirty="0" err="1"/>
              <a:t>atau</a:t>
            </a:r>
            <a:r>
              <a:rPr lang="en-ID" sz="2000" spc="300" dirty="0"/>
              <a:t> oleh </a:t>
            </a:r>
            <a:r>
              <a:rPr lang="en-ID" sz="2000" spc="300" dirty="0" err="1"/>
              <a:t>onDestroy</a:t>
            </a:r>
            <a:r>
              <a:rPr lang="en-ID" sz="2000" spc="300" dirty="0"/>
              <a:t>() </a:t>
            </a:r>
            <a:r>
              <a:rPr lang="en-ID" sz="2000" spc="300" dirty="0" err="1"/>
              <a:t>jika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 </a:t>
            </a:r>
            <a:r>
              <a:rPr lang="en-ID" sz="2000" spc="300" dirty="0" err="1"/>
              <a:t>ini</a:t>
            </a:r>
            <a:r>
              <a:rPr lang="en-ID" sz="2000" spc="300" dirty="0"/>
              <a:t> </a:t>
            </a:r>
            <a:r>
              <a:rPr lang="en-ID" sz="2000" spc="300" dirty="0" err="1"/>
              <a:t>benar-benar</a:t>
            </a:r>
            <a:r>
              <a:rPr lang="en-ID" sz="2000" spc="300" dirty="0"/>
              <a:t> </a:t>
            </a:r>
            <a:r>
              <a:rPr lang="en-ID" sz="2000" spc="300" dirty="0" err="1"/>
              <a:t>dihentikan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EF5B1-9864-455F-8E68-7779974E8870}"/>
              </a:ext>
            </a:extLst>
          </p:cNvPr>
          <p:cNvSpPr txBox="1"/>
          <p:nvPr/>
        </p:nvSpPr>
        <p:spPr>
          <a:xfrm>
            <a:off x="1208994" y="1345021"/>
            <a:ext cx="16674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ONSTOP()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149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06686"/>
            <a:ext cx="9774012" cy="235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 err="1"/>
              <a:t>Sistem</a:t>
            </a:r>
            <a:r>
              <a:rPr lang="en-ID" sz="2000" spc="300" dirty="0"/>
              <a:t> </a:t>
            </a:r>
            <a:r>
              <a:rPr lang="en-ID" sz="2000" spc="300" dirty="0" err="1"/>
              <a:t>memanggil</a:t>
            </a:r>
            <a:r>
              <a:rPr lang="en-ID" sz="2000" spc="300" dirty="0"/>
              <a:t> </a:t>
            </a:r>
            <a:r>
              <a:rPr lang="en-ID" sz="2000" spc="300" dirty="0" err="1"/>
              <a:t>callback</a:t>
            </a:r>
            <a:r>
              <a:rPr lang="en-ID" sz="2000" spc="300" dirty="0"/>
              <a:t> </a:t>
            </a:r>
            <a:r>
              <a:rPr lang="en-ID" sz="2000" spc="300" dirty="0" err="1"/>
              <a:t>ini</a:t>
            </a:r>
            <a:r>
              <a:rPr lang="en-ID" sz="2000" spc="300" dirty="0"/>
              <a:t> </a:t>
            </a:r>
            <a:r>
              <a:rPr lang="en-ID" sz="2000" spc="300" dirty="0" err="1"/>
              <a:t>jika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 </a:t>
            </a:r>
            <a:r>
              <a:rPr lang="en-ID" sz="2000" spc="300" dirty="0" err="1"/>
              <a:t>dalam</a:t>
            </a:r>
            <a:r>
              <a:rPr lang="en-ID" sz="2000" spc="300" dirty="0"/>
              <a:t> status </a:t>
            </a:r>
            <a:r>
              <a:rPr lang="en-ID" sz="2000" spc="300" dirty="0" err="1"/>
              <a:t>Berhenti</a:t>
            </a:r>
            <a:r>
              <a:rPr lang="en-ID" sz="2000" spc="300" dirty="0"/>
              <a:t> </a:t>
            </a:r>
            <a:r>
              <a:rPr lang="en-ID" sz="2000" spc="300" dirty="0" err="1"/>
              <a:t>akan</a:t>
            </a:r>
            <a:r>
              <a:rPr lang="en-ID" sz="2000" spc="300" dirty="0"/>
              <a:t> </a:t>
            </a:r>
            <a:r>
              <a:rPr lang="en-ID" sz="2000" spc="300" dirty="0" err="1"/>
              <a:t>dimulai</a:t>
            </a:r>
            <a:r>
              <a:rPr lang="en-ID" sz="2000" spc="300" dirty="0"/>
              <a:t> </a:t>
            </a:r>
            <a:r>
              <a:rPr lang="en-ID" sz="2000" spc="300" dirty="0" err="1"/>
              <a:t>ulang</a:t>
            </a:r>
            <a:r>
              <a:rPr lang="en-ID" sz="2000" spc="300" dirty="0"/>
              <a:t>. </a:t>
            </a:r>
            <a:r>
              <a:rPr lang="en-ID" sz="2000" spc="300" dirty="0" err="1"/>
              <a:t>onRestart</a:t>
            </a:r>
            <a:r>
              <a:rPr lang="en-ID" sz="2000" spc="300" dirty="0"/>
              <a:t>() </a:t>
            </a:r>
            <a:r>
              <a:rPr lang="en-ID" sz="2000" spc="300" dirty="0" err="1"/>
              <a:t>memulihkan</a:t>
            </a:r>
            <a:r>
              <a:rPr lang="en-ID" sz="2000" spc="300" dirty="0"/>
              <a:t> status </a:t>
            </a:r>
            <a:r>
              <a:rPr lang="en-ID" sz="2000" spc="300" dirty="0" err="1"/>
              <a:t>aktivitas</a:t>
            </a:r>
            <a:r>
              <a:rPr lang="en-ID" sz="2000" spc="300" dirty="0"/>
              <a:t> pada </a:t>
            </a:r>
            <a:r>
              <a:rPr lang="en-ID" sz="2000" spc="300" dirty="0" err="1"/>
              <a:t>waktu</a:t>
            </a:r>
            <a:r>
              <a:rPr lang="en-ID" sz="2000" spc="300" dirty="0"/>
              <a:t> </a:t>
            </a:r>
            <a:r>
              <a:rPr lang="en-ID" sz="2000" spc="300" dirty="0" err="1"/>
              <a:t>ketika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 </a:t>
            </a:r>
            <a:r>
              <a:rPr lang="en-ID" sz="2000" spc="300" dirty="0" err="1"/>
              <a:t>dihentikan</a:t>
            </a:r>
            <a:r>
              <a:rPr lang="en-ID" sz="2000" spc="300" dirty="0"/>
              <a:t>.</a:t>
            </a:r>
          </a:p>
          <a:p>
            <a:pPr>
              <a:lnSpc>
                <a:spcPct val="150000"/>
              </a:lnSpc>
            </a:pPr>
            <a:endParaRPr lang="en-ID" sz="2000" spc="300" dirty="0"/>
          </a:p>
          <a:p>
            <a:pPr>
              <a:lnSpc>
                <a:spcPct val="150000"/>
              </a:lnSpc>
            </a:pPr>
            <a:r>
              <a:rPr lang="en-ID" sz="2000" spc="300" dirty="0" err="1"/>
              <a:t>Callback</a:t>
            </a:r>
            <a:r>
              <a:rPr lang="en-ID" sz="2000" spc="300" dirty="0"/>
              <a:t> </a:t>
            </a:r>
            <a:r>
              <a:rPr lang="en-ID" sz="2000" spc="300" dirty="0" err="1"/>
              <a:t>ini</a:t>
            </a:r>
            <a:r>
              <a:rPr lang="en-ID" sz="2000" spc="300" dirty="0"/>
              <a:t> </a:t>
            </a:r>
            <a:r>
              <a:rPr lang="en-ID" sz="2000" spc="300" dirty="0" err="1"/>
              <a:t>selalu</a:t>
            </a:r>
            <a:r>
              <a:rPr lang="en-ID" sz="2000" spc="300" dirty="0"/>
              <a:t> </a:t>
            </a:r>
            <a:r>
              <a:rPr lang="en-ID" sz="2000" spc="300" dirty="0" err="1"/>
              <a:t>diikuti</a:t>
            </a:r>
            <a:r>
              <a:rPr lang="en-ID" sz="2000" spc="300" dirty="0"/>
              <a:t> oleh </a:t>
            </a:r>
            <a:r>
              <a:rPr lang="en-ID" sz="2000" spc="300" dirty="0" err="1"/>
              <a:t>onStart</a:t>
            </a:r>
            <a:r>
              <a:rPr lang="en-ID" sz="2000" spc="300" dirty="0"/>
              <a:t>().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EF5B1-9864-455F-8E68-7779974E8870}"/>
              </a:ext>
            </a:extLst>
          </p:cNvPr>
          <p:cNvSpPr txBox="1"/>
          <p:nvPr/>
        </p:nvSpPr>
        <p:spPr>
          <a:xfrm>
            <a:off x="1208994" y="1345021"/>
            <a:ext cx="22060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ONRESTART()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796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06686"/>
            <a:ext cx="9774012" cy="235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 err="1"/>
              <a:t>Sistem</a:t>
            </a:r>
            <a:r>
              <a:rPr lang="en-ID" sz="2000" spc="300" dirty="0"/>
              <a:t> </a:t>
            </a:r>
            <a:r>
              <a:rPr lang="en-ID" sz="2000" spc="300" dirty="0" err="1"/>
              <a:t>memanggil</a:t>
            </a:r>
            <a:r>
              <a:rPr lang="en-ID" sz="2000" spc="300" dirty="0"/>
              <a:t> </a:t>
            </a:r>
            <a:r>
              <a:rPr lang="en-ID" sz="2000" spc="300" dirty="0" err="1"/>
              <a:t>callback</a:t>
            </a:r>
            <a:r>
              <a:rPr lang="en-ID" sz="2000" spc="300" dirty="0"/>
              <a:t> </a:t>
            </a:r>
            <a:r>
              <a:rPr lang="en-ID" sz="2000" spc="300" dirty="0" err="1"/>
              <a:t>ini</a:t>
            </a:r>
            <a:r>
              <a:rPr lang="en-ID" sz="2000" spc="300" dirty="0"/>
              <a:t> </a:t>
            </a:r>
            <a:r>
              <a:rPr lang="en-ID" sz="2000" spc="300" dirty="0" err="1"/>
              <a:t>sebelum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 </a:t>
            </a:r>
            <a:r>
              <a:rPr lang="en-ID" sz="2000" spc="300" dirty="0" err="1"/>
              <a:t>diakhiri</a:t>
            </a:r>
            <a:r>
              <a:rPr lang="en-ID" sz="2000" spc="300" dirty="0"/>
              <a:t>.</a:t>
            </a:r>
          </a:p>
          <a:p>
            <a:pPr>
              <a:lnSpc>
                <a:spcPct val="150000"/>
              </a:lnSpc>
            </a:pPr>
            <a:r>
              <a:rPr lang="en-ID" sz="2000" spc="300" dirty="0" err="1"/>
              <a:t>Callback</a:t>
            </a:r>
            <a:r>
              <a:rPr lang="en-ID" sz="2000" spc="300" dirty="0"/>
              <a:t> </a:t>
            </a:r>
            <a:r>
              <a:rPr lang="en-ID" sz="2000" spc="300" dirty="0" err="1"/>
              <a:t>ini</a:t>
            </a:r>
            <a:r>
              <a:rPr lang="en-ID" sz="2000" spc="300" dirty="0"/>
              <a:t> </a:t>
            </a:r>
            <a:r>
              <a:rPr lang="en-ID" sz="2000" spc="300" dirty="0" err="1"/>
              <a:t>adalah</a:t>
            </a:r>
            <a:r>
              <a:rPr lang="en-ID" sz="2000" spc="300" dirty="0"/>
              <a:t> </a:t>
            </a:r>
            <a:r>
              <a:rPr lang="en-ID" sz="2000" spc="300" dirty="0" err="1"/>
              <a:t>panggilan</a:t>
            </a:r>
            <a:r>
              <a:rPr lang="en-ID" sz="2000" spc="300" dirty="0"/>
              <a:t> </a:t>
            </a:r>
            <a:r>
              <a:rPr lang="en-ID" sz="2000" spc="300" dirty="0" err="1"/>
              <a:t>terakhir</a:t>
            </a:r>
            <a:r>
              <a:rPr lang="en-ID" sz="2000" spc="300" dirty="0"/>
              <a:t> yang </a:t>
            </a:r>
            <a:r>
              <a:rPr lang="en-ID" sz="2000" spc="300" dirty="0" err="1"/>
              <a:t>diterima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. </a:t>
            </a:r>
            <a:r>
              <a:rPr lang="en-ID" sz="2000" spc="300" dirty="0" err="1"/>
              <a:t>onDestroy</a:t>
            </a:r>
            <a:r>
              <a:rPr lang="en-ID" sz="2000" spc="300" dirty="0"/>
              <a:t>() </a:t>
            </a:r>
            <a:r>
              <a:rPr lang="en-ID" sz="2000" spc="300" dirty="0" err="1"/>
              <a:t>biasanya</a:t>
            </a:r>
            <a:r>
              <a:rPr lang="en-ID" sz="2000" spc="300" dirty="0"/>
              <a:t> </a:t>
            </a:r>
            <a:r>
              <a:rPr lang="en-ID" sz="2000" spc="300" dirty="0" err="1"/>
              <a:t>diterapkan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memastikan</a:t>
            </a:r>
            <a:r>
              <a:rPr lang="en-ID" sz="2000" spc="300" dirty="0"/>
              <a:t> </a:t>
            </a:r>
            <a:r>
              <a:rPr lang="en-ID" sz="2000" spc="300" dirty="0" err="1"/>
              <a:t>bahwa</a:t>
            </a:r>
            <a:r>
              <a:rPr lang="en-ID" sz="2000" spc="300" dirty="0"/>
              <a:t> </a:t>
            </a:r>
            <a:r>
              <a:rPr lang="en-ID" sz="2000" spc="300" dirty="0" err="1"/>
              <a:t>semua</a:t>
            </a:r>
            <a:r>
              <a:rPr lang="en-ID" sz="2000" spc="300" dirty="0"/>
              <a:t> resource </a:t>
            </a:r>
            <a:r>
              <a:rPr lang="en-ID" sz="2000" spc="300" dirty="0" err="1"/>
              <a:t>aktivitas</a:t>
            </a:r>
            <a:r>
              <a:rPr lang="en-ID" sz="2000" spc="300" dirty="0"/>
              <a:t> </a:t>
            </a:r>
            <a:r>
              <a:rPr lang="en-ID" sz="2000" spc="300" dirty="0" err="1"/>
              <a:t>akan</a:t>
            </a:r>
            <a:r>
              <a:rPr lang="en-ID" sz="2000" spc="300" dirty="0"/>
              <a:t> </a:t>
            </a:r>
            <a:r>
              <a:rPr lang="en-ID" sz="2000" spc="300" dirty="0" err="1"/>
              <a:t>dilepas</a:t>
            </a:r>
            <a:r>
              <a:rPr lang="en-ID" sz="2000" spc="300" dirty="0"/>
              <a:t> </a:t>
            </a:r>
            <a:r>
              <a:rPr lang="en-ID" sz="2000" spc="300" dirty="0" err="1"/>
              <a:t>jika</a:t>
            </a:r>
            <a:r>
              <a:rPr lang="en-ID" sz="2000" spc="300" dirty="0"/>
              <a:t> </a:t>
            </a:r>
            <a:r>
              <a:rPr lang="en-ID" sz="2000" spc="300" dirty="0" err="1"/>
              <a:t>aktivitas</a:t>
            </a:r>
            <a:r>
              <a:rPr lang="en-ID" sz="2000" spc="300" dirty="0"/>
              <a:t> </a:t>
            </a:r>
            <a:r>
              <a:rPr lang="en-ID" sz="2000" spc="300" dirty="0" err="1"/>
              <a:t>atau</a:t>
            </a:r>
            <a:r>
              <a:rPr lang="en-ID" sz="2000" spc="300" dirty="0"/>
              <a:t> proses yang </a:t>
            </a:r>
            <a:r>
              <a:rPr lang="en-ID" sz="2000" spc="300" dirty="0" err="1"/>
              <a:t>berisi</a:t>
            </a:r>
            <a:r>
              <a:rPr lang="en-ID" sz="2000" spc="300" dirty="0"/>
              <a:t> </a:t>
            </a:r>
            <a:r>
              <a:rPr lang="en-ID" sz="2000" spc="300" dirty="0" err="1"/>
              <a:t>callback</a:t>
            </a:r>
            <a:r>
              <a:rPr lang="en-ID" sz="2000" spc="300" dirty="0"/>
              <a:t> </a:t>
            </a:r>
            <a:r>
              <a:rPr lang="en-ID" sz="2000" spc="300" dirty="0" err="1"/>
              <a:t>tersebut</a:t>
            </a:r>
            <a:r>
              <a:rPr lang="en-ID" sz="2000" spc="300" dirty="0"/>
              <a:t> </a:t>
            </a:r>
            <a:r>
              <a:rPr lang="en-ID" sz="2000" spc="300" dirty="0" err="1"/>
              <a:t>diakhiri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EF5B1-9864-455F-8E68-7779974E8870}"/>
              </a:ext>
            </a:extLst>
          </p:cNvPr>
          <p:cNvSpPr txBox="1"/>
          <p:nvPr/>
        </p:nvSpPr>
        <p:spPr>
          <a:xfrm>
            <a:off x="1208994" y="1345021"/>
            <a:ext cx="22573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ONDESTROY()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702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4408681" y="2939967"/>
            <a:ext cx="3374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TERIMAKASIH</a:t>
            </a:r>
            <a:endParaRPr lang="en-ID" sz="3200" b="1" spc="3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50737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668</Words>
  <Application>Microsoft Office PowerPoint</Application>
  <PresentationFormat>Widescreen</PresentationFormat>
  <Paragraphs>40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Nirmala UI</vt:lpstr>
      <vt:lpstr>Poppins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 Fauzan</dc:creator>
  <cp:lastModifiedBy>Ahmad Fauzan</cp:lastModifiedBy>
  <cp:revision>37</cp:revision>
  <dcterms:created xsi:type="dcterms:W3CDTF">2023-03-27T01:36:44Z</dcterms:created>
  <dcterms:modified xsi:type="dcterms:W3CDTF">2023-03-28T00:58:02Z</dcterms:modified>
</cp:coreProperties>
</file>